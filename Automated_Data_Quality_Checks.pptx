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6cf4d4c8c614f66" /><Relationship Type="http://schemas.openxmlformats.org/officeDocument/2006/relationships/extended-properties" Target="/docProps/app.xml" Id="R84847b409ae14037" /><Relationship Type="http://schemas.openxmlformats.org/officeDocument/2006/relationships/officeDocument" Target="/ppt/presentation.xml" Id="Rd9a8106a93394b6f" /></Relationships>
</file>

<file path=ppt/presentation.xml><?xml version="1.0" encoding="utf-8"?>
<p:presentation xmlns:p="http://schemas.openxmlformats.org/presentationml/2006/main">
  <p:sldMasterIdLst>
    <p:sldMasterId xmlns:r="http://schemas.openxmlformats.org/officeDocument/2006/relationships" id="2147483648" r:id="R83b611c4791842af"/>
  </p:sldMasterIdLst>
  <p:notesMasterIdLst>
    <p:notesMasterId xmlns:r="http://schemas.openxmlformats.org/officeDocument/2006/relationships" r:id="R17f94a01a4a4436b"/>
  </p:notesMasterIdLst>
  <p:sldIdLst>
    <p:sldId xmlns:r="http://schemas.openxmlformats.org/officeDocument/2006/relationships" id="256" r:id="Rd8711f326c9a4131"/>
    <p:sldId xmlns:r="http://schemas.openxmlformats.org/officeDocument/2006/relationships" id="257" r:id="R857ae1ef81eb4090"/>
    <p:sldId xmlns:r="http://schemas.openxmlformats.org/officeDocument/2006/relationships" id="258" r:id="R5f9d3a1c47124532"/>
    <p:sldId xmlns:r="http://schemas.openxmlformats.org/officeDocument/2006/relationships" id="259" r:id="R1888ff64831643b5"/>
    <p:sldId xmlns:r="http://schemas.openxmlformats.org/officeDocument/2006/relationships" id="260" r:id="R2702395e61d7447d"/>
    <p:sldId xmlns:r="http://schemas.openxmlformats.org/officeDocument/2006/relationships" id="261" r:id="Rbe2bd706beff4104"/>
    <p:sldId xmlns:r="http://schemas.openxmlformats.org/officeDocument/2006/relationships" id="262" r:id="R684d55a69d6b4ee7"/>
    <p:sldId xmlns:r="http://schemas.openxmlformats.org/officeDocument/2006/relationships" id="263" r:id="Rd2c89de61c2744a4"/>
    <p:sldId xmlns:r="http://schemas.openxmlformats.org/officeDocument/2006/relationships" id="264" r:id="Rfbed4ee2d14b42e0"/>
    <p:sldId xmlns:r="http://schemas.openxmlformats.org/officeDocument/2006/relationships" id="265" r:id="R0457312d1f0b43d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2f60c5ee0e64446" /><Relationship Type="http://schemas.openxmlformats.org/officeDocument/2006/relationships/slideMaster" Target="/ppt/slideMasters/slideMaster1.xml" Id="R83b611c4791842af" /><Relationship Type="http://schemas.openxmlformats.org/officeDocument/2006/relationships/notesMaster" Target="/ppt/notesMasters/notesMaster1.xml" Id="R17f94a01a4a4436b" /><Relationship Type="http://schemas.openxmlformats.org/officeDocument/2006/relationships/presProps" Target="/ppt/presProps.xml" Id="R2da2b38eebb744ef" /><Relationship Type="http://schemas.openxmlformats.org/officeDocument/2006/relationships/tableStyles" Target="/ppt/tableStyles.xml" Id="Rb12bb0e8ae5540a5" /><Relationship Type="http://schemas.openxmlformats.org/officeDocument/2006/relationships/slide" Target="/ppt/slides/slide1.xml" Id="Rd8711f326c9a4131" /><Relationship Type="http://schemas.openxmlformats.org/officeDocument/2006/relationships/slide" Target="/ppt/slides/slide2.xml" Id="R857ae1ef81eb4090" /><Relationship Type="http://schemas.openxmlformats.org/officeDocument/2006/relationships/slide" Target="/ppt/slides/slide3.xml" Id="R5f9d3a1c47124532" /><Relationship Type="http://schemas.openxmlformats.org/officeDocument/2006/relationships/slide" Target="/ppt/slides/slide4.xml" Id="R1888ff64831643b5" /><Relationship Type="http://schemas.openxmlformats.org/officeDocument/2006/relationships/slide" Target="/ppt/slides/slide5.xml" Id="R2702395e61d7447d" /><Relationship Type="http://schemas.openxmlformats.org/officeDocument/2006/relationships/slide" Target="/ppt/slides/slide6.xml" Id="Rbe2bd706beff4104" /><Relationship Type="http://schemas.openxmlformats.org/officeDocument/2006/relationships/slide" Target="/ppt/slides/slide7.xml" Id="R684d55a69d6b4ee7" /><Relationship Type="http://schemas.openxmlformats.org/officeDocument/2006/relationships/slide" Target="/ppt/slides/slide8.xml" Id="Rd2c89de61c2744a4" /><Relationship Type="http://schemas.openxmlformats.org/officeDocument/2006/relationships/slide" Target="/ppt/slides/slide9.xml" Id="Rfbed4ee2d14b42e0" /><Relationship Type="http://schemas.openxmlformats.org/officeDocument/2006/relationships/slide" Target="/ppt/slides/slide10.xml" Id="R0457312d1f0b43d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b792f2fe6174ad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20cc7230690428f" /><Relationship Type="http://schemas.openxmlformats.org/officeDocument/2006/relationships/notesMaster" Target="/ppt/notesMasters/notesMaster1.xml" Id="R3998ce983b5f4e25" /></Relationships>
</file>

<file path=ppt/notesSlides/_rels/notesSlide2.xml.rels>&#65279;<?xml version="1.0" encoding="utf-8"?><Relationships xmlns="http://schemas.openxmlformats.org/package/2006/relationships"><Relationship Type="http://schemas.openxmlformats.org/officeDocument/2006/relationships/slide" Target="/ppt/slides/slide2.xml" Id="Rcc493a4487504533" /><Relationship Type="http://schemas.openxmlformats.org/officeDocument/2006/relationships/notesMaster" Target="/ppt/notesMasters/notesMaster1.xml" Id="R177fee911d3d42a7" /></Relationships>
</file>

<file path=ppt/notesSlides/_rels/notesSlide3.xml.rels>&#65279;<?xml version="1.0" encoding="utf-8"?><Relationships xmlns="http://schemas.openxmlformats.org/package/2006/relationships"><Relationship Type="http://schemas.openxmlformats.org/officeDocument/2006/relationships/slide" Target="/ppt/slides/slide3.xml" Id="R03366a5eed9c417f" /><Relationship Type="http://schemas.openxmlformats.org/officeDocument/2006/relationships/notesMaster" Target="/ppt/notesMasters/notesMaster1.xml" Id="Rc0eec3269ac64306" /></Relationships>
</file>

<file path=ppt/notesSlides/_rels/notesSlide4.xml.rels>&#65279;<?xml version="1.0" encoding="utf-8"?><Relationships xmlns="http://schemas.openxmlformats.org/package/2006/relationships"><Relationship Type="http://schemas.openxmlformats.org/officeDocument/2006/relationships/slide" Target="/ppt/slides/slide4.xml" Id="R810cb1cb492b4137" /><Relationship Type="http://schemas.openxmlformats.org/officeDocument/2006/relationships/notesMaster" Target="/ppt/notesMasters/notesMaster1.xml" Id="Re0953b8c270e4a4f" /></Relationships>
</file>

<file path=ppt/notesSlides/_rels/notesSlide5.xml.rels>&#65279;<?xml version="1.0" encoding="utf-8"?><Relationships xmlns="http://schemas.openxmlformats.org/package/2006/relationships"><Relationship Type="http://schemas.openxmlformats.org/officeDocument/2006/relationships/slide" Target="/ppt/slides/slide5.xml" Id="R36728f5c6ecc4972" /><Relationship Type="http://schemas.openxmlformats.org/officeDocument/2006/relationships/notesMaster" Target="/ppt/notesMasters/notesMaster1.xml" Id="R1201f9d744b84e40" /></Relationships>
</file>

<file path=ppt/notesSlides/_rels/notesSlide6.xml.rels>&#65279;<?xml version="1.0" encoding="utf-8"?><Relationships xmlns="http://schemas.openxmlformats.org/package/2006/relationships"><Relationship Type="http://schemas.openxmlformats.org/officeDocument/2006/relationships/slide" Target="/ppt/slides/slide6.xml" Id="R19b76dfa7fae4d9e" /><Relationship Type="http://schemas.openxmlformats.org/officeDocument/2006/relationships/notesMaster" Target="/ppt/notesMasters/notesMaster1.xml" Id="R4be682ee16f549e9"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fc118fe9d44f9c" /><Relationship Type="http://schemas.openxmlformats.org/officeDocument/2006/relationships/notesMaster" Target="/ppt/notesMasters/notesMaster1.xml" Id="Rcf1214e5febf418e" /></Relationships>
</file>

<file path=ppt/notesSlides/_rels/notesSlide8.xml.rels>&#65279;<?xml version="1.0" encoding="utf-8"?><Relationships xmlns="http://schemas.openxmlformats.org/package/2006/relationships"><Relationship Type="http://schemas.openxmlformats.org/officeDocument/2006/relationships/slide" Target="/ppt/slides/slide8.xml" Id="Rb13f1fe6543f4909" /><Relationship Type="http://schemas.openxmlformats.org/officeDocument/2006/relationships/notesMaster" Target="/ppt/notesMasters/notesMaster1.xml" Id="R50cc1f8a4b444e0c" /></Relationships>
</file>

<file path=ppt/notesSlides/_rels/notesSlide9.xml.rels>&#65279;<?xml version="1.0" encoding="utf-8"?><Relationships xmlns="http://schemas.openxmlformats.org/package/2006/relationships"><Relationship Type="http://schemas.openxmlformats.org/officeDocument/2006/relationships/slide" Target="/ppt/slides/slide9.xml" Id="Rb757f98cd1bb45e2" /><Relationship Type="http://schemas.openxmlformats.org/officeDocument/2006/relationships/notesMaster" Target="/ppt/notesMasters/notesMaster1.xml" Id="Rb7f7d9eb62604df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aad248e945f4960" /><Relationship Type="http://schemas.openxmlformats.org/officeDocument/2006/relationships/notesMaster" Target="/ppt/notesMasters/notesMaster1.xml" Id="Rb133cbe10664408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MVP helps engineers propose data quality rules using metadata, statistical profiling and semantic understanding. It produces candidate SQL and supports human review before export. It does not execute the recommended checks.</a:t>
            </a:r>
          </a:p>
          <a:p xmlns:a="http://schemas.openxmlformats.org/drawingml/2006/main">
            <a:r>
              <a:t>Cover illustration generated with OpenAI image generation.</a:t>
            </a:r>
          </a:p>
          <a:p xmlns:a="http://schemas.openxmlformats.org/drawingml/2006/main">
            <a:r>
              <a:t/>
            </a:r>
          </a:p>
          <a:p xmlns:a="http://schemas.openxmlformats.org/drawingml/2006/main">
            <a:r>
              <a:t>Implementation source: https://github.com/sumer27feb/data-quality-checks/tree/205553a0f478ca9ebac9fe275fcfc9e594acd806</a:t>
            </a:r>
          </a:p>
          <a:p xmlns:a="http://schemas.openxmlformats.org/drawingml/2006/main">
            <a:r>
              <a:t/>
            </a:r>
          </a:p>
          <a:p xmlns:a="http://schemas.openxmlformats.org/drawingml/2006/main">
            <a:r>
              <a:t>Visual assets: TCS official media kit https://www.tcs.com/who-we-are/tcs-brand/tcs-logo. Tata logo from https://www.tcs.com/content/dam/global-tcs/en/images/home/tata-logo-1.svg. Icons: Lucide, https://github.com/lucide-icons/lucide, ISC license. Layout adapted from the ten reference slide photographs supplied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presentation follows the reference deck: business need and objectives, then solution and technical workflows, ending with expected business benefits.</a:t>
            </a:r>
          </a:p>
          <a:p xmlns:a="http://schemas.openxmlformats.org/drawingml/2006/main">
            <a:r>
              <a:t>Agenda illustration generated with OpenAI image generation.</a:t>
            </a:r>
          </a:p>
          <a:p xmlns:a="http://schemas.openxmlformats.org/drawingml/2006/main">
            <a:r>
              <a:t/>
            </a:r>
          </a:p>
          <a:p xmlns:a="http://schemas.openxmlformats.org/drawingml/2006/main">
            <a:r>
              <a:t>Implementation source: https://github.com/sumer27feb/data-quality-checks/tree/205553a0f478ca9ebac9fe275fcfc9e594acd806</a:t>
            </a:r>
          </a:p>
          <a:p xmlns:a="http://schemas.openxmlformats.org/drawingml/2006/main">
            <a:r>
              <a:t/>
            </a:r>
          </a:p>
          <a:p xmlns:a="http://schemas.openxmlformats.org/drawingml/2006/main">
            <a:r>
              <a:t>Visual assets: TCS official media kit https://www.tcs.com/who-we-are/tcs-brand/tcs-logo. Tata logo from https://www.tcs.com/content/dam/global-tcs/en/images/home/tata-logo-1.svg. Icons: Lucide, https://github.com/lucide-icons/lucide, ISC license. Layout adapted from the ten reference slide photographs supplied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FastAPI exposes run, profile, recommendation and traditional-check endpoints. LangGraph orchestrates the seven-stage workflow. Databricks supplies table access, configuration files and model inference. The actual model endpoint is configured through environment variables. The frontend polls API status and visualizes stages using React Flow.</a:t>
            </a:r>
          </a:p>
          <a:p xmlns:a="http://schemas.openxmlformats.org/drawingml/2006/main">
            <a:r>
              <a:t/>
            </a:r>
          </a:p>
          <a:p xmlns:a="http://schemas.openxmlformats.org/drawingml/2006/main">
            <a:r>
              <a:t>Implementation source: https://github.com/sumer27feb/data-quality-checks/tree/205553a0f478ca9ebac9fe275fcfc9e594acd806</a:t>
            </a:r>
          </a:p>
          <a:p xmlns:a="http://schemas.openxmlformats.org/drawingml/2006/main">
            <a:r>
              <a:t>https://github.com/sumer27feb/data-quality-checks/blob/205553a0f478ca9ebac9fe275fcfc9e594acd806/backend/requirements.txt</a:t>
            </a:r>
          </a:p>
          <a:p xmlns:a="http://schemas.openxmlformats.org/drawingml/2006/main">
            <a:r>
              <a:t>https://github.com/sumer27feb/data-quality-checks/blob/205553a0f478ca9ebac9fe275fcfc9e594acd806/backend/app/services/llm_client.py</a:t>
            </a:r>
          </a:p>
          <a:p xmlns:a="http://schemas.openxmlformats.org/drawingml/2006/main">
            <a:r>
              <a:t>https://github.com/sumer27feb/data-quality-checks/blob/205553a0f478ca9ebac9fe275fcfc9e594acd806/frontend/package.json</a:t>
            </a:r>
          </a:p>
          <a:p xmlns:a="http://schemas.openxmlformats.org/drawingml/2006/main">
            <a:r>
              <a:t>Visual assets: TCS official media kit https://www.tcs.com/who-we-are/tcs-brand/tcs-logo. Tata logo from https://www.tcs.com/content/dam/global-tcs/en/images/home/tata-logo-1.svg. Icons: Lucide, https://github.com/lucide-icons/lucide, ISC license. Layout adapted from the ten reference slide photographs supplied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problem statements the MVP addresses, rather than measured findings from a customer study. A generic null or datatype check cannot express every arithmetic, temporal or cross-table dependency. The system supports rule authoring while the reviewer remains responsible for business meaning.</a:t>
            </a:r>
          </a:p>
          <a:p xmlns:a="http://schemas.openxmlformats.org/drawingml/2006/main">
            <a:r>
              <a:t/>
            </a:r>
          </a:p>
          <a:p xmlns:a="http://schemas.openxmlformats.org/drawingml/2006/main">
            <a:r>
              <a:t>Implementation source: https://github.com/sumer27feb/data-quality-checks/tree/205553a0f478ca9ebac9fe275fcfc9e594acd806</a:t>
            </a:r>
          </a:p>
          <a:p xmlns:a="http://schemas.openxmlformats.org/drawingml/2006/main">
            <a:r>
              <a:t/>
            </a:r>
          </a:p>
          <a:p xmlns:a="http://schemas.openxmlformats.org/drawingml/2006/main">
            <a:r>
              <a:t>Visual assets: TCS official media kit https://www.tcs.com/who-we-are/tcs-brand/tcs-logo. Tata logo from https://www.tcs.com/content/dam/global-tcs/en/images/home/tata-logo-1.svg. Icons: Lucide, https://github.com/lucide-icons/lucide, ISC license. Layout adapted from the ten reference slide photographs supplied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objectives describe the intended MVP behavior. Faster drafting is an expected benefit, not a benchmarked percentage. Review and export are implemented in the browser. A formal approval workflow or execution engine is outside the current implementation.</a:t>
            </a:r>
          </a:p>
          <a:p xmlns:a="http://schemas.openxmlformats.org/drawingml/2006/main">
            <a:r>
              <a:t/>
            </a:r>
          </a:p>
          <a:p xmlns:a="http://schemas.openxmlformats.org/drawingml/2006/main">
            <a:r>
              <a:t>Implementation source: https://github.com/sumer27feb/data-quality-checks/tree/205553a0f478ca9ebac9fe275fcfc9e594acd806</a:t>
            </a:r>
          </a:p>
          <a:p xmlns:a="http://schemas.openxmlformats.org/drawingml/2006/main">
            <a:r>
              <a:t>https://github.com/sumer27feb/data-quality-checks/blob/205553a0f478ca9ebac9fe275fcfc9e594acd806/backend/app/services/traditional_check_service.py</a:t>
            </a:r>
          </a:p>
          <a:p xmlns:a="http://schemas.openxmlformats.org/drawingml/2006/main">
            <a:r>
              <a:t>https://github.com/sumer27feb/data-quality-checks/blob/205553a0f478ca9ebac9fe275fcfc9e594acd806/frontend/src/features/recommendations/export.ts</a:t>
            </a:r>
          </a:p>
          <a:p xmlns:a="http://schemas.openxmlformats.org/drawingml/2006/main">
            <a:r>
              <a:t>https://github.com/sumer27feb/data-quality-checks/blob/205553a0f478ca9ebac9fe275fcfc9e594acd806/frontend/src/features/recommendations/useSqlDrafts.ts</a:t>
            </a:r>
          </a:p>
          <a:p xmlns:a="http://schemas.openxmlformats.org/drawingml/2006/main">
            <a:r>
              <a:t>Visual assets: TCS official media kit https://www.tcs.com/who-we-are/tcs-brand/tcs-logo. Tata logo from https://www.tcs.com/content/dam/global-tcs/en/images/home/tata-logo-1.svg. Icons: Lucide, https://github.com/lucide-icons/lucide, ISC license. Layout adapted from the ten reference slide photographs supplied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implemented product is a recommendation and SQL-generation assistant. Profiling queries read source data. Generated rule queries are not executed by this application. Pydantic and lightweight reference checks validate response structure, but they do not establish SQL correctness or business validity.</a:t>
            </a:r>
          </a:p>
          <a:p xmlns:a="http://schemas.openxmlformats.org/drawingml/2006/main">
            <a:r>
              <a:t/>
            </a:r>
          </a:p>
          <a:p xmlns:a="http://schemas.openxmlformats.org/drawingml/2006/main">
            <a:r>
              <a:t>Implementation source: https://github.com/sumer27feb/data-quality-checks/tree/205553a0f478ca9ebac9fe275fcfc9e594acd806</a:t>
            </a:r>
          </a:p>
          <a:p xmlns:a="http://schemas.openxmlformats.org/drawingml/2006/main">
            <a:r>
              <a:t>https://github.com/sumer27feb/data-quality-checks/blob/205553a0f478ca9ebac9fe275fcfc9e594acd806/backend/app/schemas/rule_recommendation.py</a:t>
            </a:r>
          </a:p>
          <a:p xmlns:a="http://schemas.openxmlformats.org/drawingml/2006/main">
            <a:r>
              <a:t>https://github.com/sumer27feb/data-quality-checks/blob/205553a0f478ca9ebac9fe275fcfc9e594acd806/backend/app/services/table_llm_recommender_service.py</a:t>
            </a:r>
          </a:p>
          <a:p xmlns:a="http://schemas.openxmlformats.org/drawingml/2006/main">
            <a:r>
              <a:t>https://github.com/sumer27feb/data-quality-checks/blob/205553a0f478ca9ebac9fe275fcfc9e594acd806/backend/app/services/inter_table_llm_recommender_service.py</a:t>
            </a:r>
          </a:p>
          <a:p xmlns:a="http://schemas.openxmlformats.org/drawingml/2006/main">
            <a:r>
              <a:t>Visual assets: TCS official media kit https://www.tcs.com/who-we-are/tcs-brand/tcs-logo. Tata logo from https://www.tcs.com/content/dam/global-tcs/en/images/home/tata-logo-1.svg. Icons: Lucide, https://github.com/lucide-icons/lucide, ISC license. Layout adapted from the ten reference slide photographs supplied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business-level journey. Traditional checks can be configured separately after discovery metadata is available. Individual and cross-table inference are separate graph branches. An exported query is a candidate implementation, not an observed pass or fail result.</a:t>
            </a:r>
          </a:p>
          <a:p xmlns:a="http://schemas.openxmlformats.org/drawingml/2006/main">
            <a:r>
              <a:t/>
            </a:r>
          </a:p>
          <a:p xmlns:a="http://schemas.openxmlformats.org/drawingml/2006/main">
            <a:r>
              <a:t>Implementation source: https://github.com/sumer27feb/data-quality-checks/tree/205553a0f478ca9ebac9fe275fcfc9e594acd806</a:t>
            </a:r>
          </a:p>
          <a:p xmlns:a="http://schemas.openxmlformats.org/drawingml/2006/main">
            <a:r>
              <a:t>https://github.com/sumer27feb/data-quality-checks/blob/205553a0f478ca9ebac9fe275fcfc9e594acd806/backend/app/graph/workflow.py</a:t>
            </a:r>
          </a:p>
          <a:p xmlns:a="http://schemas.openxmlformats.org/drawingml/2006/main">
            <a:r>
              <a:t>https://github.com/sumer27feb/data-quality-checks/blob/205553a0f478ca9ebac9fe275fcfc9e594acd806/frontend/src/pages/RecommendationsPage.tsx</a:t>
            </a:r>
          </a:p>
          <a:p xmlns:a="http://schemas.openxmlformats.org/drawingml/2006/main">
            <a:r>
              <a:t>Visual assets: TCS official media kit https://www.tcs.com/who-we-are/tcs-brand/tcs-logo. Tata logo from https://www.tcs.com/content/dam/global-tcs/en/images/home/tata-logo-1.svg. Icons: Lucide, https://github.com/lucide-icons/lucide, ISC license. Layout adapted from the ten reference slide photographs supplied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UI calls FastAPI endpoints. FastAPI runs the graph in a background task and tracks status in an in-memory dictionary. The graph reads metadata and data aggregates from Databricks and invokes the configured AI Gateway endpoint. Every execution writes to a separate artifacts folder. Profile and recommendation APIs return these artifacts to the UI. Historic folders appear as archived runs after a process restart, without reconstructed stage success. The AI Gateway connector and run artifact storage are shown as dependencies of the backend.</a:t>
            </a:r>
          </a:p>
          <a:p xmlns:a="http://schemas.openxmlformats.org/drawingml/2006/main">
            <a:r>
              <a:t/>
            </a:r>
          </a:p>
          <a:p xmlns:a="http://schemas.openxmlformats.org/drawingml/2006/main">
            <a:r>
              <a:t>Implementation source: https://github.com/sumer27feb/data-quality-checks/tree/205553a0f478ca9ebac9fe275fcfc9e594acd806</a:t>
            </a:r>
          </a:p>
          <a:p xmlns:a="http://schemas.openxmlformats.org/drawingml/2006/main">
            <a:r>
              <a:t>https://github.com/sumer27feb/data-quality-checks/blob/205553a0f478ca9ebac9fe275fcfc9e594acd806/backend/app/api/routes.py</a:t>
            </a:r>
          </a:p>
          <a:p xmlns:a="http://schemas.openxmlformats.org/drawingml/2006/main">
            <a:r>
              <a:t>https://github.com/sumer27feb/data-quality-checks/blob/205553a0f478ca9ebac9fe275fcfc9e594acd806/backend/app/api/profile_routes.py</a:t>
            </a:r>
          </a:p>
          <a:p xmlns:a="http://schemas.openxmlformats.org/drawingml/2006/main">
            <a:r>
              <a:t>https://github.com/sumer27feb/data-quality-checks/blob/205553a0f478ca9ebac9fe275fcfc9e594acd806/backend/app/services/databricks_client.py</a:t>
            </a:r>
          </a:p>
          <a:p xmlns:a="http://schemas.openxmlformats.org/drawingml/2006/main">
            <a:r>
              <a:t>https://github.com/sumer27feb/data-quality-checks/blob/205553a0f478ca9ebac9fe275fcfc9e594acd806/backend/app/services/llm_client.py</a:t>
            </a:r>
          </a:p>
          <a:p xmlns:a="http://schemas.openxmlformats.org/drawingml/2006/main">
            <a:r>
              <a:t>Visual assets: TCS official media kit https://www.tcs.com/who-we-are/tcs-brand/tcs-logo. Tata logo from https://www.tcs.com/content/dam/global-tcs/en/images/home/tata-logo-1.svg. Icons: Lucide, https://github.com/lucide-icons/lucide, ISC license. Layout adapted from the ten reference slide photographs supplied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diagram maps to the seven registered LangGraph nodes. Table consolidation fans out into individual recommendations and inter-table consolidation. The inter-table recommender synthesizes declared single-column FK checks deterministically and calls the LLM for additional semantic constraints. Traditional checks are a separate API operation, not a graph node. The UI polls stage updates. On an exception, the run becomes failed and running stages are marked interrupted. The graph has no configured durable checkpointer or automatic resume. Cross-table inferred relationships remain proposals for review.</a:t>
            </a:r>
          </a:p>
          <a:p xmlns:a="http://schemas.openxmlformats.org/drawingml/2006/main">
            <a:r>
              <a:t/>
            </a:r>
          </a:p>
          <a:p xmlns:a="http://schemas.openxmlformats.org/drawingml/2006/main">
            <a:r>
              <a:t>Implementation source: https://github.com/sumer27feb/data-quality-checks/tree/205553a0f478ca9ebac9fe275fcfc9e594acd806</a:t>
            </a:r>
          </a:p>
          <a:p xmlns:a="http://schemas.openxmlformats.org/drawingml/2006/main">
            <a:r>
              <a:t>https://github.com/sumer27feb/data-quality-checks/blob/205553a0f478ca9ebac9fe275fcfc9e594acd806/backend/app/graph/workflow.py</a:t>
            </a:r>
          </a:p>
          <a:p xmlns:a="http://schemas.openxmlformats.org/drawingml/2006/main">
            <a:r>
              <a:t>https://github.com/sumer27feb/data-quality-checks/blob/205553a0f478ca9ebac9fe275fcfc9e594acd806/backend/app/api/routes.py</a:t>
            </a:r>
          </a:p>
          <a:p xmlns:a="http://schemas.openxmlformats.org/drawingml/2006/main">
            <a:r>
              <a:t>https://github.com/sumer27feb/data-quality-checks/blob/205553a0f478ca9ebac9fe275fcfc9e594acd806/backend/app/services/inter_table_llm_recommender_service.py</a:t>
            </a:r>
          </a:p>
          <a:p xmlns:a="http://schemas.openxmlformats.org/drawingml/2006/main">
            <a:r>
              <a:t>https://github.com/sumer27feb/data-quality-checks/blob/205553a0f478ca9ebac9fe275fcfc9e594acd806/backend/app/api/traditional_routes.py</a:t>
            </a:r>
          </a:p>
          <a:p xmlns:a="http://schemas.openxmlformats.org/drawingml/2006/main">
            <a:r>
              <a:t>Visual assets: TCS official media kit https://www.tcs.com/who-we-are/tcs-brand/tcs-logo. Tata logo from https://www.tcs.com/content/dam/global-tcs/en/images/home/tata-logo-1.svg. Icons: Lucide, https://github.com/lucide-icons/lucide, ISC license. Layout adapted from the ten reference slide photographs supplied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benefits are expected outcomes of the implemented capabilities. The repository does not establish measured productivity, cost or accuracy gains. The current MVP supports recommendation, local SQL review and export. Production execution, formal approval and durable orchestration would require separate work.</a:t>
            </a:r>
          </a:p>
          <a:p xmlns:a="http://schemas.openxmlformats.org/drawingml/2006/main">
            <a:r>
              <a:t/>
            </a:r>
          </a:p>
          <a:p xmlns:a="http://schemas.openxmlformats.org/drawingml/2006/main">
            <a:r>
              <a:t>Implementation source: https://github.com/sumer27feb/data-quality-checks/tree/205553a0f478ca9ebac9fe275fcfc9e594acd806</a:t>
            </a:r>
          </a:p>
          <a:p xmlns:a="http://schemas.openxmlformats.org/drawingml/2006/main">
            <a:r>
              <a:t>https://github.com/sumer27feb/data-quality-checks/blob/205553a0f478ca9ebac9fe275fcfc9e594acd806/backend/app/services/inter_table_llm_recommender_service.py</a:t>
            </a:r>
          </a:p>
          <a:p xmlns:a="http://schemas.openxmlformats.org/drawingml/2006/main">
            <a:r>
              <a:t>https://github.com/sumer27feb/data-quality-checks/blob/205553a0f478ca9ebac9fe275fcfc9e594acd806/frontend/src/features/recommendations/useSqlDrafts.ts</a:t>
            </a:r>
          </a:p>
          <a:p xmlns:a="http://schemas.openxmlformats.org/drawingml/2006/main">
            <a:r>
              <a:t>https://github.com/sumer27feb/data-quality-checks/blob/205553a0f478ca9ebac9fe275fcfc9e594acd806/frontend/src/features/recommendations/export.ts</a:t>
            </a:r>
          </a:p>
          <a:p xmlns:a="http://schemas.openxmlformats.org/drawingml/2006/main">
            <a:r>
              <a:t>Visual assets: TCS official media kit https://www.tcs.com/who-we-are/tcs-brand/tcs-logo. Tata logo from https://www.tcs.com/content/dam/global-tcs/en/images/home/tata-logo-1.svg. Icons: Lucide, https://github.com/lucide-icons/lucide, ISC license. Layout adapted from the ten reference slide photographs supplied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599daf1da664d6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c6145ad9b50481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1b487edd6a147f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557bb4b00b34b2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b7b91cfe5e4497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a79d584b012490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0C326F6-B431-4F6F-91D9-9BC470AC454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D6871A8-8C4F-40DE-B942-009803DBDDF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E049A41-75E6-4C7B-ABA8-832AA9ADF39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178F587-AC11-4D81-80AD-D5E75C7E2F5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3D9F55D-1B85-4F36-8B13-224265E6F6C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B86AC34-3301-4369-9F97-3BE396DB6C5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FB9D273-E35A-4925-ABCF-1764FAF8CEB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C576BD6-E8ED-4A0A-B98A-FF2AA0831F9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8BCF33-D29D-4BCE-9117-62DFA5E6BCB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0B84189-4E30-4E94-A5BA-EFDC448436B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5503334377b4851" /><Relationship Type="http://schemas.openxmlformats.org/officeDocument/2006/relationships/slideLayout" Target="/ppt/slideLayouts/slideLayout1.xml" Id="Ref123618d91f4dfb" /><Relationship Type="http://schemas.openxmlformats.org/officeDocument/2006/relationships/slideLayout" Target="/ppt/slideLayouts/slideLayout2.xml" Id="R8bf3ab39cd804bba" /><Relationship Type="http://schemas.openxmlformats.org/officeDocument/2006/relationships/slideLayout" Target="/ppt/slideLayouts/slideLayout3.xml" Id="R3ef7691abc2c4cf6" /><Relationship Type="http://schemas.openxmlformats.org/officeDocument/2006/relationships/slideLayout" Target="/ppt/slideLayouts/slideLayout4.xml" Id="R96492751f9724eee" /><Relationship Type="http://schemas.openxmlformats.org/officeDocument/2006/relationships/slideLayout" Target="/ppt/slideLayouts/slideLayout5.xml" Id="R7632c49e66464d1f" /><Relationship Type="http://schemas.openxmlformats.org/officeDocument/2006/relationships/slideLayout" Target="/ppt/slideLayouts/slideLayout6.xml" Id="R6278430b87b04b4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f123618d91f4dfb"/>
    <p:sldLayoutId xmlns:r="http://schemas.openxmlformats.org/officeDocument/2006/relationships" id="2147483650" r:id="R8bf3ab39cd804bba"/>
    <p:sldLayoutId xmlns:r="http://schemas.openxmlformats.org/officeDocument/2006/relationships" id="2147483651" r:id="R3ef7691abc2c4cf6"/>
    <p:sldLayoutId xmlns:r="http://schemas.openxmlformats.org/officeDocument/2006/relationships" id="2147483652" r:id="R96492751f9724eee"/>
    <p:sldLayoutId xmlns:r="http://schemas.openxmlformats.org/officeDocument/2006/relationships" id="2147483653" r:id="R7632c49e66464d1f"/>
    <p:sldLayoutId xmlns:r="http://schemas.openxmlformats.org/officeDocument/2006/relationships" id="2147483654" r:id="R6278430b87b04b4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32fdb6dc18249ec" /><Relationship Type="http://schemas.openxmlformats.org/officeDocument/2006/relationships/image" Target="/ppt/media/image.png" Id="R9c730cf219824d68" /><Relationship Type="http://schemas.openxmlformats.org/officeDocument/2006/relationships/image" Target="/ppt/media/image2.png" Id="R407c1b01f7dc4ad8" /><Relationship Type="http://schemas.openxmlformats.org/officeDocument/2006/relationships/image" Target="/ppt/media/image.svg" Id="Re208cbc0d1dc4d8c" /><Relationship Type="http://schemas.openxmlformats.org/officeDocument/2006/relationships/image" Target="/ppt/media/image3.png" Id="R448e1075e4e64bd9" /><Relationship Type="http://schemas.openxmlformats.org/officeDocument/2006/relationships/notesSlide" Target="/ppt/notesSlides/notesSlide1.xml" Id="Re344a09542a94cd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499bfef779f4b21" /><Relationship Type="http://schemas.openxmlformats.org/officeDocument/2006/relationships/image" Target="/ppt/media/image4.png" Id="R7af4787a8dca426a" /><Relationship Type="http://schemas.openxmlformats.org/officeDocument/2006/relationships/image" Target="/ppt/media/image5.png" Id="Rdc386abacb764727" /><Relationship Type="http://schemas.openxmlformats.org/officeDocument/2006/relationships/image" Target="/ppt/media/image2.svg" Id="Rfde04e2fc66442a5" /><Relationship Type="http://schemas.openxmlformats.org/officeDocument/2006/relationships/image" Target="/ppt/media/image6.png" Id="R9826be016ffd42fd" /><Relationship Type="http://schemas.openxmlformats.org/officeDocument/2006/relationships/notesSlide" Target="/ppt/notesSlides/notesSlide2.xml" Id="R1d2c37735f60436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2423216fa374e70" /><Relationship Type="http://schemas.openxmlformats.org/officeDocument/2006/relationships/image" Target="/ppt/media/image7.png" Id="Rb0d1f4d2c84842d2" /><Relationship Type="http://schemas.openxmlformats.org/officeDocument/2006/relationships/image" Target="/ppt/media/image8.png" Id="Rf26d05576c044a01" /><Relationship Type="http://schemas.openxmlformats.org/officeDocument/2006/relationships/image" Target="/ppt/media/image3.svg" Id="Re4e7150aa1224c7f" /><Relationship Type="http://schemas.openxmlformats.org/officeDocument/2006/relationships/image" Target="/ppt/media/image9.png" Id="Rad101a1a71ea4bb5" /><Relationship Type="http://schemas.openxmlformats.org/officeDocument/2006/relationships/image" Target="/ppt/media/image4.svg" Id="R8be36c737b1d4b48" /><Relationship Type="http://schemas.openxmlformats.org/officeDocument/2006/relationships/image" Target="/ppt/media/image10.png" Id="R75b16ede5bc4401d" /><Relationship Type="http://schemas.openxmlformats.org/officeDocument/2006/relationships/image" Target="/ppt/media/image5.svg" Id="R2886ea8676df49ae" /><Relationship Type="http://schemas.openxmlformats.org/officeDocument/2006/relationships/image" Target="/ppt/media/image11.png" Id="Rb772b92d03ca473c" /><Relationship Type="http://schemas.openxmlformats.org/officeDocument/2006/relationships/image" Target="/ppt/media/image6.svg" Id="R7421d79845a64eae" /><Relationship Type="http://schemas.openxmlformats.org/officeDocument/2006/relationships/image" Target="/ppt/media/image12.png" Id="R41ad10b88080433f" /><Relationship Type="http://schemas.openxmlformats.org/officeDocument/2006/relationships/image" Target="/ppt/media/image7.svg" Id="Rbfcec6d02d944e36" /><Relationship Type="http://schemas.openxmlformats.org/officeDocument/2006/relationships/notesSlide" Target="/ppt/notesSlides/notesSlide3.xml" Id="R8d7a13738fc34a9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cef41bdf75e4763" /><Relationship Type="http://schemas.openxmlformats.org/officeDocument/2006/relationships/image" Target="/ppt/media/image13.png" Id="R07797a5ad2fe4910" /><Relationship Type="http://schemas.openxmlformats.org/officeDocument/2006/relationships/image" Target="/ppt/media/image14.png" Id="Rf7f77d13754a41d3" /><Relationship Type="http://schemas.openxmlformats.org/officeDocument/2006/relationships/image" Target="/ppt/media/image8.svg" Id="R368d335395034837" /><Relationship Type="http://schemas.openxmlformats.org/officeDocument/2006/relationships/image" Target="/ppt/media/image15.png" Id="R3af49be05cd14d5d" /><Relationship Type="http://schemas.openxmlformats.org/officeDocument/2006/relationships/image" Target="/ppt/media/image9.svg" Id="R15c54f11b9ec40f6" /><Relationship Type="http://schemas.openxmlformats.org/officeDocument/2006/relationships/image" Target="/ppt/media/image16.png" Id="R63f909788c194ca1" /><Relationship Type="http://schemas.openxmlformats.org/officeDocument/2006/relationships/image" Target="/ppt/media/image10.svg" Id="R0995f3577f4644d3" /><Relationship Type="http://schemas.openxmlformats.org/officeDocument/2006/relationships/image" Target="/ppt/media/image17.png" Id="R71511ec3b9284e61" /><Relationship Type="http://schemas.openxmlformats.org/officeDocument/2006/relationships/image" Target="/ppt/media/image11.svg" Id="R208709c8a9984457" /><Relationship Type="http://schemas.openxmlformats.org/officeDocument/2006/relationships/image" Target="/ppt/media/image18.png" Id="R3b1791476ae1411e" /><Relationship Type="http://schemas.openxmlformats.org/officeDocument/2006/relationships/image" Target="/ppt/media/image12.svg" Id="R322de1ee56734fb4" /><Relationship Type="http://schemas.openxmlformats.org/officeDocument/2006/relationships/notesSlide" Target="/ppt/notesSlides/notesSlide4.xml" Id="R95b7c1fb934c496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75e4836c1734c29" /><Relationship Type="http://schemas.openxmlformats.org/officeDocument/2006/relationships/image" Target="/ppt/media/image19.png" Id="R0782cc7af8824917" /><Relationship Type="http://schemas.openxmlformats.org/officeDocument/2006/relationships/image" Target="/ppt/media/image20.png" Id="R69d887db00664e3b" /><Relationship Type="http://schemas.openxmlformats.org/officeDocument/2006/relationships/image" Target="/ppt/media/image13.svg" Id="Rabdf88386a3544a4" /><Relationship Type="http://schemas.openxmlformats.org/officeDocument/2006/relationships/image" Target="/ppt/media/image21.png" Id="Rc453f522bb8e4d3f" /><Relationship Type="http://schemas.openxmlformats.org/officeDocument/2006/relationships/image" Target="/ppt/media/image14.svg" Id="Rfb7a607202774fa6" /><Relationship Type="http://schemas.openxmlformats.org/officeDocument/2006/relationships/image" Target="/ppt/media/image22.png" Id="R0ebe7d712c604fc1" /><Relationship Type="http://schemas.openxmlformats.org/officeDocument/2006/relationships/image" Target="/ppt/media/image15.svg" Id="R16e285454d3c4779" /><Relationship Type="http://schemas.openxmlformats.org/officeDocument/2006/relationships/image" Target="/ppt/media/image23.png" Id="R9468eca838274520" /><Relationship Type="http://schemas.openxmlformats.org/officeDocument/2006/relationships/image" Target="/ppt/media/image16.svg" Id="Ra20e524584574e8b" /><Relationship Type="http://schemas.openxmlformats.org/officeDocument/2006/relationships/image" Target="/ppt/media/image24.png" Id="Re6782bb90e594584" /><Relationship Type="http://schemas.openxmlformats.org/officeDocument/2006/relationships/image" Target="/ppt/media/image17.svg" Id="Rc4081f03f502450e" /><Relationship Type="http://schemas.openxmlformats.org/officeDocument/2006/relationships/image" Target="/ppt/media/image25.png" Id="R18158f6d2bce4456" /><Relationship Type="http://schemas.openxmlformats.org/officeDocument/2006/relationships/image" Target="/ppt/media/image18.svg" Id="Rc52b215b45f743a3" /><Relationship Type="http://schemas.openxmlformats.org/officeDocument/2006/relationships/image" Target="/ppt/media/image26.png" Id="R293439ec3b2e47d6" /><Relationship Type="http://schemas.openxmlformats.org/officeDocument/2006/relationships/image" Target="/ppt/media/image19.svg" Id="Rb19192bdb03a4491" /><Relationship Type="http://schemas.openxmlformats.org/officeDocument/2006/relationships/notesSlide" Target="/ppt/notesSlides/notesSlide5.xml" Id="Rcbb1fc2cc99e483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1ed05d7561e4a5f" /><Relationship Type="http://schemas.openxmlformats.org/officeDocument/2006/relationships/image" Target="/ppt/media/image27.png" Id="R5b1f7c7c80514cf7" /><Relationship Type="http://schemas.openxmlformats.org/officeDocument/2006/relationships/image" Target="/ppt/media/image28.png" Id="R80ec0dd4bb524463" /><Relationship Type="http://schemas.openxmlformats.org/officeDocument/2006/relationships/image" Target="/ppt/media/image20.svg" Id="Rfa35d6e3e3e44ad0" /><Relationship Type="http://schemas.openxmlformats.org/officeDocument/2006/relationships/image" Target="/ppt/media/image29.png" Id="R9de51816cc634797" /><Relationship Type="http://schemas.openxmlformats.org/officeDocument/2006/relationships/image" Target="/ppt/media/image21.svg" Id="Rd5af4981c7e14cdf" /><Relationship Type="http://schemas.openxmlformats.org/officeDocument/2006/relationships/image" Target="/ppt/media/image30.png" Id="R253d364668024360" /><Relationship Type="http://schemas.openxmlformats.org/officeDocument/2006/relationships/image" Target="/ppt/media/image22.svg" Id="R5995aa22a5464db8" /><Relationship Type="http://schemas.openxmlformats.org/officeDocument/2006/relationships/image" Target="/ppt/media/image31.png" Id="Ra768df24834b405c" /><Relationship Type="http://schemas.openxmlformats.org/officeDocument/2006/relationships/image" Target="/ppt/media/image23.svg" Id="Rf343e4252324489c" /><Relationship Type="http://schemas.openxmlformats.org/officeDocument/2006/relationships/notesSlide" Target="/ppt/notesSlides/notesSlide6.xml" Id="R98af1e29fe8f491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d0d5bf1bb1a40dd" /><Relationship Type="http://schemas.openxmlformats.org/officeDocument/2006/relationships/image" Target="/ppt/media/image32.png" Id="R6cfd1e4edfdc4d83" /><Relationship Type="http://schemas.openxmlformats.org/officeDocument/2006/relationships/image" Target="/ppt/media/image33.png" Id="R45879545730d4db4" /><Relationship Type="http://schemas.openxmlformats.org/officeDocument/2006/relationships/image" Target="/ppt/media/image24.svg" Id="R14f0c78494514d3f" /><Relationship Type="http://schemas.openxmlformats.org/officeDocument/2006/relationships/image" Target="/ppt/media/image34.png" Id="R3d872b57ac8b4595" /><Relationship Type="http://schemas.openxmlformats.org/officeDocument/2006/relationships/image" Target="/ppt/media/image25.svg" Id="R7caff61b1c8646b4" /><Relationship Type="http://schemas.openxmlformats.org/officeDocument/2006/relationships/image" Target="/ppt/media/image35.png" Id="R86008132bcdd4a28" /><Relationship Type="http://schemas.openxmlformats.org/officeDocument/2006/relationships/image" Target="/ppt/media/image26.svg" Id="R92625c5b1f8e46db" /><Relationship Type="http://schemas.openxmlformats.org/officeDocument/2006/relationships/image" Target="/ppt/media/image36.png" Id="Re59906bfc56e4667" /><Relationship Type="http://schemas.openxmlformats.org/officeDocument/2006/relationships/image" Target="/ppt/media/image27.svg" Id="R84bf83eb0f6f4328" /><Relationship Type="http://schemas.openxmlformats.org/officeDocument/2006/relationships/image" Target="/ppt/media/image37.png" Id="R9127a40acc944e6f" /><Relationship Type="http://schemas.openxmlformats.org/officeDocument/2006/relationships/image" Target="/ppt/media/image28.svg" Id="R7a8b4f3d46754d03" /><Relationship Type="http://schemas.openxmlformats.org/officeDocument/2006/relationships/image" Target="/ppt/media/image38.png" Id="Rb3bf4d112f8c48a8" /><Relationship Type="http://schemas.openxmlformats.org/officeDocument/2006/relationships/image" Target="/ppt/media/image29.svg" Id="R97ab4a44a0c14ff4" /><Relationship Type="http://schemas.openxmlformats.org/officeDocument/2006/relationships/image" Target="/ppt/media/image39.png" Id="R8e9d2e54aba94ee2" /><Relationship Type="http://schemas.openxmlformats.org/officeDocument/2006/relationships/image" Target="/ppt/media/image30.svg" Id="R80ea0f0c291f4c81" /><Relationship Type="http://schemas.openxmlformats.org/officeDocument/2006/relationships/notesSlide" Target="/ppt/notesSlides/notesSlide7.xml" Id="Reebd207fee724d2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2eb8b3b9d8c4e2e" /><Relationship Type="http://schemas.openxmlformats.org/officeDocument/2006/relationships/image" Target="/ppt/media/image40.png" Id="Rbba99dc69735473e" /><Relationship Type="http://schemas.openxmlformats.org/officeDocument/2006/relationships/image" Target="/ppt/media/image41.png" Id="R8ec1c42bd1024d68" /><Relationship Type="http://schemas.openxmlformats.org/officeDocument/2006/relationships/image" Target="/ppt/media/image31.svg" Id="R031fe354ec254da8" /><Relationship Type="http://schemas.openxmlformats.org/officeDocument/2006/relationships/image" Target="/ppt/media/image42.png" Id="Rc677cac7aaf8486c" /><Relationship Type="http://schemas.openxmlformats.org/officeDocument/2006/relationships/image" Target="/ppt/media/image32.svg" Id="Rf011208fd126480c" /><Relationship Type="http://schemas.openxmlformats.org/officeDocument/2006/relationships/image" Target="/ppt/media/image43.png" Id="R36ab0d623fdb412e" /><Relationship Type="http://schemas.openxmlformats.org/officeDocument/2006/relationships/image" Target="/ppt/media/image33.svg" Id="Re636a5e706654b55" /><Relationship Type="http://schemas.openxmlformats.org/officeDocument/2006/relationships/image" Target="/ppt/media/image44.png" Id="R725b2a16ca364675" /><Relationship Type="http://schemas.openxmlformats.org/officeDocument/2006/relationships/image" Target="/ppt/media/image34.svg" Id="R2a739eefcfd74fd6" /><Relationship Type="http://schemas.openxmlformats.org/officeDocument/2006/relationships/notesSlide" Target="/ppt/notesSlides/notesSlide8.xml" Id="Rf2f52df7568f49e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b59ec1357cc45f4" /><Relationship Type="http://schemas.openxmlformats.org/officeDocument/2006/relationships/image" Target="/ppt/media/image45.png" Id="Rf766b585d79c48d0" /><Relationship Type="http://schemas.openxmlformats.org/officeDocument/2006/relationships/image" Target="/ppt/media/image46.png" Id="R3bc1660cf925431a" /><Relationship Type="http://schemas.openxmlformats.org/officeDocument/2006/relationships/image" Target="/ppt/media/image35.svg" Id="R690f883003744983" /><Relationship Type="http://schemas.openxmlformats.org/officeDocument/2006/relationships/notesSlide" Target="/ppt/notesSlides/notesSlide9.xml" Id="Rd426f5993076489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f7d590de2ff4ff6" /><Relationship Type="http://schemas.openxmlformats.org/officeDocument/2006/relationships/image" Target="/ppt/media/image47.png" Id="R67d3dabdadc94e0a" /><Relationship Type="http://schemas.openxmlformats.org/officeDocument/2006/relationships/image" Target="/ppt/media/image48.png" Id="R0ba2f34dce0342ca" /><Relationship Type="http://schemas.openxmlformats.org/officeDocument/2006/relationships/image" Target="/ppt/media/image36.svg" Id="R7f7f06ce269b4f01" /><Relationship Type="http://schemas.openxmlformats.org/officeDocument/2006/relationships/image" Target="/ppt/media/image49.png" Id="Rca442e96577643dd" /><Relationship Type="http://schemas.openxmlformats.org/officeDocument/2006/relationships/image" Target="/ppt/media/image37.svg" Id="R77676019f5804783" /><Relationship Type="http://schemas.openxmlformats.org/officeDocument/2006/relationships/image" Target="/ppt/media/image50.png" Id="Red105e132c714d94" /><Relationship Type="http://schemas.openxmlformats.org/officeDocument/2006/relationships/image" Target="/ppt/media/image38.svg" Id="R1637518314954c1f" /><Relationship Type="http://schemas.openxmlformats.org/officeDocument/2006/relationships/image" Target="/ppt/media/image51.png" Id="R4d8131effae54ffd" /><Relationship Type="http://schemas.openxmlformats.org/officeDocument/2006/relationships/image" Target="/ppt/media/image39.svg" Id="R7c959d0633e44e03" /><Relationship Type="http://schemas.openxmlformats.org/officeDocument/2006/relationships/image" Target="/ppt/media/image52.png" Id="Rfeb92cdc051b4d9a" /><Relationship Type="http://schemas.openxmlformats.org/officeDocument/2006/relationships/image" Target="/ppt/media/image40.svg" Id="R0037df57ef1d4da0" /><Relationship Type="http://schemas.openxmlformats.org/officeDocument/2006/relationships/image" Target="/ppt/media/image53.png" Id="R19c8a6026c9345e3" /><Relationship Type="http://schemas.openxmlformats.org/officeDocument/2006/relationships/image" Target="/ppt/media/image41.svg" Id="R4c4339eea0e84f7d" /><Relationship Type="http://schemas.openxmlformats.org/officeDocument/2006/relationships/image" Target="/ppt/media/image54.png" Id="R153dd10f6acc46e6" /><Relationship Type="http://schemas.openxmlformats.org/officeDocument/2006/relationships/image" Target="/ppt/media/image42.svg" Id="R484cc71bcbae4eda" /><Relationship Type="http://schemas.openxmlformats.org/officeDocument/2006/relationships/notesSlide" Target="/ppt/notesSlides/notesSlide10.xml" Id="R01a729b3f2444143" /></Relationships>
</file>

<file path=ppt/slides/slide1.xml><?xml version="1.0" encoding="utf-8"?>
<p:sld xmlns:p="http://schemas.openxmlformats.org/presentationml/2006/main">
  <p:cSld>
    <p:bg>
      <p:bgPr>
        <a:solidFill xmlns:a="http://schemas.openxmlformats.org/drawingml/2006/main">
          <a:srgbClr val="14253D"/>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8C7B4140-7D34-442C-B6D3-7DB27EB896D2}"/>
              </a:ext>
            </a:extLst>
          </p:cNvPr>
          <p:cNvPicPr>
            <a:picLocks xmlns:a="http://schemas.openxmlformats.org/drawingml/2006/main" noChangeAspect="1"/>
          </p:cNvPicPr>
          <p:nvPr/>
        </p:nvPicPr>
        <p:blipFill>
          <a:blip xmlns:r="http://schemas.openxmlformats.org/officeDocument/2006/relationships" xmlns:a="http://schemas.openxmlformats.org/drawingml/2006/main" r:embed="R9c730cf219824d68"/>
          <a:stretch xmlns:a="http://schemas.openxmlformats.org/drawingml/2006/main"/>
        </p:blipFill>
        <p:spPr>
          <a:xfrm xmlns:a="http://schemas.openxmlformats.org/drawingml/2006/main">
            <a:off x="609600" y="407732"/>
            <a:ext cx="1733550" cy="413261"/>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AB28AE9A-F193-48E3-A99E-BEBFD983F54E}"/>
              </a:ext>
            </a:extLst>
          </p:cNvPr>
          <p:cNvPicPr>
            <a:picLocks xmlns:a="http://schemas.openxmlformats.org/drawingml/2006/main" noChangeAspect="1"/>
          </p:cNvPicPr>
          <p:nvPr/>
        </p:nvPicPr>
        <p:blipFill>
          <a:blip xmlns:r="http://schemas.openxmlformats.org/officeDocument/2006/relationships" xmlns:a="http://schemas.openxmlformats.org/drawingml/2006/main" r:embed="R407c1b01f7dc4ad8">
            <a:extLst>
              <a:ext uri="{96DAC541-7B7A-43D3-8B79-37D633B846F1}">
                <asvg:svgBlip xmlns:asvg="http://schemas.microsoft.com/office/drawing/2016/SVG/main" r:embed="Re208cbc0d1dc4d8c"/>
              </a:ext>
            </a:extLst>
          </a:blip>
          <a:stretch xmlns:a="http://schemas.openxmlformats.org/drawingml/2006/main"/>
        </p:blipFill>
        <p:spPr>
          <a:xfrm xmlns:a="http://schemas.openxmlformats.org/drawingml/2006/main">
            <a:off x="10934700" y="333375"/>
            <a:ext cx="609600" cy="619125"/>
          </a:xfrm>
          <a:prstGeom xmlns:a="http://schemas.openxmlformats.org/drawingml/2006/main" prst="rect">
            <a:avLst/>
          </a:prstGeom>
        </p:spPr>
      </p:pic>
      <p:sp>
        <p:nvSpPr>
          <p:cNvPr id="3" name="text-3">
            <a:extLst xmlns:a="http://schemas.openxmlformats.org/drawingml/2006/main">
              <a:ext uri="{FF2B5EF4-FFF2-40B4-BE49-F238E27FC236}">
                <a16:creationId xmlns:a16="http://schemas.microsoft.com/office/drawing/2014/main" id="{B36B9F55-5C35-4290-8A81-8613992F50C4}"/>
              </a:ext>
            </a:extLst>
          </p:cNvPr>
          <p:cNvSpPr>
            <a:spLocks xmlns:a="http://schemas.openxmlformats.org/drawingml/2006/main" noGrp="1"/>
          </p:cNvSpPr>
          <p:nvPr/>
        </p:nvSpPr>
        <p:spPr>
          <a:xfrm xmlns:a="http://schemas.openxmlformats.org/drawingml/2006/main">
            <a:off x="609600" y="1695450"/>
            <a:ext cx="5381625" cy="2019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825" b="1">
                <a:solidFill>
                  <a:srgbClr val="FFFFFF"/>
                </a:solidFill>
                <a:latin typeface="DejaVu Serif"/>
                <a:ea typeface="DejaVu Serif"/>
                <a:cs typeface="DejaVu Serif"/>
              </a:defRPr>
            </a:defPPr>
            <a:lvl1pPr algn="l">
              <a:defRPr sz="3825" b="1">
                <a:solidFill>
                  <a:srgbClr val="FFFFFF"/>
                </a:solidFill>
                <a:latin typeface="DejaVu Serif"/>
                <a:ea typeface="DejaVu Serif"/>
                <a:cs typeface="DejaVu Serif"/>
              </a:defRPr>
            </a:lvl1pPr>
            <a:lvl2pPr algn="l">
              <a:defRPr sz="3825" b="1">
                <a:solidFill>
                  <a:srgbClr val="FFFFFF"/>
                </a:solidFill>
                <a:latin typeface="DejaVu Serif"/>
                <a:ea typeface="DejaVu Serif"/>
                <a:cs typeface="DejaVu Serif"/>
              </a:defRPr>
            </a:lvl2pPr>
            <a:lvl3pPr algn="l">
              <a:defRPr sz="3825" b="1">
                <a:solidFill>
                  <a:srgbClr val="FFFFFF"/>
                </a:solidFill>
                <a:latin typeface="DejaVu Serif"/>
                <a:ea typeface="DejaVu Serif"/>
                <a:cs typeface="DejaVu Serif"/>
              </a:defRPr>
            </a:lvl3pPr>
            <a:lvl4pPr algn="l">
              <a:defRPr sz="3825" b="1">
                <a:solidFill>
                  <a:srgbClr val="FFFFFF"/>
                </a:solidFill>
                <a:latin typeface="DejaVu Serif"/>
                <a:ea typeface="DejaVu Serif"/>
                <a:cs typeface="DejaVu Serif"/>
              </a:defRPr>
            </a:lvl4pPr>
            <a:lvl5pPr algn="l">
              <a:defRPr sz="3825" b="1">
                <a:solidFill>
                  <a:srgbClr val="FFFFFF"/>
                </a:solidFill>
                <a:latin typeface="DejaVu Serif"/>
                <a:ea typeface="DejaVu Serif"/>
                <a:cs typeface="DejaVu Serif"/>
              </a:defRPr>
            </a:lvl5pPr>
            <a:lvl6pPr algn="l">
              <a:defRPr sz="3825" b="1">
                <a:solidFill>
                  <a:srgbClr val="FFFFFF"/>
                </a:solidFill>
                <a:latin typeface="DejaVu Serif"/>
                <a:ea typeface="DejaVu Serif"/>
                <a:cs typeface="DejaVu Serif"/>
              </a:defRPr>
            </a:lvl6pPr>
            <a:lvl7pPr algn="l">
              <a:defRPr sz="3825" b="1">
                <a:solidFill>
                  <a:srgbClr val="FFFFFF"/>
                </a:solidFill>
                <a:latin typeface="DejaVu Serif"/>
                <a:ea typeface="DejaVu Serif"/>
                <a:cs typeface="DejaVu Serif"/>
              </a:defRPr>
            </a:lvl7pPr>
            <a:lvl8pPr algn="l">
              <a:defRPr sz="3825" b="1">
                <a:solidFill>
                  <a:srgbClr val="FFFFFF"/>
                </a:solidFill>
                <a:latin typeface="DejaVu Serif"/>
                <a:ea typeface="DejaVu Serif"/>
                <a:cs typeface="DejaVu Serif"/>
              </a:defRPr>
            </a:lvl8pPr>
            <a:lvl9pPr algn="l">
              <a:defRPr sz="3825" b="1">
                <a:solidFill>
                  <a:srgbClr val="FFFFFF"/>
                </a:solidFill>
                <a:latin typeface="DejaVu Serif"/>
                <a:ea typeface="DejaVu Serif"/>
                <a:cs typeface="DejaVu Serif"/>
              </a:defRPr>
            </a:lvl9pPr>
          </a:lstStyle>
          <a:p xmlns:a="http://schemas.openxmlformats.org/drawingml/2006/main">
            <a:pPr algn="l">
              <a:defRPr sz="3825" b="1">
                <a:solidFill>
                  <a:srgbClr val="FFFFFF"/>
                </a:solidFill>
                <a:latin typeface="DejaVu Serif"/>
                <a:ea typeface="DejaVu Serif"/>
                <a:cs typeface="DejaVu Serif"/>
              </a:defRPr>
            </a:pPr>
            <a:r>
              <a:rPr sz="3825" b="1">
                <a:solidFill>
                  <a:srgbClr val="FFFFFF"/>
                </a:solidFill>
                <a:latin typeface="DejaVu Serif"/>
                <a:ea typeface="DejaVu Serif"/>
                <a:cs typeface="DejaVu Serif"/>
              </a:rPr>
              <a:t>Automated</a:t>
            </a:r>
          </a:p>
          <a:p xmlns:a="http://schemas.openxmlformats.org/drawingml/2006/main">
            <a:pPr algn="l">
              <a:defRPr sz="3825" b="1">
                <a:solidFill>
                  <a:srgbClr val="FFFFFF"/>
                </a:solidFill>
                <a:latin typeface="DejaVu Serif"/>
                <a:ea typeface="DejaVu Serif"/>
                <a:cs typeface="DejaVu Serif"/>
              </a:defRPr>
            </a:pPr>
            <a:r>
              <a:rPr sz="3825" b="1">
                <a:solidFill>
                  <a:srgbClr val="FFFFFF"/>
                </a:solidFill>
                <a:latin typeface="DejaVu Serif"/>
                <a:ea typeface="DejaVu Serif"/>
                <a:cs typeface="DejaVu Serif"/>
              </a:rPr>
              <a:t>Data Quality</a:t>
            </a:r>
          </a:p>
          <a:p xmlns:a="http://schemas.openxmlformats.org/drawingml/2006/main">
            <a:pPr algn="l">
              <a:defRPr sz="3825" b="1">
                <a:solidFill>
                  <a:srgbClr val="FFFFFF"/>
                </a:solidFill>
                <a:latin typeface="DejaVu Serif"/>
                <a:ea typeface="DejaVu Serif"/>
                <a:cs typeface="DejaVu Serif"/>
              </a:defRPr>
            </a:pPr>
            <a:r>
              <a:rPr sz="3825" b="1">
                <a:solidFill>
                  <a:srgbClr val="FFFFFF"/>
                </a:solidFill>
                <a:latin typeface="DejaVu Serif"/>
                <a:ea typeface="DejaVu Serif"/>
                <a:cs typeface="DejaVu Serif"/>
              </a:rPr>
              <a:t>Checks</a:t>
            </a:r>
          </a:p>
        </p:txBody>
      </p:sp>
      <p:sp>
        <p:nvSpPr>
          <p:cNvPr id="4" name="text-4">
            <a:extLst xmlns:a="http://schemas.openxmlformats.org/drawingml/2006/main">
              <a:ext uri="{FF2B5EF4-FFF2-40B4-BE49-F238E27FC236}">
                <a16:creationId xmlns:a16="http://schemas.microsoft.com/office/drawing/2014/main" id="{6664D762-76BA-467D-9471-5912C318EBD5}"/>
              </a:ext>
            </a:extLst>
          </p:cNvPr>
          <p:cNvSpPr>
            <a:spLocks xmlns:a="http://schemas.openxmlformats.org/drawingml/2006/main" noGrp="1"/>
          </p:cNvSpPr>
          <p:nvPr/>
        </p:nvSpPr>
        <p:spPr>
          <a:xfrm xmlns:a="http://schemas.openxmlformats.org/drawingml/2006/main">
            <a:off x="628650" y="3829050"/>
            <a:ext cx="523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A8D7E5"/>
                </a:solidFill>
                <a:latin typeface="DejaVu Sans"/>
                <a:ea typeface="DejaVu Sans"/>
                <a:cs typeface="DejaVu Sans"/>
              </a:defRPr>
            </a:defPPr>
            <a:lvl1pPr algn="l">
              <a:defRPr sz="1725" b="0">
                <a:solidFill>
                  <a:srgbClr val="A8D7E5"/>
                </a:solidFill>
                <a:latin typeface="DejaVu Sans"/>
                <a:ea typeface="DejaVu Sans"/>
                <a:cs typeface="DejaVu Sans"/>
              </a:defRPr>
            </a:lvl1pPr>
            <a:lvl2pPr algn="l">
              <a:defRPr sz="1725" b="0">
                <a:solidFill>
                  <a:srgbClr val="A8D7E5"/>
                </a:solidFill>
                <a:latin typeface="DejaVu Sans"/>
                <a:ea typeface="DejaVu Sans"/>
                <a:cs typeface="DejaVu Sans"/>
              </a:defRPr>
            </a:lvl2pPr>
            <a:lvl3pPr algn="l">
              <a:defRPr sz="1725" b="0">
                <a:solidFill>
                  <a:srgbClr val="A8D7E5"/>
                </a:solidFill>
                <a:latin typeface="DejaVu Sans"/>
                <a:ea typeface="DejaVu Sans"/>
                <a:cs typeface="DejaVu Sans"/>
              </a:defRPr>
            </a:lvl3pPr>
            <a:lvl4pPr algn="l">
              <a:defRPr sz="1725" b="0">
                <a:solidFill>
                  <a:srgbClr val="A8D7E5"/>
                </a:solidFill>
                <a:latin typeface="DejaVu Sans"/>
                <a:ea typeface="DejaVu Sans"/>
                <a:cs typeface="DejaVu Sans"/>
              </a:defRPr>
            </a:lvl4pPr>
            <a:lvl5pPr algn="l">
              <a:defRPr sz="1725" b="0">
                <a:solidFill>
                  <a:srgbClr val="A8D7E5"/>
                </a:solidFill>
                <a:latin typeface="DejaVu Sans"/>
                <a:ea typeface="DejaVu Sans"/>
                <a:cs typeface="DejaVu Sans"/>
              </a:defRPr>
            </a:lvl5pPr>
            <a:lvl6pPr algn="l">
              <a:defRPr sz="1725" b="0">
                <a:solidFill>
                  <a:srgbClr val="A8D7E5"/>
                </a:solidFill>
                <a:latin typeface="DejaVu Sans"/>
                <a:ea typeface="DejaVu Sans"/>
                <a:cs typeface="DejaVu Sans"/>
              </a:defRPr>
            </a:lvl6pPr>
            <a:lvl7pPr algn="l">
              <a:defRPr sz="1725" b="0">
                <a:solidFill>
                  <a:srgbClr val="A8D7E5"/>
                </a:solidFill>
                <a:latin typeface="DejaVu Sans"/>
                <a:ea typeface="DejaVu Sans"/>
                <a:cs typeface="DejaVu Sans"/>
              </a:defRPr>
            </a:lvl7pPr>
            <a:lvl8pPr algn="l">
              <a:defRPr sz="1725" b="0">
                <a:solidFill>
                  <a:srgbClr val="A8D7E5"/>
                </a:solidFill>
                <a:latin typeface="DejaVu Sans"/>
                <a:ea typeface="DejaVu Sans"/>
                <a:cs typeface="DejaVu Sans"/>
              </a:defRPr>
            </a:lvl8pPr>
            <a:lvl9pPr algn="l">
              <a:defRPr sz="1725" b="0">
                <a:solidFill>
                  <a:srgbClr val="A8D7E5"/>
                </a:solidFill>
                <a:latin typeface="DejaVu Sans"/>
                <a:ea typeface="DejaVu Sans"/>
                <a:cs typeface="DejaVu Sans"/>
              </a:defRPr>
            </a:lvl9pPr>
          </a:lstStyle>
          <a:p xmlns:a="http://schemas.openxmlformats.org/drawingml/2006/main">
            <a:pPr algn="l">
              <a:defRPr sz="1725" b="0">
                <a:solidFill>
                  <a:srgbClr val="A8D7E5"/>
                </a:solidFill>
                <a:latin typeface="DejaVu Sans"/>
                <a:ea typeface="DejaVu Sans"/>
                <a:cs typeface="DejaVu Sans"/>
              </a:defRPr>
            </a:pPr>
            <a:r>
              <a:rPr sz="1725" b="0">
                <a:solidFill>
                  <a:srgbClr val="A8D7E5"/>
                </a:solidFill>
                <a:latin typeface="DejaVu Sans"/>
                <a:ea typeface="DejaVu Sans"/>
                <a:cs typeface="DejaVu Sans"/>
              </a:rPr>
              <a:t>AI-assisted rule recommendation</a:t>
            </a:r>
          </a:p>
        </p:txBody>
      </p:sp>
      <p:sp>
        <p:nvSpPr>
          <p:cNvPr id="5" name="text-5">
            <a:extLst xmlns:a="http://schemas.openxmlformats.org/drawingml/2006/main">
              <a:ext uri="{FF2B5EF4-FFF2-40B4-BE49-F238E27FC236}">
                <a16:creationId xmlns:a16="http://schemas.microsoft.com/office/drawing/2014/main" id="{E648A1C4-C281-4F7F-A5A7-F3668E356DCA}"/>
              </a:ext>
            </a:extLst>
          </p:cNvPr>
          <p:cNvSpPr>
            <a:spLocks xmlns:a="http://schemas.openxmlformats.org/drawingml/2006/main" noGrp="1"/>
          </p:cNvSpPr>
          <p:nvPr/>
        </p:nvSpPr>
        <p:spPr>
          <a:xfrm xmlns:a="http://schemas.openxmlformats.org/drawingml/2006/main">
            <a:off x="628650" y="461962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A8D7E5"/>
                </a:solidFill>
                <a:latin typeface="DejaVu Sans"/>
                <a:ea typeface="DejaVu Sans"/>
                <a:cs typeface="DejaVu Sans"/>
              </a:defRPr>
            </a:defPPr>
            <a:lvl1pPr algn="l">
              <a:defRPr sz="1350" b="1">
                <a:solidFill>
                  <a:srgbClr val="A8D7E5"/>
                </a:solidFill>
                <a:latin typeface="DejaVu Sans"/>
                <a:ea typeface="DejaVu Sans"/>
                <a:cs typeface="DejaVu Sans"/>
              </a:defRPr>
            </a:lvl1pPr>
            <a:lvl2pPr algn="l">
              <a:defRPr sz="1350" b="1">
                <a:solidFill>
                  <a:srgbClr val="A8D7E5"/>
                </a:solidFill>
                <a:latin typeface="DejaVu Sans"/>
                <a:ea typeface="DejaVu Sans"/>
                <a:cs typeface="DejaVu Sans"/>
              </a:defRPr>
            </a:lvl2pPr>
            <a:lvl3pPr algn="l">
              <a:defRPr sz="1350" b="1">
                <a:solidFill>
                  <a:srgbClr val="A8D7E5"/>
                </a:solidFill>
                <a:latin typeface="DejaVu Sans"/>
                <a:ea typeface="DejaVu Sans"/>
                <a:cs typeface="DejaVu Sans"/>
              </a:defRPr>
            </a:lvl3pPr>
            <a:lvl4pPr algn="l">
              <a:defRPr sz="1350" b="1">
                <a:solidFill>
                  <a:srgbClr val="A8D7E5"/>
                </a:solidFill>
                <a:latin typeface="DejaVu Sans"/>
                <a:ea typeface="DejaVu Sans"/>
                <a:cs typeface="DejaVu Sans"/>
              </a:defRPr>
            </a:lvl4pPr>
            <a:lvl5pPr algn="l">
              <a:defRPr sz="1350" b="1">
                <a:solidFill>
                  <a:srgbClr val="A8D7E5"/>
                </a:solidFill>
                <a:latin typeface="DejaVu Sans"/>
                <a:ea typeface="DejaVu Sans"/>
                <a:cs typeface="DejaVu Sans"/>
              </a:defRPr>
            </a:lvl5pPr>
            <a:lvl6pPr algn="l">
              <a:defRPr sz="1350" b="1">
                <a:solidFill>
                  <a:srgbClr val="A8D7E5"/>
                </a:solidFill>
                <a:latin typeface="DejaVu Sans"/>
                <a:ea typeface="DejaVu Sans"/>
                <a:cs typeface="DejaVu Sans"/>
              </a:defRPr>
            </a:lvl6pPr>
            <a:lvl7pPr algn="l">
              <a:defRPr sz="1350" b="1">
                <a:solidFill>
                  <a:srgbClr val="A8D7E5"/>
                </a:solidFill>
                <a:latin typeface="DejaVu Sans"/>
                <a:ea typeface="DejaVu Sans"/>
                <a:cs typeface="DejaVu Sans"/>
              </a:defRPr>
            </a:lvl7pPr>
            <a:lvl8pPr algn="l">
              <a:defRPr sz="1350" b="1">
                <a:solidFill>
                  <a:srgbClr val="A8D7E5"/>
                </a:solidFill>
                <a:latin typeface="DejaVu Sans"/>
                <a:ea typeface="DejaVu Sans"/>
                <a:cs typeface="DejaVu Sans"/>
              </a:defRPr>
            </a:lvl8pPr>
            <a:lvl9pPr algn="l">
              <a:defRPr sz="1350" b="1">
                <a:solidFill>
                  <a:srgbClr val="A8D7E5"/>
                </a:solidFill>
                <a:latin typeface="DejaVu Sans"/>
                <a:ea typeface="DejaVu Sans"/>
                <a:cs typeface="DejaVu Sans"/>
              </a:defRPr>
            </a:lvl9pPr>
          </a:lstStyle>
          <a:p xmlns:a="http://schemas.openxmlformats.org/drawingml/2006/main">
            <a:pPr algn="l">
              <a:defRPr sz="1350" b="1">
                <a:solidFill>
                  <a:srgbClr val="A8D7E5"/>
                </a:solidFill>
                <a:latin typeface="DejaVu Sans"/>
                <a:ea typeface="DejaVu Sans"/>
                <a:cs typeface="DejaVu Sans"/>
              </a:defRPr>
            </a:pPr>
            <a:r>
              <a:rPr sz="1350" b="1">
                <a:solidFill>
                  <a:srgbClr val="A8D7E5"/>
                </a:solidFill>
                <a:latin typeface="DejaVu Sans"/>
                <a:ea typeface="DejaVu Sans"/>
                <a:cs typeface="DejaVu Sans"/>
              </a:rPr>
              <a:t>Presented by</a:t>
            </a:r>
          </a:p>
        </p:txBody>
      </p:sp>
      <p:sp>
        <p:nvSpPr>
          <p:cNvPr id="6" name="text-6">
            <a:extLst xmlns:a="http://schemas.openxmlformats.org/drawingml/2006/main">
              <a:ext uri="{FF2B5EF4-FFF2-40B4-BE49-F238E27FC236}">
                <a16:creationId xmlns:a16="http://schemas.microsoft.com/office/drawing/2014/main" id="{4BD8D218-37AD-4064-A955-220B651003AD}"/>
              </a:ext>
            </a:extLst>
          </p:cNvPr>
          <p:cNvSpPr>
            <a:spLocks xmlns:a="http://schemas.openxmlformats.org/drawingml/2006/main" noGrp="1"/>
          </p:cNvSpPr>
          <p:nvPr/>
        </p:nvSpPr>
        <p:spPr>
          <a:xfrm xmlns:a="http://schemas.openxmlformats.org/drawingml/2006/main">
            <a:off x="628650" y="5048250"/>
            <a:ext cx="25241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FFFF"/>
                </a:solidFill>
                <a:latin typeface="DejaVu Sans"/>
                <a:ea typeface="DejaVu Sans"/>
                <a:cs typeface="DejaVu Sans"/>
              </a:defRPr>
            </a:defPPr>
            <a:lvl1pPr algn="l">
              <a:defRPr sz="1725" b="1">
                <a:solidFill>
                  <a:srgbClr val="FFFFFF"/>
                </a:solidFill>
                <a:latin typeface="DejaVu Sans"/>
                <a:ea typeface="DejaVu Sans"/>
                <a:cs typeface="DejaVu Sans"/>
              </a:defRPr>
            </a:lvl1pPr>
            <a:lvl2pPr algn="l">
              <a:defRPr sz="1725" b="1">
                <a:solidFill>
                  <a:srgbClr val="FFFFFF"/>
                </a:solidFill>
                <a:latin typeface="DejaVu Sans"/>
                <a:ea typeface="DejaVu Sans"/>
                <a:cs typeface="DejaVu Sans"/>
              </a:defRPr>
            </a:lvl2pPr>
            <a:lvl3pPr algn="l">
              <a:defRPr sz="1725" b="1">
                <a:solidFill>
                  <a:srgbClr val="FFFFFF"/>
                </a:solidFill>
                <a:latin typeface="DejaVu Sans"/>
                <a:ea typeface="DejaVu Sans"/>
                <a:cs typeface="DejaVu Sans"/>
              </a:defRPr>
            </a:lvl3pPr>
            <a:lvl4pPr algn="l">
              <a:defRPr sz="1725" b="1">
                <a:solidFill>
                  <a:srgbClr val="FFFFFF"/>
                </a:solidFill>
                <a:latin typeface="DejaVu Sans"/>
                <a:ea typeface="DejaVu Sans"/>
                <a:cs typeface="DejaVu Sans"/>
              </a:defRPr>
            </a:lvl4pPr>
            <a:lvl5pPr algn="l">
              <a:defRPr sz="1725" b="1">
                <a:solidFill>
                  <a:srgbClr val="FFFFFF"/>
                </a:solidFill>
                <a:latin typeface="DejaVu Sans"/>
                <a:ea typeface="DejaVu Sans"/>
                <a:cs typeface="DejaVu Sans"/>
              </a:defRPr>
            </a:lvl5pPr>
            <a:lvl6pPr algn="l">
              <a:defRPr sz="1725" b="1">
                <a:solidFill>
                  <a:srgbClr val="FFFFFF"/>
                </a:solidFill>
                <a:latin typeface="DejaVu Sans"/>
                <a:ea typeface="DejaVu Sans"/>
                <a:cs typeface="DejaVu Sans"/>
              </a:defRPr>
            </a:lvl6pPr>
            <a:lvl7pPr algn="l">
              <a:defRPr sz="1725" b="1">
                <a:solidFill>
                  <a:srgbClr val="FFFFFF"/>
                </a:solidFill>
                <a:latin typeface="DejaVu Sans"/>
                <a:ea typeface="DejaVu Sans"/>
                <a:cs typeface="DejaVu Sans"/>
              </a:defRPr>
            </a:lvl7pPr>
            <a:lvl8pPr algn="l">
              <a:defRPr sz="1725" b="1">
                <a:solidFill>
                  <a:srgbClr val="FFFFFF"/>
                </a:solidFill>
                <a:latin typeface="DejaVu Sans"/>
                <a:ea typeface="DejaVu Sans"/>
                <a:cs typeface="DejaVu Sans"/>
              </a:defRPr>
            </a:lvl8pPr>
            <a:lvl9pPr algn="l">
              <a:defRPr sz="1725" b="1">
                <a:solidFill>
                  <a:srgbClr val="FFFFFF"/>
                </a:solidFill>
                <a:latin typeface="DejaVu Sans"/>
                <a:ea typeface="DejaVu Sans"/>
                <a:cs typeface="DejaVu Sans"/>
              </a:defRPr>
            </a:lvl9pPr>
          </a:lstStyle>
          <a:p xmlns:a="http://schemas.openxmlformats.org/drawingml/2006/main">
            <a:pPr algn="l">
              <a:defRPr sz="1725" b="1">
                <a:solidFill>
                  <a:srgbClr val="FFFFFF"/>
                </a:solidFill>
                <a:latin typeface="DejaVu Sans"/>
                <a:ea typeface="DejaVu Sans"/>
                <a:cs typeface="DejaVu Sans"/>
              </a:defRPr>
            </a:pPr>
            <a:r>
              <a:rPr sz="1725" b="1">
                <a:solidFill>
                  <a:srgbClr val="FFFFFF"/>
                </a:solidFill>
                <a:latin typeface="DejaVu Sans"/>
                <a:ea typeface="DejaVu Sans"/>
                <a:cs typeface="DejaVu Sans"/>
              </a:rPr>
              <a:t>Aakash PS</a:t>
            </a:r>
          </a:p>
          <a:p xmlns:a="http://schemas.openxmlformats.org/drawingml/2006/main">
            <a:pPr algn="l">
              <a:defRPr sz="1725" b="1">
                <a:solidFill>
                  <a:srgbClr val="FFFFFF"/>
                </a:solidFill>
                <a:latin typeface="DejaVu Sans"/>
                <a:ea typeface="DejaVu Sans"/>
                <a:cs typeface="DejaVu Sans"/>
              </a:defRPr>
            </a:pPr>
            <a:r>
              <a:rPr sz="1725" b="1">
                <a:solidFill>
                  <a:srgbClr val="FFFFFF"/>
                </a:solidFill>
                <a:latin typeface="DejaVu Sans"/>
                <a:ea typeface="DejaVu Sans"/>
                <a:cs typeface="DejaVu Sans"/>
              </a:rPr>
              <a:t>Sumer Dev Singh</a:t>
            </a:r>
          </a:p>
        </p:txBody>
      </p:sp>
      <p:sp>
        <p:nvSpPr>
          <p:cNvPr id="7" name="text-7">
            <a:extLst xmlns:a="http://schemas.openxmlformats.org/drawingml/2006/main">
              <a:ext uri="{FF2B5EF4-FFF2-40B4-BE49-F238E27FC236}">
                <a16:creationId xmlns:a16="http://schemas.microsoft.com/office/drawing/2014/main" id="{FB7EE56F-B3E1-4D18-9750-1E40EE096FA6}"/>
              </a:ext>
            </a:extLst>
          </p:cNvPr>
          <p:cNvSpPr>
            <a:spLocks xmlns:a="http://schemas.openxmlformats.org/drawingml/2006/main" noGrp="1"/>
          </p:cNvSpPr>
          <p:nvPr/>
        </p:nvSpPr>
        <p:spPr>
          <a:xfrm xmlns:a="http://schemas.openxmlformats.org/drawingml/2006/main">
            <a:off x="3486150" y="4619625"/>
            <a:ext cx="2305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A8D7E5"/>
                </a:solidFill>
                <a:latin typeface="DejaVu Sans"/>
                <a:ea typeface="DejaVu Sans"/>
                <a:cs typeface="DejaVu Sans"/>
              </a:defRPr>
            </a:defPPr>
            <a:lvl1pPr algn="l">
              <a:defRPr sz="1350" b="1">
                <a:solidFill>
                  <a:srgbClr val="A8D7E5"/>
                </a:solidFill>
                <a:latin typeface="DejaVu Sans"/>
                <a:ea typeface="DejaVu Sans"/>
                <a:cs typeface="DejaVu Sans"/>
              </a:defRPr>
            </a:lvl1pPr>
            <a:lvl2pPr algn="l">
              <a:defRPr sz="1350" b="1">
                <a:solidFill>
                  <a:srgbClr val="A8D7E5"/>
                </a:solidFill>
                <a:latin typeface="DejaVu Sans"/>
                <a:ea typeface="DejaVu Sans"/>
                <a:cs typeface="DejaVu Sans"/>
              </a:defRPr>
            </a:lvl2pPr>
            <a:lvl3pPr algn="l">
              <a:defRPr sz="1350" b="1">
                <a:solidFill>
                  <a:srgbClr val="A8D7E5"/>
                </a:solidFill>
                <a:latin typeface="DejaVu Sans"/>
                <a:ea typeface="DejaVu Sans"/>
                <a:cs typeface="DejaVu Sans"/>
              </a:defRPr>
            </a:lvl3pPr>
            <a:lvl4pPr algn="l">
              <a:defRPr sz="1350" b="1">
                <a:solidFill>
                  <a:srgbClr val="A8D7E5"/>
                </a:solidFill>
                <a:latin typeface="DejaVu Sans"/>
                <a:ea typeface="DejaVu Sans"/>
                <a:cs typeface="DejaVu Sans"/>
              </a:defRPr>
            </a:lvl4pPr>
            <a:lvl5pPr algn="l">
              <a:defRPr sz="1350" b="1">
                <a:solidFill>
                  <a:srgbClr val="A8D7E5"/>
                </a:solidFill>
                <a:latin typeface="DejaVu Sans"/>
                <a:ea typeface="DejaVu Sans"/>
                <a:cs typeface="DejaVu Sans"/>
              </a:defRPr>
            </a:lvl5pPr>
            <a:lvl6pPr algn="l">
              <a:defRPr sz="1350" b="1">
                <a:solidFill>
                  <a:srgbClr val="A8D7E5"/>
                </a:solidFill>
                <a:latin typeface="DejaVu Sans"/>
                <a:ea typeface="DejaVu Sans"/>
                <a:cs typeface="DejaVu Sans"/>
              </a:defRPr>
            </a:lvl6pPr>
            <a:lvl7pPr algn="l">
              <a:defRPr sz="1350" b="1">
                <a:solidFill>
                  <a:srgbClr val="A8D7E5"/>
                </a:solidFill>
                <a:latin typeface="DejaVu Sans"/>
                <a:ea typeface="DejaVu Sans"/>
                <a:cs typeface="DejaVu Sans"/>
              </a:defRPr>
            </a:lvl7pPr>
            <a:lvl8pPr algn="l">
              <a:defRPr sz="1350" b="1">
                <a:solidFill>
                  <a:srgbClr val="A8D7E5"/>
                </a:solidFill>
                <a:latin typeface="DejaVu Sans"/>
                <a:ea typeface="DejaVu Sans"/>
                <a:cs typeface="DejaVu Sans"/>
              </a:defRPr>
            </a:lvl8pPr>
            <a:lvl9pPr algn="l">
              <a:defRPr sz="1350" b="1">
                <a:solidFill>
                  <a:srgbClr val="A8D7E5"/>
                </a:solidFill>
                <a:latin typeface="DejaVu Sans"/>
                <a:ea typeface="DejaVu Sans"/>
                <a:cs typeface="DejaVu Sans"/>
              </a:defRPr>
            </a:lvl9pPr>
          </a:lstStyle>
          <a:p xmlns:a="http://schemas.openxmlformats.org/drawingml/2006/main">
            <a:pPr algn="l">
              <a:defRPr sz="1350" b="1">
                <a:solidFill>
                  <a:srgbClr val="A8D7E5"/>
                </a:solidFill>
                <a:latin typeface="DejaVu Sans"/>
                <a:ea typeface="DejaVu Sans"/>
                <a:cs typeface="DejaVu Sans"/>
              </a:defRPr>
            </a:pPr>
            <a:r>
              <a:rPr sz="1350" b="1">
                <a:solidFill>
                  <a:srgbClr val="A8D7E5"/>
                </a:solidFill>
                <a:latin typeface="DejaVu Sans"/>
                <a:ea typeface="DejaVu Sans"/>
                <a:cs typeface="DejaVu Sans"/>
              </a:rPr>
              <a:t>Reviewed by</a:t>
            </a:r>
          </a:p>
        </p:txBody>
      </p:sp>
      <p:sp>
        <p:nvSpPr>
          <p:cNvPr id="8" name="text-8">
            <a:extLst xmlns:a="http://schemas.openxmlformats.org/drawingml/2006/main">
              <a:ext uri="{FF2B5EF4-FFF2-40B4-BE49-F238E27FC236}">
                <a16:creationId xmlns:a16="http://schemas.microsoft.com/office/drawing/2014/main" id="{52F0F209-E05C-454D-A771-FB5BA3F47DB7}"/>
              </a:ext>
            </a:extLst>
          </p:cNvPr>
          <p:cNvSpPr>
            <a:spLocks xmlns:a="http://schemas.openxmlformats.org/drawingml/2006/main" noGrp="1"/>
          </p:cNvSpPr>
          <p:nvPr/>
        </p:nvSpPr>
        <p:spPr>
          <a:xfrm xmlns:a="http://schemas.openxmlformats.org/drawingml/2006/main">
            <a:off x="3486150" y="5048250"/>
            <a:ext cx="238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FFFF"/>
                </a:solidFill>
                <a:latin typeface="DejaVu Sans"/>
                <a:ea typeface="DejaVu Sans"/>
                <a:cs typeface="DejaVu Sans"/>
              </a:defRPr>
            </a:defPPr>
            <a:lvl1pPr algn="l">
              <a:defRPr sz="1725" b="1">
                <a:solidFill>
                  <a:srgbClr val="FFFFFF"/>
                </a:solidFill>
                <a:latin typeface="DejaVu Sans"/>
                <a:ea typeface="DejaVu Sans"/>
                <a:cs typeface="DejaVu Sans"/>
              </a:defRPr>
            </a:lvl1pPr>
            <a:lvl2pPr algn="l">
              <a:defRPr sz="1725" b="1">
                <a:solidFill>
                  <a:srgbClr val="FFFFFF"/>
                </a:solidFill>
                <a:latin typeface="DejaVu Sans"/>
                <a:ea typeface="DejaVu Sans"/>
                <a:cs typeface="DejaVu Sans"/>
              </a:defRPr>
            </a:lvl2pPr>
            <a:lvl3pPr algn="l">
              <a:defRPr sz="1725" b="1">
                <a:solidFill>
                  <a:srgbClr val="FFFFFF"/>
                </a:solidFill>
                <a:latin typeface="DejaVu Sans"/>
                <a:ea typeface="DejaVu Sans"/>
                <a:cs typeface="DejaVu Sans"/>
              </a:defRPr>
            </a:lvl3pPr>
            <a:lvl4pPr algn="l">
              <a:defRPr sz="1725" b="1">
                <a:solidFill>
                  <a:srgbClr val="FFFFFF"/>
                </a:solidFill>
                <a:latin typeface="DejaVu Sans"/>
                <a:ea typeface="DejaVu Sans"/>
                <a:cs typeface="DejaVu Sans"/>
              </a:defRPr>
            </a:lvl4pPr>
            <a:lvl5pPr algn="l">
              <a:defRPr sz="1725" b="1">
                <a:solidFill>
                  <a:srgbClr val="FFFFFF"/>
                </a:solidFill>
                <a:latin typeface="DejaVu Sans"/>
                <a:ea typeface="DejaVu Sans"/>
                <a:cs typeface="DejaVu Sans"/>
              </a:defRPr>
            </a:lvl5pPr>
            <a:lvl6pPr algn="l">
              <a:defRPr sz="1725" b="1">
                <a:solidFill>
                  <a:srgbClr val="FFFFFF"/>
                </a:solidFill>
                <a:latin typeface="DejaVu Sans"/>
                <a:ea typeface="DejaVu Sans"/>
                <a:cs typeface="DejaVu Sans"/>
              </a:defRPr>
            </a:lvl6pPr>
            <a:lvl7pPr algn="l">
              <a:defRPr sz="1725" b="1">
                <a:solidFill>
                  <a:srgbClr val="FFFFFF"/>
                </a:solidFill>
                <a:latin typeface="DejaVu Sans"/>
                <a:ea typeface="DejaVu Sans"/>
                <a:cs typeface="DejaVu Sans"/>
              </a:defRPr>
            </a:lvl7pPr>
            <a:lvl8pPr algn="l">
              <a:defRPr sz="1725" b="1">
                <a:solidFill>
                  <a:srgbClr val="FFFFFF"/>
                </a:solidFill>
                <a:latin typeface="DejaVu Sans"/>
                <a:ea typeface="DejaVu Sans"/>
                <a:cs typeface="DejaVu Sans"/>
              </a:defRPr>
            </a:lvl8pPr>
            <a:lvl9pPr algn="l">
              <a:defRPr sz="1725" b="1">
                <a:solidFill>
                  <a:srgbClr val="FFFFFF"/>
                </a:solidFill>
                <a:latin typeface="DejaVu Sans"/>
                <a:ea typeface="DejaVu Sans"/>
                <a:cs typeface="DejaVu Sans"/>
              </a:defRPr>
            </a:lvl9pPr>
          </a:lstStyle>
          <a:p xmlns:a="http://schemas.openxmlformats.org/drawingml/2006/main">
            <a:pPr algn="l">
              <a:defRPr sz="1725" b="1">
                <a:solidFill>
                  <a:srgbClr val="FFFFFF"/>
                </a:solidFill>
                <a:latin typeface="DejaVu Sans"/>
                <a:ea typeface="DejaVu Sans"/>
                <a:cs typeface="DejaVu Sans"/>
              </a:defRPr>
            </a:pPr>
            <a:r>
              <a:rPr sz="1725" b="1">
                <a:solidFill>
                  <a:srgbClr val="FFFFFF"/>
                </a:solidFill>
                <a:latin typeface="DejaVu Sans"/>
                <a:ea typeface="DejaVu Sans"/>
                <a:cs typeface="DejaVu Sans"/>
              </a:rPr>
              <a:t>Vaibhav Saxena</a:t>
            </a:r>
          </a:p>
        </p:txBody>
      </p:sp>
      <p:pic>
        <p:nvPicPr>
          <p:cNvPr id="9" name="">
            <a:extLst xmlns:a="http://schemas.openxmlformats.org/drawingml/2006/main">
              <a:ext uri="{FF2B5EF4-FFF2-40B4-BE49-F238E27FC236}">
                <a16:creationId xmlns:a16="http://schemas.microsoft.com/office/drawing/2014/main" id="{B713EE48-38E6-4FF4-9AE0-CB10FA99AA51}"/>
              </a:ext>
            </a:extLst>
          </p:cNvPr>
          <p:cNvPicPr>
            <a:picLocks xmlns:a="http://schemas.openxmlformats.org/drawingml/2006/main" noChangeAspect="1"/>
          </p:cNvPicPr>
          <p:nvPr/>
        </p:nvPicPr>
        <p:blipFill>
          <a:blip xmlns:r="http://schemas.openxmlformats.org/officeDocument/2006/relationships" xmlns:a="http://schemas.openxmlformats.org/drawingml/2006/main" r:embed="R448e1075e4e64bd9"/>
          <a:srcRect xmlns:a="http://schemas.openxmlformats.org/drawingml/2006/main" l="3416" t="0" r="3416" b="0"/>
          <a:stretch xmlns:a="http://schemas.openxmlformats.org/drawingml/2006/main">
            <a:fillRect l="0" t="0" r="0" b="0"/>
          </a:stretch>
        </p:blipFill>
        <p:spPr>
          <a:xfrm xmlns:a="http://schemas.openxmlformats.org/drawingml/2006/main">
            <a:off x="6191250" y="1666875"/>
            <a:ext cx="5391150" cy="3857625"/>
          </a:xfrm>
          <a:prstGeom xmlns:a="http://schemas.openxmlformats.org/drawingml/2006/main" prst="rect">
            <a:avLst/>
          </a:prstGeom>
        </p:spPr>
      </p:pic>
      <p:sp>
        <p:nvSpPr>
          <p:cNvPr id="10" name="text-10">
            <a:extLst xmlns:a="http://schemas.openxmlformats.org/drawingml/2006/main">
              <a:ext uri="{FF2B5EF4-FFF2-40B4-BE49-F238E27FC236}">
                <a16:creationId xmlns:a16="http://schemas.microsoft.com/office/drawing/2014/main" id="{2D767797-E0C5-46FA-ADF1-E2ACCBA32066}"/>
              </a:ext>
            </a:extLst>
          </p:cNvPr>
          <p:cNvSpPr>
            <a:spLocks xmlns:a="http://schemas.openxmlformats.org/drawingml/2006/main" noGrp="1"/>
          </p:cNvSpPr>
          <p:nvPr/>
        </p:nvSpPr>
        <p:spPr>
          <a:xfrm xmlns:a="http://schemas.openxmlformats.org/drawingml/2006/main">
            <a:off x="628650" y="62865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FFFFFF"/>
                </a:solidFill>
                <a:latin typeface="DejaVu Sans"/>
                <a:ea typeface="DejaVu Sans"/>
                <a:cs typeface="DejaVu Sans"/>
              </a:defRPr>
            </a:defPPr>
            <a:lvl1pPr algn="l">
              <a:defRPr sz="1350" b="1">
                <a:solidFill>
                  <a:srgbClr val="FFFFFF"/>
                </a:solidFill>
                <a:latin typeface="DejaVu Sans"/>
                <a:ea typeface="DejaVu Sans"/>
                <a:cs typeface="DejaVu Sans"/>
              </a:defRPr>
            </a:lvl1pPr>
            <a:lvl2pPr algn="l">
              <a:defRPr sz="1350" b="1">
                <a:solidFill>
                  <a:srgbClr val="FFFFFF"/>
                </a:solidFill>
                <a:latin typeface="DejaVu Sans"/>
                <a:ea typeface="DejaVu Sans"/>
                <a:cs typeface="DejaVu Sans"/>
              </a:defRPr>
            </a:lvl2pPr>
            <a:lvl3pPr algn="l">
              <a:defRPr sz="1350" b="1">
                <a:solidFill>
                  <a:srgbClr val="FFFFFF"/>
                </a:solidFill>
                <a:latin typeface="DejaVu Sans"/>
                <a:ea typeface="DejaVu Sans"/>
                <a:cs typeface="DejaVu Sans"/>
              </a:defRPr>
            </a:lvl3pPr>
            <a:lvl4pPr algn="l">
              <a:defRPr sz="1350" b="1">
                <a:solidFill>
                  <a:srgbClr val="FFFFFF"/>
                </a:solidFill>
                <a:latin typeface="DejaVu Sans"/>
                <a:ea typeface="DejaVu Sans"/>
                <a:cs typeface="DejaVu Sans"/>
              </a:defRPr>
            </a:lvl4pPr>
            <a:lvl5pPr algn="l">
              <a:defRPr sz="1350" b="1">
                <a:solidFill>
                  <a:srgbClr val="FFFFFF"/>
                </a:solidFill>
                <a:latin typeface="DejaVu Sans"/>
                <a:ea typeface="DejaVu Sans"/>
                <a:cs typeface="DejaVu Sans"/>
              </a:defRPr>
            </a:lvl5pPr>
            <a:lvl6pPr algn="l">
              <a:defRPr sz="1350" b="1">
                <a:solidFill>
                  <a:srgbClr val="FFFFFF"/>
                </a:solidFill>
                <a:latin typeface="DejaVu Sans"/>
                <a:ea typeface="DejaVu Sans"/>
                <a:cs typeface="DejaVu Sans"/>
              </a:defRPr>
            </a:lvl6pPr>
            <a:lvl7pPr algn="l">
              <a:defRPr sz="1350" b="1">
                <a:solidFill>
                  <a:srgbClr val="FFFFFF"/>
                </a:solidFill>
                <a:latin typeface="DejaVu Sans"/>
                <a:ea typeface="DejaVu Sans"/>
                <a:cs typeface="DejaVu Sans"/>
              </a:defRPr>
            </a:lvl7pPr>
            <a:lvl8pPr algn="l">
              <a:defRPr sz="1350" b="1">
                <a:solidFill>
                  <a:srgbClr val="FFFFFF"/>
                </a:solidFill>
                <a:latin typeface="DejaVu Sans"/>
                <a:ea typeface="DejaVu Sans"/>
                <a:cs typeface="DejaVu Sans"/>
              </a:defRPr>
            </a:lvl8pPr>
            <a:lvl9pPr algn="l">
              <a:defRPr sz="1350" b="1">
                <a:solidFill>
                  <a:srgbClr val="FFFFFF"/>
                </a:solidFill>
                <a:latin typeface="DejaVu Sans"/>
                <a:ea typeface="DejaVu Sans"/>
                <a:cs typeface="DejaVu Sans"/>
              </a:defRPr>
            </a:lvl9pPr>
          </a:lstStyle>
          <a:p xmlns:a="http://schemas.openxmlformats.org/drawingml/2006/main">
            <a:pPr algn="l">
              <a:defRPr sz="1350" b="1">
                <a:solidFill>
                  <a:srgbClr val="FFFFFF"/>
                </a:solidFill>
                <a:latin typeface="DejaVu Sans"/>
                <a:ea typeface="DejaVu Sans"/>
                <a:cs typeface="DejaVu Sans"/>
              </a:defRPr>
            </a:pPr>
            <a:r>
              <a:rPr sz="1350" b="1">
                <a:solidFill>
                  <a:srgbClr val="FFFFFF"/>
                </a:solidFill>
                <a:latin typeface="DejaVu Sans"/>
                <a:ea typeface="DejaVu Sans"/>
                <a:cs typeface="DejaVu Sans"/>
              </a:rPr>
              <a:t>Building on belief</a:t>
            </a:r>
          </a:p>
        </p:txBody>
      </p:sp>
    </p:spTree>
    <p:extLst>
      <p:ext uri="{BB962C8B-B14F-4D97-AF65-F5344CB8AC3E}">
        <p14:creationId xmlns:p14="http://schemas.microsoft.com/office/powerpoint/2010/main" val="167839852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text-11">
            <a:extLst xmlns:a="http://schemas.openxmlformats.org/drawingml/2006/main">
              <a:ext uri="{FF2B5EF4-FFF2-40B4-BE49-F238E27FC236}">
                <a16:creationId xmlns:a16="http://schemas.microsoft.com/office/drawing/2014/main" id="{A82B34B1-4CFF-48A2-9461-29C4470D2665}"/>
              </a:ext>
            </a:extLst>
          </p:cNvPr>
          <p:cNvSpPr>
            <a:spLocks xmlns:a="http://schemas.openxmlformats.org/drawingml/2006/main" noGrp="1"/>
          </p:cNvSpPr>
          <p:nvPr/>
        </p:nvSpPr>
        <p:spPr>
          <a:xfrm xmlns:a="http://schemas.openxmlformats.org/drawingml/2006/main">
            <a:off x="609600" y="428625"/>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247E91"/>
                </a:solidFill>
                <a:latin typeface="DejaVu Sans"/>
                <a:ea typeface="DejaVu Sans"/>
                <a:cs typeface="DejaVu Sans"/>
              </a:defRPr>
            </a:defPPr>
            <a:lvl1pPr algn="l">
              <a:defRPr sz="1125" b="1">
                <a:solidFill>
                  <a:srgbClr val="247E91"/>
                </a:solidFill>
                <a:latin typeface="DejaVu Sans"/>
                <a:ea typeface="DejaVu Sans"/>
                <a:cs typeface="DejaVu Sans"/>
              </a:defRPr>
            </a:lvl1pPr>
            <a:lvl2pPr algn="l">
              <a:defRPr sz="1125" b="1">
                <a:solidFill>
                  <a:srgbClr val="247E91"/>
                </a:solidFill>
                <a:latin typeface="DejaVu Sans"/>
                <a:ea typeface="DejaVu Sans"/>
                <a:cs typeface="DejaVu Sans"/>
              </a:defRPr>
            </a:lvl2pPr>
            <a:lvl3pPr algn="l">
              <a:defRPr sz="1125" b="1">
                <a:solidFill>
                  <a:srgbClr val="247E91"/>
                </a:solidFill>
                <a:latin typeface="DejaVu Sans"/>
                <a:ea typeface="DejaVu Sans"/>
                <a:cs typeface="DejaVu Sans"/>
              </a:defRPr>
            </a:lvl3pPr>
            <a:lvl4pPr algn="l">
              <a:defRPr sz="1125" b="1">
                <a:solidFill>
                  <a:srgbClr val="247E91"/>
                </a:solidFill>
                <a:latin typeface="DejaVu Sans"/>
                <a:ea typeface="DejaVu Sans"/>
                <a:cs typeface="DejaVu Sans"/>
              </a:defRPr>
            </a:lvl4pPr>
            <a:lvl5pPr algn="l">
              <a:defRPr sz="1125" b="1">
                <a:solidFill>
                  <a:srgbClr val="247E91"/>
                </a:solidFill>
                <a:latin typeface="DejaVu Sans"/>
                <a:ea typeface="DejaVu Sans"/>
                <a:cs typeface="DejaVu Sans"/>
              </a:defRPr>
            </a:lvl5pPr>
            <a:lvl6pPr algn="l">
              <a:defRPr sz="1125" b="1">
                <a:solidFill>
                  <a:srgbClr val="247E91"/>
                </a:solidFill>
                <a:latin typeface="DejaVu Sans"/>
                <a:ea typeface="DejaVu Sans"/>
                <a:cs typeface="DejaVu Sans"/>
              </a:defRPr>
            </a:lvl6pPr>
            <a:lvl7pPr algn="l">
              <a:defRPr sz="1125" b="1">
                <a:solidFill>
                  <a:srgbClr val="247E91"/>
                </a:solidFill>
                <a:latin typeface="DejaVu Sans"/>
                <a:ea typeface="DejaVu Sans"/>
                <a:cs typeface="DejaVu Sans"/>
              </a:defRPr>
            </a:lvl7pPr>
            <a:lvl8pPr algn="l">
              <a:defRPr sz="1125" b="1">
                <a:solidFill>
                  <a:srgbClr val="247E91"/>
                </a:solidFill>
                <a:latin typeface="DejaVu Sans"/>
                <a:ea typeface="DejaVu Sans"/>
                <a:cs typeface="DejaVu Sans"/>
              </a:defRPr>
            </a:lvl8pPr>
            <a:lvl9pPr algn="l">
              <a:defRPr sz="1125" b="1">
                <a:solidFill>
                  <a:srgbClr val="247E91"/>
                </a:solidFill>
                <a:latin typeface="DejaVu Sans"/>
                <a:ea typeface="DejaVu Sans"/>
                <a:cs typeface="DejaVu Sans"/>
              </a:defRPr>
            </a:lvl9pPr>
          </a:lstStyle>
          <a:p xmlns:a="http://schemas.openxmlformats.org/drawingml/2006/main">
            <a:pPr algn="l">
              <a:defRPr sz="1125" b="1">
                <a:solidFill>
                  <a:srgbClr val="247E91"/>
                </a:solidFill>
                <a:latin typeface="DejaVu Sans"/>
                <a:ea typeface="DejaVu Sans"/>
                <a:cs typeface="DejaVu Sans"/>
              </a:defRPr>
            </a:pPr>
            <a:r>
              <a:rPr sz="1125" b="1">
                <a:solidFill>
                  <a:srgbClr val="247E91"/>
                </a:solidFill>
                <a:latin typeface="DejaVu Sans"/>
                <a:ea typeface="DejaVu Sans"/>
                <a:cs typeface="DejaVu Sans"/>
              </a:rPr>
              <a:t>OVERVIEW</a:t>
            </a:r>
          </a:p>
        </p:txBody>
      </p:sp>
      <p:sp>
        <p:nvSpPr>
          <p:cNvPr id="2" name="text-12">
            <a:extLst xmlns:a="http://schemas.openxmlformats.org/drawingml/2006/main">
              <a:ext uri="{FF2B5EF4-FFF2-40B4-BE49-F238E27FC236}">
                <a16:creationId xmlns:a16="http://schemas.microsoft.com/office/drawing/2014/main" id="{4DAA9190-F7E8-4D60-B006-95F4EEF39E54}"/>
              </a:ext>
            </a:extLst>
          </p:cNvPr>
          <p:cNvSpPr>
            <a:spLocks xmlns:a="http://schemas.openxmlformats.org/drawingml/2006/main" noGrp="1"/>
          </p:cNvSpPr>
          <p:nvPr/>
        </p:nvSpPr>
        <p:spPr>
          <a:xfrm xmlns:a="http://schemas.openxmlformats.org/drawingml/2006/main">
            <a:off x="609600" y="828675"/>
            <a:ext cx="109728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162C45"/>
                </a:solidFill>
                <a:latin typeface="DejaVu Serif"/>
                <a:ea typeface="DejaVu Serif"/>
                <a:cs typeface="DejaVu Serif"/>
              </a:defRPr>
            </a:defPPr>
            <a:lvl1pPr algn="l">
              <a:defRPr sz="2850" b="1">
                <a:solidFill>
                  <a:srgbClr val="162C45"/>
                </a:solidFill>
                <a:latin typeface="DejaVu Serif"/>
                <a:ea typeface="DejaVu Serif"/>
                <a:cs typeface="DejaVu Serif"/>
              </a:defRPr>
            </a:lvl1pPr>
            <a:lvl2pPr algn="l">
              <a:defRPr sz="2850" b="1">
                <a:solidFill>
                  <a:srgbClr val="162C45"/>
                </a:solidFill>
                <a:latin typeface="DejaVu Serif"/>
                <a:ea typeface="DejaVu Serif"/>
                <a:cs typeface="DejaVu Serif"/>
              </a:defRPr>
            </a:lvl2pPr>
            <a:lvl3pPr algn="l">
              <a:defRPr sz="2850" b="1">
                <a:solidFill>
                  <a:srgbClr val="162C45"/>
                </a:solidFill>
                <a:latin typeface="DejaVu Serif"/>
                <a:ea typeface="DejaVu Serif"/>
                <a:cs typeface="DejaVu Serif"/>
              </a:defRPr>
            </a:lvl3pPr>
            <a:lvl4pPr algn="l">
              <a:defRPr sz="2850" b="1">
                <a:solidFill>
                  <a:srgbClr val="162C45"/>
                </a:solidFill>
                <a:latin typeface="DejaVu Serif"/>
                <a:ea typeface="DejaVu Serif"/>
                <a:cs typeface="DejaVu Serif"/>
              </a:defRPr>
            </a:lvl4pPr>
            <a:lvl5pPr algn="l">
              <a:defRPr sz="2850" b="1">
                <a:solidFill>
                  <a:srgbClr val="162C45"/>
                </a:solidFill>
                <a:latin typeface="DejaVu Serif"/>
                <a:ea typeface="DejaVu Serif"/>
                <a:cs typeface="DejaVu Serif"/>
              </a:defRPr>
            </a:lvl5pPr>
            <a:lvl6pPr algn="l">
              <a:defRPr sz="2850" b="1">
                <a:solidFill>
                  <a:srgbClr val="162C45"/>
                </a:solidFill>
                <a:latin typeface="DejaVu Serif"/>
                <a:ea typeface="DejaVu Serif"/>
                <a:cs typeface="DejaVu Serif"/>
              </a:defRPr>
            </a:lvl6pPr>
            <a:lvl7pPr algn="l">
              <a:defRPr sz="2850" b="1">
                <a:solidFill>
                  <a:srgbClr val="162C45"/>
                </a:solidFill>
                <a:latin typeface="DejaVu Serif"/>
                <a:ea typeface="DejaVu Serif"/>
                <a:cs typeface="DejaVu Serif"/>
              </a:defRPr>
            </a:lvl7pPr>
            <a:lvl8pPr algn="l">
              <a:defRPr sz="2850" b="1">
                <a:solidFill>
                  <a:srgbClr val="162C45"/>
                </a:solidFill>
                <a:latin typeface="DejaVu Serif"/>
                <a:ea typeface="DejaVu Serif"/>
                <a:cs typeface="DejaVu Serif"/>
              </a:defRPr>
            </a:lvl8pPr>
            <a:lvl9pPr algn="l">
              <a:defRPr sz="2850" b="1">
                <a:solidFill>
                  <a:srgbClr val="162C45"/>
                </a:solidFill>
                <a:latin typeface="DejaVu Serif"/>
                <a:ea typeface="DejaVu Serif"/>
                <a:cs typeface="DejaVu Serif"/>
              </a:defRPr>
            </a:lvl9pPr>
          </a:lstStyle>
          <a:p xmlns:a="http://schemas.openxmlformats.org/drawingml/2006/main">
            <a:pPr algn="l">
              <a:defRPr sz="2850" b="1">
                <a:solidFill>
                  <a:srgbClr val="162C45"/>
                </a:solidFill>
                <a:latin typeface="DejaVu Serif"/>
                <a:ea typeface="DejaVu Serif"/>
                <a:cs typeface="DejaVu Serif"/>
              </a:defRPr>
            </a:pPr>
            <a:r>
              <a:rPr sz="2850" b="1">
                <a:solidFill>
                  <a:srgbClr val="162C45"/>
                </a:solidFill>
                <a:latin typeface="DejaVu Serif"/>
                <a:ea typeface="DejaVu Serif"/>
                <a:cs typeface="DejaVu Serif"/>
              </a:rPr>
              <a:t>Table of Contents</a:t>
            </a:r>
          </a:p>
        </p:txBody>
      </p:sp>
      <p:pic>
        <p:nvPicPr>
          <p:cNvPr id="3" name="">
            <a:extLst xmlns:a="http://schemas.openxmlformats.org/drawingml/2006/main">
              <a:ext uri="{FF2B5EF4-FFF2-40B4-BE49-F238E27FC236}">
                <a16:creationId xmlns:a16="http://schemas.microsoft.com/office/drawing/2014/main" id="{D055487F-DEFE-4332-AF6B-DBB4F2D628BC}"/>
              </a:ext>
            </a:extLst>
          </p:cNvPr>
          <p:cNvPicPr>
            <a:picLocks xmlns:a="http://schemas.openxmlformats.org/drawingml/2006/main" noChangeAspect="1"/>
          </p:cNvPicPr>
          <p:nvPr/>
        </p:nvPicPr>
        <p:blipFill>
          <a:blip xmlns:r="http://schemas.openxmlformats.org/officeDocument/2006/relationships" xmlns:a="http://schemas.openxmlformats.org/drawingml/2006/main" r:embed="R7af4787a8dca426a"/>
          <a:stretch xmlns:a="http://schemas.openxmlformats.org/drawingml/2006/main"/>
        </p:blipFill>
        <p:spPr>
          <a:xfrm xmlns:a="http://schemas.openxmlformats.org/drawingml/2006/main">
            <a:off x="740111" y="6210300"/>
            <a:ext cx="1339177" cy="419100"/>
          </a:xfrm>
          <a:prstGeom xmlns:a="http://schemas.openxmlformats.org/drawingml/2006/main" prst="rect">
            <a:avLst/>
          </a:prstGeom>
        </p:spPr>
      </p:pic>
      <p:sp>
        <p:nvSpPr>
          <p:cNvPr id="4" name="panel-14">
            <a:extLst xmlns:a="http://schemas.openxmlformats.org/drawingml/2006/main">
              <a:ext uri="{FF2B5EF4-FFF2-40B4-BE49-F238E27FC236}">
                <a16:creationId xmlns:a16="http://schemas.microsoft.com/office/drawing/2014/main" id="{DA654EF1-BE8F-48F4-943E-EE41840B9AF8}"/>
              </a:ext>
            </a:extLst>
          </p:cNvPr>
          <p:cNvSpPr>
            <a:spLocks xmlns:a="http://schemas.openxmlformats.org/drawingml/2006/main" noGrp="1"/>
          </p:cNvSpPr>
          <p:nvPr/>
        </p:nvSpPr>
        <p:spPr>
          <a:xfrm xmlns:a="http://schemas.openxmlformats.org/drawingml/2006/main">
            <a:off x="11010900" y="6105525"/>
            <a:ext cx="571500" cy="571500"/>
          </a:xfrm>
          <a:prstGeom xmlns:a="http://schemas.openxmlformats.org/drawingml/2006/main" prst="rect">
            <a:avLst/>
          </a:prstGeom>
          <a:solidFill xmlns:a="http://schemas.openxmlformats.org/drawingml/2006/main">
            <a:srgbClr val="14253D"/>
          </a:solidFill>
          <a:ln xmlns:a="http://schemas.openxmlformats.org/drawingml/2006/main" w="0">
            <a:noFill/>
            <a:prstDash val="solid"/>
          </a:ln>
        </p:spPr>
      </p:sp>
      <p:pic>
        <p:nvPicPr>
          <p:cNvPr id="5" name="">
            <a:extLst xmlns:a="http://schemas.openxmlformats.org/drawingml/2006/main">
              <a:ext uri="{FF2B5EF4-FFF2-40B4-BE49-F238E27FC236}">
                <a16:creationId xmlns:a16="http://schemas.microsoft.com/office/drawing/2014/main" id="{647AAE25-E1ED-448B-A0CF-61BD55596B34}"/>
              </a:ext>
            </a:extLst>
          </p:cNvPr>
          <p:cNvPicPr>
            <a:picLocks xmlns:a="http://schemas.openxmlformats.org/drawingml/2006/main" noChangeAspect="1"/>
          </p:cNvPicPr>
          <p:nvPr/>
        </p:nvPicPr>
        <p:blipFill>
          <a:blip xmlns:r="http://schemas.openxmlformats.org/officeDocument/2006/relationships" xmlns:a="http://schemas.openxmlformats.org/drawingml/2006/main" r:embed="Rdc386abacb764727">
            <a:extLst>
              <a:ext uri="{96DAC541-7B7A-43D3-8B79-37D633B846F1}">
                <asvg:svgBlip xmlns:asvg="http://schemas.microsoft.com/office/drawing/2016/SVG/main" r:embed="Rfde04e2fc66442a5"/>
              </a:ext>
            </a:extLst>
          </a:blip>
          <a:stretch xmlns:a="http://schemas.openxmlformats.org/drawingml/2006/main"/>
        </p:blipFill>
        <p:spPr>
          <a:xfrm xmlns:a="http://schemas.openxmlformats.org/drawingml/2006/main">
            <a:off x="11087100" y="6181725"/>
            <a:ext cx="419100" cy="409575"/>
          </a:xfrm>
          <a:prstGeom xmlns:a="http://schemas.openxmlformats.org/drawingml/2006/main" prst="rect">
            <a:avLst/>
          </a:prstGeom>
        </p:spPr>
      </p:pic>
      <p:sp>
        <p:nvSpPr>
          <p:cNvPr id="6" name="text-16">
            <a:extLst xmlns:a="http://schemas.openxmlformats.org/drawingml/2006/main">
              <a:ext uri="{FF2B5EF4-FFF2-40B4-BE49-F238E27FC236}">
                <a16:creationId xmlns:a16="http://schemas.microsoft.com/office/drawing/2014/main" id="{4D7D3F09-F0D8-4613-9306-C33A06FEF9E5}"/>
              </a:ext>
            </a:extLst>
          </p:cNvPr>
          <p:cNvSpPr>
            <a:spLocks xmlns:a="http://schemas.openxmlformats.org/drawingml/2006/main" noGrp="1"/>
          </p:cNvSpPr>
          <p:nvPr/>
        </p:nvSpPr>
        <p:spPr>
          <a:xfrm xmlns:a="http://schemas.openxmlformats.org/drawingml/2006/main">
            <a:off x="5810250" y="6353175"/>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75" b="0">
                <a:solidFill>
                  <a:srgbClr val="5E7285"/>
                </a:solidFill>
                <a:latin typeface="DejaVu Sans"/>
                <a:ea typeface="DejaVu Sans"/>
                <a:cs typeface="DejaVu Sans"/>
              </a:defRPr>
            </a:defPPr>
            <a:lvl1pPr algn="ctr">
              <a:defRPr sz="975" b="0">
                <a:solidFill>
                  <a:srgbClr val="5E7285"/>
                </a:solidFill>
                <a:latin typeface="DejaVu Sans"/>
                <a:ea typeface="DejaVu Sans"/>
                <a:cs typeface="DejaVu Sans"/>
              </a:defRPr>
            </a:lvl1pPr>
            <a:lvl2pPr algn="ctr">
              <a:defRPr sz="975" b="0">
                <a:solidFill>
                  <a:srgbClr val="5E7285"/>
                </a:solidFill>
                <a:latin typeface="DejaVu Sans"/>
                <a:ea typeface="DejaVu Sans"/>
                <a:cs typeface="DejaVu Sans"/>
              </a:defRPr>
            </a:lvl2pPr>
            <a:lvl3pPr algn="ctr">
              <a:defRPr sz="975" b="0">
                <a:solidFill>
                  <a:srgbClr val="5E7285"/>
                </a:solidFill>
                <a:latin typeface="DejaVu Sans"/>
                <a:ea typeface="DejaVu Sans"/>
                <a:cs typeface="DejaVu Sans"/>
              </a:defRPr>
            </a:lvl3pPr>
            <a:lvl4pPr algn="ctr">
              <a:defRPr sz="975" b="0">
                <a:solidFill>
                  <a:srgbClr val="5E7285"/>
                </a:solidFill>
                <a:latin typeface="DejaVu Sans"/>
                <a:ea typeface="DejaVu Sans"/>
                <a:cs typeface="DejaVu Sans"/>
              </a:defRPr>
            </a:lvl4pPr>
            <a:lvl5pPr algn="ctr">
              <a:defRPr sz="975" b="0">
                <a:solidFill>
                  <a:srgbClr val="5E7285"/>
                </a:solidFill>
                <a:latin typeface="DejaVu Sans"/>
                <a:ea typeface="DejaVu Sans"/>
                <a:cs typeface="DejaVu Sans"/>
              </a:defRPr>
            </a:lvl5pPr>
            <a:lvl6pPr algn="ctr">
              <a:defRPr sz="975" b="0">
                <a:solidFill>
                  <a:srgbClr val="5E7285"/>
                </a:solidFill>
                <a:latin typeface="DejaVu Sans"/>
                <a:ea typeface="DejaVu Sans"/>
                <a:cs typeface="DejaVu Sans"/>
              </a:defRPr>
            </a:lvl6pPr>
            <a:lvl7pPr algn="ctr">
              <a:defRPr sz="975" b="0">
                <a:solidFill>
                  <a:srgbClr val="5E7285"/>
                </a:solidFill>
                <a:latin typeface="DejaVu Sans"/>
                <a:ea typeface="DejaVu Sans"/>
                <a:cs typeface="DejaVu Sans"/>
              </a:defRPr>
            </a:lvl7pPr>
            <a:lvl8pPr algn="ctr">
              <a:defRPr sz="975" b="0">
                <a:solidFill>
                  <a:srgbClr val="5E7285"/>
                </a:solidFill>
                <a:latin typeface="DejaVu Sans"/>
                <a:ea typeface="DejaVu Sans"/>
                <a:cs typeface="DejaVu Sans"/>
              </a:defRPr>
            </a:lvl8pPr>
            <a:lvl9pPr algn="ctr">
              <a:defRPr sz="975" b="0">
                <a:solidFill>
                  <a:srgbClr val="5E7285"/>
                </a:solidFill>
                <a:latin typeface="DejaVu Sans"/>
                <a:ea typeface="DejaVu Sans"/>
                <a:cs typeface="DejaVu Sans"/>
              </a:defRPr>
            </a:lvl9pPr>
          </a:lstStyle>
          <a:p xmlns:a="http://schemas.openxmlformats.org/drawingml/2006/main">
            <a:pPr algn="ctr">
              <a:defRPr sz="975" b="0">
                <a:solidFill>
                  <a:srgbClr val="5E7285"/>
                </a:solidFill>
                <a:latin typeface="DejaVu Sans"/>
                <a:ea typeface="DejaVu Sans"/>
                <a:cs typeface="DejaVu Sans"/>
              </a:defRPr>
            </a:pPr>
            <a:r>
              <a:rPr sz="975" b="0">
                <a:solidFill>
                  <a:srgbClr val="5E7285"/>
                </a:solidFill>
                <a:latin typeface="DejaVu Sans"/>
                <a:ea typeface="DejaVu Sans"/>
                <a:cs typeface="DejaVu Sans"/>
              </a:rPr>
              <a:t>02</a:t>
            </a:r>
          </a:p>
        </p:txBody>
      </p:sp>
      <p:sp>
        <p:nvSpPr>
          <p:cNvPr id="7" name="panel-17">
            <a:extLst xmlns:a="http://schemas.openxmlformats.org/drawingml/2006/main">
              <a:ext uri="{FF2B5EF4-FFF2-40B4-BE49-F238E27FC236}">
                <a16:creationId xmlns:a16="http://schemas.microsoft.com/office/drawing/2014/main" id="{FBA56E17-670A-4441-87BC-9819AEA3BBFD}"/>
              </a:ext>
            </a:extLst>
          </p:cNvPr>
          <p:cNvSpPr>
            <a:spLocks xmlns:a="http://schemas.openxmlformats.org/drawingml/2006/main" noGrp="1"/>
          </p:cNvSpPr>
          <p:nvPr/>
        </p:nvSpPr>
        <p:spPr>
          <a:xfrm xmlns:a="http://schemas.openxmlformats.org/drawingml/2006/main">
            <a:off x="609600" y="1657350"/>
            <a:ext cx="4857750" cy="419100"/>
          </a:xfrm>
          <a:prstGeom xmlns:a="http://schemas.openxmlformats.org/drawingml/2006/main" prst="roundRect">
            <a:avLst>
              <a:gd name="adj" fmla="val 18182"/>
            </a:avLst>
          </a:prstGeom>
          <a:solidFill xmlns:a="http://schemas.openxmlformats.org/drawingml/2006/main">
            <a:srgbClr val="EDF4F8"/>
          </a:solidFill>
          <a:ln xmlns:a="http://schemas.openxmlformats.org/drawingml/2006/main" w="0">
            <a:noFill/>
            <a:prstDash val="solid"/>
          </a:ln>
        </p:spPr>
      </p:sp>
      <p:sp>
        <p:nvSpPr>
          <p:cNvPr id="8" name="text-18">
            <a:extLst xmlns:a="http://schemas.openxmlformats.org/drawingml/2006/main">
              <a:ext uri="{FF2B5EF4-FFF2-40B4-BE49-F238E27FC236}">
                <a16:creationId xmlns:a16="http://schemas.microsoft.com/office/drawing/2014/main" id="{21448A09-BEE5-4F33-A1CF-3B3E08FCABCE}"/>
              </a:ext>
            </a:extLst>
          </p:cNvPr>
          <p:cNvSpPr>
            <a:spLocks xmlns:a="http://schemas.openxmlformats.org/drawingml/2006/main" noGrp="1"/>
          </p:cNvSpPr>
          <p:nvPr/>
        </p:nvSpPr>
        <p:spPr>
          <a:xfrm xmlns:a="http://schemas.openxmlformats.org/drawingml/2006/main">
            <a:off x="781050" y="176212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247E91"/>
                </a:solidFill>
                <a:latin typeface="DejaVu Sans"/>
                <a:ea typeface="DejaVu Sans"/>
                <a:cs typeface="DejaVu Sans"/>
              </a:defRPr>
            </a:defPPr>
            <a:lvl1pPr algn="l">
              <a:defRPr sz="1275" b="1">
                <a:solidFill>
                  <a:srgbClr val="247E91"/>
                </a:solidFill>
                <a:latin typeface="DejaVu Sans"/>
                <a:ea typeface="DejaVu Sans"/>
                <a:cs typeface="DejaVu Sans"/>
              </a:defRPr>
            </a:lvl1pPr>
            <a:lvl2pPr algn="l">
              <a:defRPr sz="1275" b="1">
                <a:solidFill>
                  <a:srgbClr val="247E91"/>
                </a:solidFill>
                <a:latin typeface="DejaVu Sans"/>
                <a:ea typeface="DejaVu Sans"/>
                <a:cs typeface="DejaVu Sans"/>
              </a:defRPr>
            </a:lvl2pPr>
            <a:lvl3pPr algn="l">
              <a:defRPr sz="1275" b="1">
                <a:solidFill>
                  <a:srgbClr val="247E91"/>
                </a:solidFill>
                <a:latin typeface="DejaVu Sans"/>
                <a:ea typeface="DejaVu Sans"/>
                <a:cs typeface="DejaVu Sans"/>
              </a:defRPr>
            </a:lvl3pPr>
            <a:lvl4pPr algn="l">
              <a:defRPr sz="1275" b="1">
                <a:solidFill>
                  <a:srgbClr val="247E91"/>
                </a:solidFill>
                <a:latin typeface="DejaVu Sans"/>
                <a:ea typeface="DejaVu Sans"/>
                <a:cs typeface="DejaVu Sans"/>
              </a:defRPr>
            </a:lvl4pPr>
            <a:lvl5pPr algn="l">
              <a:defRPr sz="1275" b="1">
                <a:solidFill>
                  <a:srgbClr val="247E91"/>
                </a:solidFill>
                <a:latin typeface="DejaVu Sans"/>
                <a:ea typeface="DejaVu Sans"/>
                <a:cs typeface="DejaVu Sans"/>
              </a:defRPr>
            </a:lvl5pPr>
            <a:lvl6pPr algn="l">
              <a:defRPr sz="1275" b="1">
                <a:solidFill>
                  <a:srgbClr val="247E91"/>
                </a:solidFill>
                <a:latin typeface="DejaVu Sans"/>
                <a:ea typeface="DejaVu Sans"/>
                <a:cs typeface="DejaVu Sans"/>
              </a:defRPr>
            </a:lvl6pPr>
            <a:lvl7pPr algn="l">
              <a:defRPr sz="1275" b="1">
                <a:solidFill>
                  <a:srgbClr val="247E91"/>
                </a:solidFill>
                <a:latin typeface="DejaVu Sans"/>
                <a:ea typeface="DejaVu Sans"/>
                <a:cs typeface="DejaVu Sans"/>
              </a:defRPr>
            </a:lvl7pPr>
            <a:lvl8pPr algn="l">
              <a:defRPr sz="1275" b="1">
                <a:solidFill>
                  <a:srgbClr val="247E91"/>
                </a:solidFill>
                <a:latin typeface="DejaVu Sans"/>
                <a:ea typeface="DejaVu Sans"/>
                <a:cs typeface="DejaVu Sans"/>
              </a:defRPr>
            </a:lvl8pPr>
            <a:lvl9pPr algn="l">
              <a:defRPr sz="1275" b="1">
                <a:solidFill>
                  <a:srgbClr val="247E91"/>
                </a:solidFill>
                <a:latin typeface="DejaVu Sans"/>
                <a:ea typeface="DejaVu Sans"/>
                <a:cs typeface="DejaVu Sans"/>
              </a:defRPr>
            </a:lvl9pPr>
          </a:lstStyle>
          <a:p xmlns:a="http://schemas.openxmlformats.org/drawingml/2006/main">
            <a:pPr algn="l">
              <a:defRPr sz="1275" b="1">
                <a:solidFill>
                  <a:srgbClr val="247E91"/>
                </a:solidFill>
                <a:latin typeface="DejaVu Sans"/>
                <a:ea typeface="DejaVu Sans"/>
                <a:cs typeface="DejaVu Sans"/>
              </a:defRPr>
            </a:pPr>
            <a:r>
              <a:rPr sz="1275" b="1">
                <a:solidFill>
                  <a:srgbClr val="247E91"/>
                </a:solidFill>
                <a:latin typeface="DejaVu Sans"/>
                <a:ea typeface="DejaVu Sans"/>
                <a:cs typeface="DejaVu Sans"/>
              </a:rPr>
              <a:t>01</a:t>
            </a:r>
          </a:p>
        </p:txBody>
      </p:sp>
      <p:sp>
        <p:nvSpPr>
          <p:cNvPr id="9" name="text-19">
            <a:extLst xmlns:a="http://schemas.openxmlformats.org/drawingml/2006/main">
              <a:ext uri="{FF2B5EF4-FFF2-40B4-BE49-F238E27FC236}">
                <a16:creationId xmlns:a16="http://schemas.microsoft.com/office/drawing/2014/main" id="{59AC6F88-AC0E-47E2-AEEC-17C946BA520D}"/>
              </a:ext>
            </a:extLst>
          </p:cNvPr>
          <p:cNvSpPr>
            <a:spLocks xmlns:a="http://schemas.openxmlformats.org/drawingml/2006/main" noGrp="1"/>
          </p:cNvSpPr>
          <p:nvPr/>
        </p:nvSpPr>
        <p:spPr>
          <a:xfrm xmlns:a="http://schemas.openxmlformats.org/drawingml/2006/main">
            <a:off x="1295400" y="1743075"/>
            <a:ext cx="4000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62C45"/>
                </a:solidFill>
                <a:latin typeface="DejaVu Sans"/>
                <a:ea typeface="DejaVu Sans"/>
                <a:cs typeface="DejaVu Sans"/>
              </a:defRPr>
            </a:defPPr>
            <a:lvl1pPr algn="l">
              <a:defRPr sz="1725" b="1">
                <a:solidFill>
                  <a:srgbClr val="162C45"/>
                </a:solidFill>
                <a:latin typeface="DejaVu Sans"/>
                <a:ea typeface="DejaVu Sans"/>
                <a:cs typeface="DejaVu Sans"/>
              </a:defRPr>
            </a:lvl1pPr>
            <a:lvl2pPr algn="l">
              <a:defRPr sz="1725" b="1">
                <a:solidFill>
                  <a:srgbClr val="162C45"/>
                </a:solidFill>
                <a:latin typeface="DejaVu Sans"/>
                <a:ea typeface="DejaVu Sans"/>
                <a:cs typeface="DejaVu Sans"/>
              </a:defRPr>
            </a:lvl2pPr>
            <a:lvl3pPr algn="l">
              <a:defRPr sz="1725" b="1">
                <a:solidFill>
                  <a:srgbClr val="162C45"/>
                </a:solidFill>
                <a:latin typeface="DejaVu Sans"/>
                <a:ea typeface="DejaVu Sans"/>
                <a:cs typeface="DejaVu Sans"/>
              </a:defRPr>
            </a:lvl3pPr>
            <a:lvl4pPr algn="l">
              <a:defRPr sz="1725" b="1">
                <a:solidFill>
                  <a:srgbClr val="162C45"/>
                </a:solidFill>
                <a:latin typeface="DejaVu Sans"/>
                <a:ea typeface="DejaVu Sans"/>
                <a:cs typeface="DejaVu Sans"/>
              </a:defRPr>
            </a:lvl4pPr>
            <a:lvl5pPr algn="l">
              <a:defRPr sz="1725" b="1">
                <a:solidFill>
                  <a:srgbClr val="162C45"/>
                </a:solidFill>
                <a:latin typeface="DejaVu Sans"/>
                <a:ea typeface="DejaVu Sans"/>
                <a:cs typeface="DejaVu Sans"/>
              </a:defRPr>
            </a:lvl5pPr>
            <a:lvl6pPr algn="l">
              <a:defRPr sz="1725" b="1">
                <a:solidFill>
                  <a:srgbClr val="162C45"/>
                </a:solidFill>
                <a:latin typeface="DejaVu Sans"/>
                <a:ea typeface="DejaVu Sans"/>
                <a:cs typeface="DejaVu Sans"/>
              </a:defRPr>
            </a:lvl6pPr>
            <a:lvl7pPr algn="l">
              <a:defRPr sz="1725" b="1">
                <a:solidFill>
                  <a:srgbClr val="162C45"/>
                </a:solidFill>
                <a:latin typeface="DejaVu Sans"/>
                <a:ea typeface="DejaVu Sans"/>
                <a:cs typeface="DejaVu Sans"/>
              </a:defRPr>
            </a:lvl7pPr>
            <a:lvl8pPr algn="l">
              <a:defRPr sz="1725" b="1">
                <a:solidFill>
                  <a:srgbClr val="162C45"/>
                </a:solidFill>
                <a:latin typeface="DejaVu Sans"/>
                <a:ea typeface="DejaVu Sans"/>
                <a:cs typeface="DejaVu Sans"/>
              </a:defRPr>
            </a:lvl8pPr>
            <a:lvl9pPr algn="l">
              <a:defRPr sz="1725" b="1">
                <a:solidFill>
                  <a:srgbClr val="162C45"/>
                </a:solidFill>
                <a:latin typeface="DejaVu Sans"/>
                <a:ea typeface="DejaVu Sans"/>
                <a:cs typeface="DejaVu Sans"/>
              </a:defRPr>
            </a:lvl9pPr>
          </a:lstStyle>
          <a:p xmlns:a="http://schemas.openxmlformats.org/drawingml/2006/main">
            <a:pPr algn="l">
              <a:defRPr sz="1725" b="1">
                <a:solidFill>
                  <a:srgbClr val="162C45"/>
                </a:solidFill>
                <a:latin typeface="DejaVu Sans"/>
                <a:ea typeface="DejaVu Sans"/>
                <a:cs typeface="DejaVu Sans"/>
              </a:defRPr>
            </a:pPr>
            <a:r>
              <a:rPr sz="1725" b="1">
                <a:solidFill>
                  <a:srgbClr val="162C45"/>
                </a:solidFill>
                <a:latin typeface="DejaVu Sans"/>
                <a:ea typeface="DejaVu Sans"/>
                <a:cs typeface="DejaVu Sans"/>
              </a:rPr>
              <a:t>Technology Stack</a:t>
            </a:r>
          </a:p>
        </p:txBody>
      </p:sp>
      <p:sp>
        <p:nvSpPr>
          <p:cNvPr id="10" name="panel-20">
            <a:extLst xmlns:a="http://schemas.openxmlformats.org/drawingml/2006/main">
              <a:ext uri="{FF2B5EF4-FFF2-40B4-BE49-F238E27FC236}">
                <a16:creationId xmlns:a16="http://schemas.microsoft.com/office/drawing/2014/main" id="{07A1E8EF-BBFE-4BC2-9CF5-D6B424BF3A62}"/>
              </a:ext>
            </a:extLst>
          </p:cNvPr>
          <p:cNvSpPr>
            <a:spLocks xmlns:a="http://schemas.openxmlformats.org/drawingml/2006/main" noGrp="1"/>
          </p:cNvSpPr>
          <p:nvPr/>
        </p:nvSpPr>
        <p:spPr>
          <a:xfrm xmlns:a="http://schemas.openxmlformats.org/drawingml/2006/main">
            <a:off x="609600" y="2171700"/>
            <a:ext cx="4857750" cy="419100"/>
          </a:xfrm>
          <a:prstGeom xmlns:a="http://schemas.openxmlformats.org/drawingml/2006/main" prst="roundRect">
            <a:avLst>
              <a:gd name="adj" fmla="val 18182"/>
            </a:avLst>
          </a:prstGeom>
          <a:solidFill xmlns:a="http://schemas.openxmlformats.org/drawingml/2006/main">
            <a:srgbClr val="E5EFF6"/>
          </a:solidFill>
          <a:ln xmlns:a="http://schemas.openxmlformats.org/drawingml/2006/main" w="0">
            <a:noFill/>
            <a:prstDash val="solid"/>
          </a:ln>
        </p:spPr>
      </p:sp>
      <p:sp>
        <p:nvSpPr>
          <p:cNvPr id="11" name="text-21">
            <a:extLst xmlns:a="http://schemas.openxmlformats.org/drawingml/2006/main">
              <a:ext uri="{FF2B5EF4-FFF2-40B4-BE49-F238E27FC236}">
                <a16:creationId xmlns:a16="http://schemas.microsoft.com/office/drawing/2014/main" id="{56AF9F16-E602-4D54-AFC5-6B342509B88E}"/>
              </a:ext>
            </a:extLst>
          </p:cNvPr>
          <p:cNvSpPr>
            <a:spLocks xmlns:a="http://schemas.openxmlformats.org/drawingml/2006/main" noGrp="1"/>
          </p:cNvSpPr>
          <p:nvPr/>
        </p:nvSpPr>
        <p:spPr>
          <a:xfrm xmlns:a="http://schemas.openxmlformats.org/drawingml/2006/main">
            <a:off x="781050" y="227647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247E91"/>
                </a:solidFill>
                <a:latin typeface="DejaVu Sans"/>
                <a:ea typeface="DejaVu Sans"/>
                <a:cs typeface="DejaVu Sans"/>
              </a:defRPr>
            </a:defPPr>
            <a:lvl1pPr algn="l">
              <a:defRPr sz="1275" b="1">
                <a:solidFill>
                  <a:srgbClr val="247E91"/>
                </a:solidFill>
                <a:latin typeface="DejaVu Sans"/>
                <a:ea typeface="DejaVu Sans"/>
                <a:cs typeface="DejaVu Sans"/>
              </a:defRPr>
            </a:lvl1pPr>
            <a:lvl2pPr algn="l">
              <a:defRPr sz="1275" b="1">
                <a:solidFill>
                  <a:srgbClr val="247E91"/>
                </a:solidFill>
                <a:latin typeface="DejaVu Sans"/>
                <a:ea typeface="DejaVu Sans"/>
                <a:cs typeface="DejaVu Sans"/>
              </a:defRPr>
            </a:lvl2pPr>
            <a:lvl3pPr algn="l">
              <a:defRPr sz="1275" b="1">
                <a:solidFill>
                  <a:srgbClr val="247E91"/>
                </a:solidFill>
                <a:latin typeface="DejaVu Sans"/>
                <a:ea typeface="DejaVu Sans"/>
                <a:cs typeface="DejaVu Sans"/>
              </a:defRPr>
            </a:lvl3pPr>
            <a:lvl4pPr algn="l">
              <a:defRPr sz="1275" b="1">
                <a:solidFill>
                  <a:srgbClr val="247E91"/>
                </a:solidFill>
                <a:latin typeface="DejaVu Sans"/>
                <a:ea typeface="DejaVu Sans"/>
                <a:cs typeface="DejaVu Sans"/>
              </a:defRPr>
            </a:lvl4pPr>
            <a:lvl5pPr algn="l">
              <a:defRPr sz="1275" b="1">
                <a:solidFill>
                  <a:srgbClr val="247E91"/>
                </a:solidFill>
                <a:latin typeface="DejaVu Sans"/>
                <a:ea typeface="DejaVu Sans"/>
                <a:cs typeface="DejaVu Sans"/>
              </a:defRPr>
            </a:lvl5pPr>
            <a:lvl6pPr algn="l">
              <a:defRPr sz="1275" b="1">
                <a:solidFill>
                  <a:srgbClr val="247E91"/>
                </a:solidFill>
                <a:latin typeface="DejaVu Sans"/>
                <a:ea typeface="DejaVu Sans"/>
                <a:cs typeface="DejaVu Sans"/>
              </a:defRPr>
            </a:lvl6pPr>
            <a:lvl7pPr algn="l">
              <a:defRPr sz="1275" b="1">
                <a:solidFill>
                  <a:srgbClr val="247E91"/>
                </a:solidFill>
                <a:latin typeface="DejaVu Sans"/>
                <a:ea typeface="DejaVu Sans"/>
                <a:cs typeface="DejaVu Sans"/>
              </a:defRPr>
            </a:lvl7pPr>
            <a:lvl8pPr algn="l">
              <a:defRPr sz="1275" b="1">
                <a:solidFill>
                  <a:srgbClr val="247E91"/>
                </a:solidFill>
                <a:latin typeface="DejaVu Sans"/>
                <a:ea typeface="DejaVu Sans"/>
                <a:cs typeface="DejaVu Sans"/>
              </a:defRPr>
            </a:lvl8pPr>
            <a:lvl9pPr algn="l">
              <a:defRPr sz="1275" b="1">
                <a:solidFill>
                  <a:srgbClr val="247E91"/>
                </a:solidFill>
                <a:latin typeface="DejaVu Sans"/>
                <a:ea typeface="DejaVu Sans"/>
                <a:cs typeface="DejaVu Sans"/>
              </a:defRPr>
            </a:lvl9pPr>
          </a:lstStyle>
          <a:p xmlns:a="http://schemas.openxmlformats.org/drawingml/2006/main">
            <a:pPr algn="l">
              <a:defRPr sz="1275" b="1">
                <a:solidFill>
                  <a:srgbClr val="247E91"/>
                </a:solidFill>
                <a:latin typeface="DejaVu Sans"/>
                <a:ea typeface="DejaVu Sans"/>
                <a:cs typeface="DejaVu Sans"/>
              </a:defRPr>
            </a:pPr>
            <a:r>
              <a:rPr sz="1275" b="1">
                <a:solidFill>
                  <a:srgbClr val="247E91"/>
                </a:solidFill>
                <a:latin typeface="DejaVu Sans"/>
                <a:ea typeface="DejaVu Sans"/>
                <a:cs typeface="DejaVu Sans"/>
              </a:rPr>
              <a:t>02</a:t>
            </a:r>
          </a:p>
        </p:txBody>
      </p:sp>
      <p:sp>
        <p:nvSpPr>
          <p:cNvPr id="12" name="text-22">
            <a:extLst xmlns:a="http://schemas.openxmlformats.org/drawingml/2006/main">
              <a:ext uri="{FF2B5EF4-FFF2-40B4-BE49-F238E27FC236}">
                <a16:creationId xmlns:a16="http://schemas.microsoft.com/office/drawing/2014/main" id="{D473EAED-DA56-45FD-B7E9-8A3A023E80DC}"/>
              </a:ext>
            </a:extLst>
          </p:cNvPr>
          <p:cNvSpPr>
            <a:spLocks xmlns:a="http://schemas.openxmlformats.org/drawingml/2006/main" noGrp="1"/>
          </p:cNvSpPr>
          <p:nvPr/>
        </p:nvSpPr>
        <p:spPr>
          <a:xfrm xmlns:a="http://schemas.openxmlformats.org/drawingml/2006/main">
            <a:off x="1295400" y="2257425"/>
            <a:ext cx="4000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62C45"/>
                </a:solidFill>
                <a:latin typeface="DejaVu Sans"/>
                <a:ea typeface="DejaVu Sans"/>
                <a:cs typeface="DejaVu Sans"/>
              </a:defRPr>
            </a:defPPr>
            <a:lvl1pPr algn="l">
              <a:defRPr sz="1725" b="1">
                <a:solidFill>
                  <a:srgbClr val="162C45"/>
                </a:solidFill>
                <a:latin typeface="DejaVu Sans"/>
                <a:ea typeface="DejaVu Sans"/>
                <a:cs typeface="DejaVu Sans"/>
              </a:defRPr>
            </a:lvl1pPr>
            <a:lvl2pPr algn="l">
              <a:defRPr sz="1725" b="1">
                <a:solidFill>
                  <a:srgbClr val="162C45"/>
                </a:solidFill>
                <a:latin typeface="DejaVu Sans"/>
                <a:ea typeface="DejaVu Sans"/>
                <a:cs typeface="DejaVu Sans"/>
              </a:defRPr>
            </a:lvl2pPr>
            <a:lvl3pPr algn="l">
              <a:defRPr sz="1725" b="1">
                <a:solidFill>
                  <a:srgbClr val="162C45"/>
                </a:solidFill>
                <a:latin typeface="DejaVu Sans"/>
                <a:ea typeface="DejaVu Sans"/>
                <a:cs typeface="DejaVu Sans"/>
              </a:defRPr>
            </a:lvl3pPr>
            <a:lvl4pPr algn="l">
              <a:defRPr sz="1725" b="1">
                <a:solidFill>
                  <a:srgbClr val="162C45"/>
                </a:solidFill>
                <a:latin typeface="DejaVu Sans"/>
                <a:ea typeface="DejaVu Sans"/>
                <a:cs typeface="DejaVu Sans"/>
              </a:defRPr>
            </a:lvl4pPr>
            <a:lvl5pPr algn="l">
              <a:defRPr sz="1725" b="1">
                <a:solidFill>
                  <a:srgbClr val="162C45"/>
                </a:solidFill>
                <a:latin typeface="DejaVu Sans"/>
                <a:ea typeface="DejaVu Sans"/>
                <a:cs typeface="DejaVu Sans"/>
              </a:defRPr>
            </a:lvl5pPr>
            <a:lvl6pPr algn="l">
              <a:defRPr sz="1725" b="1">
                <a:solidFill>
                  <a:srgbClr val="162C45"/>
                </a:solidFill>
                <a:latin typeface="DejaVu Sans"/>
                <a:ea typeface="DejaVu Sans"/>
                <a:cs typeface="DejaVu Sans"/>
              </a:defRPr>
            </a:lvl6pPr>
            <a:lvl7pPr algn="l">
              <a:defRPr sz="1725" b="1">
                <a:solidFill>
                  <a:srgbClr val="162C45"/>
                </a:solidFill>
                <a:latin typeface="DejaVu Sans"/>
                <a:ea typeface="DejaVu Sans"/>
                <a:cs typeface="DejaVu Sans"/>
              </a:defRPr>
            </a:lvl7pPr>
            <a:lvl8pPr algn="l">
              <a:defRPr sz="1725" b="1">
                <a:solidFill>
                  <a:srgbClr val="162C45"/>
                </a:solidFill>
                <a:latin typeface="DejaVu Sans"/>
                <a:ea typeface="DejaVu Sans"/>
                <a:cs typeface="DejaVu Sans"/>
              </a:defRPr>
            </a:lvl8pPr>
            <a:lvl9pPr algn="l">
              <a:defRPr sz="1725" b="1">
                <a:solidFill>
                  <a:srgbClr val="162C45"/>
                </a:solidFill>
                <a:latin typeface="DejaVu Sans"/>
                <a:ea typeface="DejaVu Sans"/>
                <a:cs typeface="DejaVu Sans"/>
              </a:defRPr>
            </a:lvl9pPr>
          </a:lstStyle>
          <a:p xmlns:a="http://schemas.openxmlformats.org/drawingml/2006/main">
            <a:pPr algn="l">
              <a:defRPr sz="1725" b="1">
                <a:solidFill>
                  <a:srgbClr val="162C45"/>
                </a:solidFill>
                <a:latin typeface="DejaVu Sans"/>
                <a:ea typeface="DejaVu Sans"/>
                <a:cs typeface="DejaVu Sans"/>
              </a:defRPr>
            </a:pPr>
            <a:r>
              <a:rPr sz="1725" b="1">
                <a:solidFill>
                  <a:srgbClr val="162C45"/>
                </a:solidFill>
                <a:latin typeface="DejaVu Sans"/>
                <a:ea typeface="DejaVu Sans"/>
                <a:cs typeface="DejaVu Sans"/>
              </a:rPr>
              <a:t>Business Problem</a:t>
            </a:r>
          </a:p>
        </p:txBody>
      </p:sp>
      <p:sp>
        <p:nvSpPr>
          <p:cNvPr id="13" name="panel-23">
            <a:extLst xmlns:a="http://schemas.openxmlformats.org/drawingml/2006/main">
              <a:ext uri="{FF2B5EF4-FFF2-40B4-BE49-F238E27FC236}">
                <a16:creationId xmlns:a16="http://schemas.microsoft.com/office/drawing/2014/main" id="{ED4252CD-15D6-4F01-9356-29C8A77A58EC}"/>
              </a:ext>
            </a:extLst>
          </p:cNvPr>
          <p:cNvSpPr>
            <a:spLocks xmlns:a="http://schemas.openxmlformats.org/drawingml/2006/main" noGrp="1"/>
          </p:cNvSpPr>
          <p:nvPr/>
        </p:nvSpPr>
        <p:spPr>
          <a:xfrm xmlns:a="http://schemas.openxmlformats.org/drawingml/2006/main">
            <a:off x="609600" y="2686050"/>
            <a:ext cx="4857750" cy="419100"/>
          </a:xfrm>
          <a:prstGeom xmlns:a="http://schemas.openxmlformats.org/drawingml/2006/main" prst="roundRect">
            <a:avLst>
              <a:gd name="adj" fmla="val 18182"/>
            </a:avLst>
          </a:prstGeom>
          <a:solidFill xmlns:a="http://schemas.openxmlformats.org/drawingml/2006/main">
            <a:srgbClr val="EDF4F8"/>
          </a:solidFill>
          <a:ln xmlns:a="http://schemas.openxmlformats.org/drawingml/2006/main" w="0">
            <a:noFill/>
            <a:prstDash val="solid"/>
          </a:ln>
        </p:spPr>
      </p:sp>
      <p:sp>
        <p:nvSpPr>
          <p:cNvPr id="14" name="text-24">
            <a:extLst xmlns:a="http://schemas.openxmlformats.org/drawingml/2006/main">
              <a:ext uri="{FF2B5EF4-FFF2-40B4-BE49-F238E27FC236}">
                <a16:creationId xmlns:a16="http://schemas.microsoft.com/office/drawing/2014/main" id="{4701E0C0-0849-4BF1-AAC8-0977B9A1465C}"/>
              </a:ext>
            </a:extLst>
          </p:cNvPr>
          <p:cNvSpPr>
            <a:spLocks xmlns:a="http://schemas.openxmlformats.org/drawingml/2006/main" noGrp="1"/>
          </p:cNvSpPr>
          <p:nvPr/>
        </p:nvSpPr>
        <p:spPr>
          <a:xfrm xmlns:a="http://schemas.openxmlformats.org/drawingml/2006/main">
            <a:off x="781050" y="279082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247E91"/>
                </a:solidFill>
                <a:latin typeface="DejaVu Sans"/>
                <a:ea typeface="DejaVu Sans"/>
                <a:cs typeface="DejaVu Sans"/>
              </a:defRPr>
            </a:defPPr>
            <a:lvl1pPr algn="l">
              <a:defRPr sz="1275" b="1">
                <a:solidFill>
                  <a:srgbClr val="247E91"/>
                </a:solidFill>
                <a:latin typeface="DejaVu Sans"/>
                <a:ea typeface="DejaVu Sans"/>
                <a:cs typeface="DejaVu Sans"/>
              </a:defRPr>
            </a:lvl1pPr>
            <a:lvl2pPr algn="l">
              <a:defRPr sz="1275" b="1">
                <a:solidFill>
                  <a:srgbClr val="247E91"/>
                </a:solidFill>
                <a:latin typeface="DejaVu Sans"/>
                <a:ea typeface="DejaVu Sans"/>
                <a:cs typeface="DejaVu Sans"/>
              </a:defRPr>
            </a:lvl2pPr>
            <a:lvl3pPr algn="l">
              <a:defRPr sz="1275" b="1">
                <a:solidFill>
                  <a:srgbClr val="247E91"/>
                </a:solidFill>
                <a:latin typeface="DejaVu Sans"/>
                <a:ea typeface="DejaVu Sans"/>
                <a:cs typeface="DejaVu Sans"/>
              </a:defRPr>
            </a:lvl3pPr>
            <a:lvl4pPr algn="l">
              <a:defRPr sz="1275" b="1">
                <a:solidFill>
                  <a:srgbClr val="247E91"/>
                </a:solidFill>
                <a:latin typeface="DejaVu Sans"/>
                <a:ea typeface="DejaVu Sans"/>
                <a:cs typeface="DejaVu Sans"/>
              </a:defRPr>
            </a:lvl4pPr>
            <a:lvl5pPr algn="l">
              <a:defRPr sz="1275" b="1">
                <a:solidFill>
                  <a:srgbClr val="247E91"/>
                </a:solidFill>
                <a:latin typeface="DejaVu Sans"/>
                <a:ea typeface="DejaVu Sans"/>
                <a:cs typeface="DejaVu Sans"/>
              </a:defRPr>
            </a:lvl5pPr>
            <a:lvl6pPr algn="l">
              <a:defRPr sz="1275" b="1">
                <a:solidFill>
                  <a:srgbClr val="247E91"/>
                </a:solidFill>
                <a:latin typeface="DejaVu Sans"/>
                <a:ea typeface="DejaVu Sans"/>
                <a:cs typeface="DejaVu Sans"/>
              </a:defRPr>
            </a:lvl6pPr>
            <a:lvl7pPr algn="l">
              <a:defRPr sz="1275" b="1">
                <a:solidFill>
                  <a:srgbClr val="247E91"/>
                </a:solidFill>
                <a:latin typeface="DejaVu Sans"/>
                <a:ea typeface="DejaVu Sans"/>
                <a:cs typeface="DejaVu Sans"/>
              </a:defRPr>
            </a:lvl7pPr>
            <a:lvl8pPr algn="l">
              <a:defRPr sz="1275" b="1">
                <a:solidFill>
                  <a:srgbClr val="247E91"/>
                </a:solidFill>
                <a:latin typeface="DejaVu Sans"/>
                <a:ea typeface="DejaVu Sans"/>
                <a:cs typeface="DejaVu Sans"/>
              </a:defRPr>
            </a:lvl8pPr>
            <a:lvl9pPr algn="l">
              <a:defRPr sz="1275" b="1">
                <a:solidFill>
                  <a:srgbClr val="247E91"/>
                </a:solidFill>
                <a:latin typeface="DejaVu Sans"/>
                <a:ea typeface="DejaVu Sans"/>
                <a:cs typeface="DejaVu Sans"/>
              </a:defRPr>
            </a:lvl9pPr>
          </a:lstStyle>
          <a:p xmlns:a="http://schemas.openxmlformats.org/drawingml/2006/main">
            <a:pPr algn="l">
              <a:defRPr sz="1275" b="1">
                <a:solidFill>
                  <a:srgbClr val="247E91"/>
                </a:solidFill>
                <a:latin typeface="DejaVu Sans"/>
                <a:ea typeface="DejaVu Sans"/>
                <a:cs typeface="DejaVu Sans"/>
              </a:defRPr>
            </a:pPr>
            <a:r>
              <a:rPr sz="1275" b="1">
                <a:solidFill>
                  <a:srgbClr val="247E91"/>
                </a:solidFill>
                <a:latin typeface="DejaVu Sans"/>
                <a:ea typeface="DejaVu Sans"/>
                <a:cs typeface="DejaVu Sans"/>
              </a:rPr>
              <a:t>03</a:t>
            </a:r>
          </a:p>
        </p:txBody>
      </p:sp>
      <p:sp>
        <p:nvSpPr>
          <p:cNvPr id="15" name="text-25">
            <a:extLst xmlns:a="http://schemas.openxmlformats.org/drawingml/2006/main">
              <a:ext uri="{FF2B5EF4-FFF2-40B4-BE49-F238E27FC236}">
                <a16:creationId xmlns:a16="http://schemas.microsoft.com/office/drawing/2014/main" id="{D29B396C-A231-4207-8EA9-126083EDEF5E}"/>
              </a:ext>
            </a:extLst>
          </p:cNvPr>
          <p:cNvSpPr>
            <a:spLocks xmlns:a="http://schemas.openxmlformats.org/drawingml/2006/main" noGrp="1"/>
          </p:cNvSpPr>
          <p:nvPr/>
        </p:nvSpPr>
        <p:spPr>
          <a:xfrm xmlns:a="http://schemas.openxmlformats.org/drawingml/2006/main">
            <a:off x="1295400" y="2771775"/>
            <a:ext cx="4000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62C45"/>
                </a:solidFill>
                <a:latin typeface="DejaVu Sans"/>
                <a:ea typeface="DejaVu Sans"/>
                <a:cs typeface="DejaVu Sans"/>
              </a:defRPr>
            </a:defPPr>
            <a:lvl1pPr algn="l">
              <a:defRPr sz="1725" b="1">
                <a:solidFill>
                  <a:srgbClr val="162C45"/>
                </a:solidFill>
                <a:latin typeface="DejaVu Sans"/>
                <a:ea typeface="DejaVu Sans"/>
                <a:cs typeface="DejaVu Sans"/>
              </a:defRPr>
            </a:lvl1pPr>
            <a:lvl2pPr algn="l">
              <a:defRPr sz="1725" b="1">
                <a:solidFill>
                  <a:srgbClr val="162C45"/>
                </a:solidFill>
                <a:latin typeface="DejaVu Sans"/>
                <a:ea typeface="DejaVu Sans"/>
                <a:cs typeface="DejaVu Sans"/>
              </a:defRPr>
            </a:lvl2pPr>
            <a:lvl3pPr algn="l">
              <a:defRPr sz="1725" b="1">
                <a:solidFill>
                  <a:srgbClr val="162C45"/>
                </a:solidFill>
                <a:latin typeface="DejaVu Sans"/>
                <a:ea typeface="DejaVu Sans"/>
                <a:cs typeface="DejaVu Sans"/>
              </a:defRPr>
            </a:lvl3pPr>
            <a:lvl4pPr algn="l">
              <a:defRPr sz="1725" b="1">
                <a:solidFill>
                  <a:srgbClr val="162C45"/>
                </a:solidFill>
                <a:latin typeface="DejaVu Sans"/>
                <a:ea typeface="DejaVu Sans"/>
                <a:cs typeface="DejaVu Sans"/>
              </a:defRPr>
            </a:lvl4pPr>
            <a:lvl5pPr algn="l">
              <a:defRPr sz="1725" b="1">
                <a:solidFill>
                  <a:srgbClr val="162C45"/>
                </a:solidFill>
                <a:latin typeface="DejaVu Sans"/>
                <a:ea typeface="DejaVu Sans"/>
                <a:cs typeface="DejaVu Sans"/>
              </a:defRPr>
            </a:lvl5pPr>
            <a:lvl6pPr algn="l">
              <a:defRPr sz="1725" b="1">
                <a:solidFill>
                  <a:srgbClr val="162C45"/>
                </a:solidFill>
                <a:latin typeface="DejaVu Sans"/>
                <a:ea typeface="DejaVu Sans"/>
                <a:cs typeface="DejaVu Sans"/>
              </a:defRPr>
            </a:lvl6pPr>
            <a:lvl7pPr algn="l">
              <a:defRPr sz="1725" b="1">
                <a:solidFill>
                  <a:srgbClr val="162C45"/>
                </a:solidFill>
                <a:latin typeface="DejaVu Sans"/>
                <a:ea typeface="DejaVu Sans"/>
                <a:cs typeface="DejaVu Sans"/>
              </a:defRPr>
            </a:lvl7pPr>
            <a:lvl8pPr algn="l">
              <a:defRPr sz="1725" b="1">
                <a:solidFill>
                  <a:srgbClr val="162C45"/>
                </a:solidFill>
                <a:latin typeface="DejaVu Sans"/>
                <a:ea typeface="DejaVu Sans"/>
                <a:cs typeface="DejaVu Sans"/>
              </a:defRPr>
            </a:lvl8pPr>
            <a:lvl9pPr algn="l">
              <a:defRPr sz="1725" b="1">
                <a:solidFill>
                  <a:srgbClr val="162C45"/>
                </a:solidFill>
                <a:latin typeface="DejaVu Sans"/>
                <a:ea typeface="DejaVu Sans"/>
                <a:cs typeface="DejaVu Sans"/>
              </a:defRPr>
            </a:lvl9pPr>
          </a:lstStyle>
          <a:p xmlns:a="http://schemas.openxmlformats.org/drawingml/2006/main">
            <a:pPr algn="l">
              <a:defRPr sz="1725" b="1">
                <a:solidFill>
                  <a:srgbClr val="162C45"/>
                </a:solidFill>
                <a:latin typeface="DejaVu Sans"/>
                <a:ea typeface="DejaVu Sans"/>
                <a:cs typeface="DejaVu Sans"/>
              </a:defRPr>
            </a:pPr>
            <a:r>
              <a:rPr sz="1725" b="1">
                <a:solidFill>
                  <a:srgbClr val="162C45"/>
                </a:solidFill>
                <a:latin typeface="DejaVu Sans"/>
                <a:ea typeface="DejaVu Sans"/>
                <a:cs typeface="DejaVu Sans"/>
              </a:rPr>
              <a:t>Objectives</a:t>
            </a:r>
          </a:p>
        </p:txBody>
      </p:sp>
      <p:sp>
        <p:nvSpPr>
          <p:cNvPr id="16" name="panel-26">
            <a:extLst xmlns:a="http://schemas.openxmlformats.org/drawingml/2006/main">
              <a:ext uri="{FF2B5EF4-FFF2-40B4-BE49-F238E27FC236}">
                <a16:creationId xmlns:a16="http://schemas.microsoft.com/office/drawing/2014/main" id="{B7C45D54-3745-49DF-B7F2-9D20FA7F69E2}"/>
              </a:ext>
            </a:extLst>
          </p:cNvPr>
          <p:cNvSpPr>
            <a:spLocks xmlns:a="http://schemas.openxmlformats.org/drawingml/2006/main" noGrp="1"/>
          </p:cNvSpPr>
          <p:nvPr/>
        </p:nvSpPr>
        <p:spPr>
          <a:xfrm xmlns:a="http://schemas.openxmlformats.org/drawingml/2006/main">
            <a:off x="609600" y="3200400"/>
            <a:ext cx="4857750" cy="419100"/>
          </a:xfrm>
          <a:prstGeom xmlns:a="http://schemas.openxmlformats.org/drawingml/2006/main" prst="roundRect">
            <a:avLst>
              <a:gd name="adj" fmla="val 18182"/>
            </a:avLst>
          </a:prstGeom>
          <a:solidFill xmlns:a="http://schemas.openxmlformats.org/drawingml/2006/main">
            <a:srgbClr val="E5EFF6"/>
          </a:solidFill>
          <a:ln xmlns:a="http://schemas.openxmlformats.org/drawingml/2006/main" w="0">
            <a:noFill/>
            <a:prstDash val="solid"/>
          </a:ln>
        </p:spPr>
      </p:sp>
      <p:sp>
        <p:nvSpPr>
          <p:cNvPr id="17" name="text-27">
            <a:extLst xmlns:a="http://schemas.openxmlformats.org/drawingml/2006/main">
              <a:ext uri="{FF2B5EF4-FFF2-40B4-BE49-F238E27FC236}">
                <a16:creationId xmlns:a16="http://schemas.microsoft.com/office/drawing/2014/main" id="{670E65D0-5F78-4CFB-87F3-5F6AA5D49EFF}"/>
              </a:ext>
            </a:extLst>
          </p:cNvPr>
          <p:cNvSpPr>
            <a:spLocks xmlns:a="http://schemas.openxmlformats.org/drawingml/2006/main" noGrp="1"/>
          </p:cNvSpPr>
          <p:nvPr/>
        </p:nvSpPr>
        <p:spPr>
          <a:xfrm xmlns:a="http://schemas.openxmlformats.org/drawingml/2006/main">
            <a:off x="781050" y="330517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247E91"/>
                </a:solidFill>
                <a:latin typeface="DejaVu Sans"/>
                <a:ea typeface="DejaVu Sans"/>
                <a:cs typeface="DejaVu Sans"/>
              </a:defRPr>
            </a:defPPr>
            <a:lvl1pPr algn="l">
              <a:defRPr sz="1275" b="1">
                <a:solidFill>
                  <a:srgbClr val="247E91"/>
                </a:solidFill>
                <a:latin typeface="DejaVu Sans"/>
                <a:ea typeface="DejaVu Sans"/>
                <a:cs typeface="DejaVu Sans"/>
              </a:defRPr>
            </a:lvl1pPr>
            <a:lvl2pPr algn="l">
              <a:defRPr sz="1275" b="1">
                <a:solidFill>
                  <a:srgbClr val="247E91"/>
                </a:solidFill>
                <a:latin typeface="DejaVu Sans"/>
                <a:ea typeface="DejaVu Sans"/>
                <a:cs typeface="DejaVu Sans"/>
              </a:defRPr>
            </a:lvl2pPr>
            <a:lvl3pPr algn="l">
              <a:defRPr sz="1275" b="1">
                <a:solidFill>
                  <a:srgbClr val="247E91"/>
                </a:solidFill>
                <a:latin typeface="DejaVu Sans"/>
                <a:ea typeface="DejaVu Sans"/>
                <a:cs typeface="DejaVu Sans"/>
              </a:defRPr>
            </a:lvl3pPr>
            <a:lvl4pPr algn="l">
              <a:defRPr sz="1275" b="1">
                <a:solidFill>
                  <a:srgbClr val="247E91"/>
                </a:solidFill>
                <a:latin typeface="DejaVu Sans"/>
                <a:ea typeface="DejaVu Sans"/>
                <a:cs typeface="DejaVu Sans"/>
              </a:defRPr>
            </a:lvl4pPr>
            <a:lvl5pPr algn="l">
              <a:defRPr sz="1275" b="1">
                <a:solidFill>
                  <a:srgbClr val="247E91"/>
                </a:solidFill>
                <a:latin typeface="DejaVu Sans"/>
                <a:ea typeface="DejaVu Sans"/>
                <a:cs typeface="DejaVu Sans"/>
              </a:defRPr>
            </a:lvl5pPr>
            <a:lvl6pPr algn="l">
              <a:defRPr sz="1275" b="1">
                <a:solidFill>
                  <a:srgbClr val="247E91"/>
                </a:solidFill>
                <a:latin typeface="DejaVu Sans"/>
                <a:ea typeface="DejaVu Sans"/>
                <a:cs typeface="DejaVu Sans"/>
              </a:defRPr>
            </a:lvl6pPr>
            <a:lvl7pPr algn="l">
              <a:defRPr sz="1275" b="1">
                <a:solidFill>
                  <a:srgbClr val="247E91"/>
                </a:solidFill>
                <a:latin typeface="DejaVu Sans"/>
                <a:ea typeface="DejaVu Sans"/>
                <a:cs typeface="DejaVu Sans"/>
              </a:defRPr>
            </a:lvl7pPr>
            <a:lvl8pPr algn="l">
              <a:defRPr sz="1275" b="1">
                <a:solidFill>
                  <a:srgbClr val="247E91"/>
                </a:solidFill>
                <a:latin typeface="DejaVu Sans"/>
                <a:ea typeface="DejaVu Sans"/>
                <a:cs typeface="DejaVu Sans"/>
              </a:defRPr>
            </a:lvl8pPr>
            <a:lvl9pPr algn="l">
              <a:defRPr sz="1275" b="1">
                <a:solidFill>
                  <a:srgbClr val="247E91"/>
                </a:solidFill>
                <a:latin typeface="DejaVu Sans"/>
                <a:ea typeface="DejaVu Sans"/>
                <a:cs typeface="DejaVu Sans"/>
              </a:defRPr>
            </a:lvl9pPr>
          </a:lstStyle>
          <a:p xmlns:a="http://schemas.openxmlformats.org/drawingml/2006/main">
            <a:pPr algn="l">
              <a:defRPr sz="1275" b="1">
                <a:solidFill>
                  <a:srgbClr val="247E91"/>
                </a:solidFill>
                <a:latin typeface="DejaVu Sans"/>
                <a:ea typeface="DejaVu Sans"/>
                <a:cs typeface="DejaVu Sans"/>
              </a:defRPr>
            </a:pPr>
            <a:r>
              <a:rPr sz="1275" b="1">
                <a:solidFill>
                  <a:srgbClr val="247E91"/>
                </a:solidFill>
                <a:latin typeface="DejaVu Sans"/>
                <a:ea typeface="DejaVu Sans"/>
                <a:cs typeface="DejaVu Sans"/>
              </a:rPr>
              <a:t>04</a:t>
            </a:r>
          </a:p>
        </p:txBody>
      </p:sp>
      <p:sp>
        <p:nvSpPr>
          <p:cNvPr id="18" name="text-28">
            <a:extLst xmlns:a="http://schemas.openxmlformats.org/drawingml/2006/main">
              <a:ext uri="{FF2B5EF4-FFF2-40B4-BE49-F238E27FC236}">
                <a16:creationId xmlns:a16="http://schemas.microsoft.com/office/drawing/2014/main" id="{F79F2E66-C11D-4862-AFEF-0E24732FE0BA}"/>
              </a:ext>
            </a:extLst>
          </p:cNvPr>
          <p:cNvSpPr>
            <a:spLocks xmlns:a="http://schemas.openxmlformats.org/drawingml/2006/main" noGrp="1"/>
          </p:cNvSpPr>
          <p:nvPr/>
        </p:nvSpPr>
        <p:spPr>
          <a:xfrm xmlns:a="http://schemas.openxmlformats.org/drawingml/2006/main">
            <a:off x="1295400" y="3286125"/>
            <a:ext cx="4000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62C45"/>
                </a:solidFill>
                <a:latin typeface="DejaVu Sans"/>
                <a:ea typeface="DejaVu Sans"/>
                <a:cs typeface="DejaVu Sans"/>
              </a:defRPr>
            </a:defPPr>
            <a:lvl1pPr algn="l">
              <a:defRPr sz="1725" b="1">
                <a:solidFill>
                  <a:srgbClr val="162C45"/>
                </a:solidFill>
                <a:latin typeface="DejaVu Sans"/>
                <a:ea typeface="DejaVu Sans"/>
                <a:cs typeface="DejaVu Sans"/>
              </a:defRPr>
            </a:lvl1pPr>
            <a:lvl2pPr algn="l">
              <a:defRPr sz="1725" b="1">
                <a:solidFill>
                  <a:srgbClr val="162C45"/>
                </a:solidFill>
                <a:latin typeface="DejaVu Sans"/>
                <a:ea typeface="DejaVu Sans"/>
                <a:cs typeface="DejaVu Sans"/>
              </a:defRPr>
            </a:lvl2pPr>
            <a:lvl3pPr algn="l">
              <a:defRPr sz="1725" b="1">
                <a:solidFill>
                  <a:srgbClr val="162C45"/>
                </a:solidFill>
                <a:latin typeface="DejaVu Sans"/>
                <a:ea typeface="DejaVu Sans"/>
                <a:cs typeface="DejaVu Sans"/>
              </a:defRPr>
            </a:lvl3pPr>
            <a:lvl4pPr algn="l">
              <a:defRPr sz="1725" b="1">
                <a:solidFill>
                  <a:srgbClr val="162C45"/>
                </a:solidFill>
                <a:latin typeface="DejaVu Sans"/>
                <a:ea typeface="DejaVu Sans"/>
                <a:cs typeface="DejaVu Sans"/>
              </a:defRPr>
            </a:lvl4pPr>
            <a:lvl5pPr algn="l">
              <a:defRPr sz="1725" b="1">
                <a:solidFill>
                  <a:srgbClr val="162C45"/>
                </a:solidFill>
                <a:latin typeface="DejaVu Sans"/>
                <a:ea typeface="DejaVu Sans"/>
                <a:cs typeface="DejaVu Sans"/>
              </a:defRPr>
            </a:lvl5pPr>
            <a:lvl6pPr algn="l">
              <a:defRPr sz="1725" b="1">
                <a:solidFill>
                  <a:srgbClr val="162C45"/>
                </a:solidFill>
                <a:latin typeface="DejaVu Sans"/>
                <a:ea typeface="DejaVu Sans"/>
                <a:cs typeface="DejaVu Sans"/>
              </a:defRPr>
            </a:lvl6pPr>
            <a:lvl7pPr algn="l">
              <a:defRPr sz="1725" b="1">
                <a:solidFill>
                  <a:srgbClr val="162C45"/>
                </a:solidFill>
                <a:latin typeface="DejaVu Sans"/>
                <a:ea typeface="DejaVu Sans"/>
                <a:cs typeface="DejaVu Sans"/>
              </a:defRPr>
            </a:lvl7pPr>
            <a:lvl8pPr algn="l">
              <a:defRPr sz="1725" b="1">
                <a:solidFill>
                  <a:srgbClr val="162C45"/>
                </a:solidFill>
                <a:latin typeface="DejaVu Sans"/>
                <a:ea typeface="DejaVu Sans"/>
                <a:cs typeface="DejaVu Sans"/>
              </a:defRPr>
            </a:lvl8pPr>
            <a:lvl9pPr algn="l">
              <a:defRPr sz="1725" b="1">
                <a:solidFill>
                  <a:srgbClr val="162C45"/>
                </a:solidFill>
                <a:latin typeface="DejaVu Sans"/>
                <a:ea typeface="DejaVu Sans"/>
                <a:cs typeface="DejaVu Sans"/>
              </a:defRPr>
            </a:lvl9pPr>
          </a:lstStyle>
          <a:p xmlns:a="http://schemas.openxmlformats.org/drawingml/2006/main">
            <a:pPr algn="l">
              <a:defRPr sz="1725" b="1">
                <a:solidFill>
                  <a:srgbClr val="162C45"/>
                </a:solidFill>
                <a:latin typeface="DejaVu Sans"/>
                <a:ea typeface="DejaVu Sans"/>
                <a:cs typeface="DejaVu Sans"/>
              </a:defRPr>
            </a:pPr>
            <a:r>
              <a:rPr sz="1725" b="1">
                <a:solidFill>
                  <a:srgbClr val="162C45"/>
                </a:solidFill>
                <a:latin typeface="DejaVu Sans"/>
                <a:ea typeface="DejaVu Sans"/>
                <a:cs typeface="DejaVu Sans"/>
              </a:rPr>
              <a:t>Proposed Solution</a:t>
            </a:r>
          </a:p>
        </p:txBody>
      </p:sp>
      <p:sp>
        <p:nvSpPr>
          <p:cNvPr id="19" name="panel-29">
            <a:extLst xmlns:a="http://schemas.openxmlformats.org/drawingml/2006/main">
              <a:ext uri="{FF2B5EF4-FFF2-40B4-BE49-F238E27FC236}">
                <a16:creationId xmlns:a16="http://schemas.microsoft.com/office/drawing/2014/main" id="{55A2280D-365D-4F6A-A551-DBFCE278888D}"/>
              </a:ext>
            </a:extLst>
          </p:cNvPr>
          <p:cNvSpPr>
            <a:spLocks xmlns:a="http://schemas.openxmlformats.org/drawingml/2006/main" noGrp="1"/>
          </p:cNvSpPr>
          <p:nvPr/>
        </p:nvSpPr>
        <p:spPr>
          <a:xfrm xmlns:a="http://schemas.openxmlformats.org/drawingml/2006/main">
            <a:off x="609600" y="3714750"/>
            <a:ext cx="4857750" cy="419100"/>
          </a:xfrm>
          <a:prstGeom xmlns:a="http://schemas.openxmlformats.org/drawingml/2006/main" prst="roundRect">
            <a:avLst>
              <a:gd name="adj" fmla="val 18182"/>
            </a:avLst>
          </a:prstGeom>
          <a:solidFill xmlns:a="http://schemas.openxmlformats.org/drawingml/2006/main">
            <a:srgbClr val="EDF4F8"/>
          </a:solidFill>
          <a:ln xmlns:a="http://schemas.openxmlformats.org/drawingml/2006/main" w="0">
            <a:noFill/>
            <a:prstDash val="solid"/>
          </a:ln>
        </p:spPr>
      </p:sp>
      <p:sp>
        <p:nvSpPr>
          <p:cNvPr id="20" name="text-30">
            <a:extLst xmlns:a="http://schemas.openxmlformats.org/drawingml/2006/main">
              <a:ext uri="{FF2B5EF4-FFF2-40B4-BE49-F238E27FC236}">
                <a16:creationId xmlns:a16="http://schemas.microsoft.com/office/drawing/2014/main" id="{587D659E-C0D7-44CE-AC90-067CAA8B4EE7}"/>
              </a:ext>
            </a:extLst>
          </p:cNvPr>
          <p:cNvSpPr>
            <a:spLocks xmlns:a="http://schemas.openxmlformats.org/drawingml/2006/main" noGrp="1"/>
          </p:cNvSpPr>
          <p:nvPr/>
        </p:nvSpPr>
        <p:spPr>
          <a:xfrm xmlns:a="http://schemas.openxmlformats.org/drawingml/2006/main">
            <a:off x="781050" y="381952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247E91"/>
                </a:solidFill>
                <a:latin typeface="DejaVu Sans"/>
                <a:ea typeface="DejaVu Sans"/>
                <a:cs typeface="DejaVu Sans"/>
              </a:defRPr>
            </a:defPPr>
            <a:lvl1pPr algn="l">
              <a:defRPr sz="1275" b="1">
                <a:solidFill>
                  <a:srgbClr val="247E91"/>
                </a:solidFill>
                <a:latin typeface="DejaVu Sans"/>
                <a:ea typeface="DejaVu Sans"/>
                <a:cs typeface="DejaVu Sans"/>
              </a:defRPr>
            </a:lvl1pPr>
            <a:lvl2pPr algn="l">
              <a:defRPr sz="1275" b="1">
                <a:solidFill>
                  <a:srgbClr val="247E91"/>
                </a:solidFill>
                <a:latin typeface="DejaVu Sans"/>
                <a:ea typeface="DejaVu Sans"/>
                <a:cs typeface="DejaVu Sans"/>
              </a:defRPr>
            </a:lvl2pPr>
            <a:lvl3pPr algn="l">
              <a:defRPr sz="1275" b="1">
                <a:solidFill>
                  <a:srgbClr val="247E91"/>
                </a:solidFill>
                <a:latin typeface="DejaVu Sans"/>
                <a:ea typeface="DejaVu Sans"/>
                <a:cs typeface="DejaVu Sans"/>
              </a:defRPr>
            </a:lvl3pPr>
            <a:lvl4pPr algn="l">
              <a:defRPr sz="1275" b="1">
                <a:solidFill>
                  <a:srgbClr val="247E91"/>
                </a:solidFill>
                <a:latin typeface="DejaVu Sans"/>
                <a:ea typeface="DejaVu Sans"/>
                <a:cs typeface="DejaVu Sans"/>
              </a:defRPr>
            </a:lvl4pPr>
            <a:lvl5pPr algn="l">
              <a:defRPr sz="1275" b="1">
                <a:solidFill>
                  <a:srgbClr val="247E91"/>
                </a:solidFill>
                <a:latin typeface="DejaVu Sans"/>
                <a:ea typeface="DejaVu Sans"/>
                <a:cs typeface="DejaVu Sans"/>
              </a:defRPr>
            </a:lvl5pPr>
            <a:lvl6pPr algn="l">
              <a:defRPr sz="1275" b="1">
                <a:solidFill>
                  <a:srgbClr val="247E91"/>
                </a:solidFill>
                <a:latin typeface="DejaVu Sans"/>
                <a:ea typeface="DejaVu Sans"/>
                <a:cs typeface="DejaVu Sans"/>
              </a:defRPr>
            </a:lvl6pPr>
            <a:lvl7pPr algn="l">
              <a:defRPr sz="1275" b="1">
                <a:solidFill>
                  <a:srgbClr val="247E91"/>
                </a:solidFill>
                <a:latin typeface="DejaVu Sans"/>
                <a:ea typeface="DejaVu Sans"/>
                <a:cs typeface="DejaVu Sans"/>
              </a:defRPr>
            </a:lvl7pPr>
            <a:lvl8pPr algn="l">
              <a:defRPr sz="1275" b="1">
                <a:solidFill>
                  <a:srgbClr val="247E91"/>
                </a:solidFill>
                <a:latin typeface="DejaVu Sans"/>
                <a:ea typeface="DejaVu Sans"/>
                <a:cs typeface="DejaVu Sans"/>
              </a:defRPr>
            </a:lvl8pPr>
            <a:lvl9pPr algn="l">
              <a:defRPr sz="1275" b="1">
                <a:solidFill>
                  <a:srgbClr val="247E91"/>
                </a:solidFill>
                <a:latin typeface="DejaVu Sans"/>
                <a:ea typeface="DejaVu Sans"/>
                <a:cs typeface="DejaVu Sans"/>
              </a:defRPr>
            </a:lvl9pPr>
          </a:lstStyle>
          <a:p xmlns:a="http://schemas.openxmlformats.org/drawingml/2006/main">
            <a:pPr algn="l">
              <a:defRPr sz="1275" b="1">
                <a:solidFill>
                  <a:srgbClr val="247E91"/>
                </a:solidFill>
                <a:latin typeface="DejaVu Sans"/>
                <a:ea typeface="DejaVu Sans"/>
                <a:cs typeface="DejaVu Sans"/>
              </a:defRPr>
            </a:pPr>
            <a:r>
              <a:rPr sz="1275" b="1">
                <a:solidFill>
                  <a:srgbClr val="247E91"/>
                </a:solidFill>
                <a:latin typeface="DejaVu Sans"/>
                <a:ea typeface="DejaVu Sans"/>
                <a:cs typeface="DejaVu Sans"/>
              </a:rPr>
              <a:t>05</a:t>
            </a:r>
          </a:p>
        </p:txBody>
      </p:sp>
      <p:sp>
        <p:nvSpPr>
          <p:cNvPr id="21" name="text-31">
            <a:extLst xmlns:a="http://schemas.openxmlformats.org/drawingml/2006/main">
              <a:ext uri="{FF2B5EF4-FFF2-40B4-BE49-F238E27FC236}">
                <a16:creationId xmlns:a16="http://schemas.microsoft.com/office/drawing/2014/main" id="{63B8B2C5-C44A-4DA4-A4FB-05F52A2BC1DA}"/>
              </a:ext>
            </a:extLst>
          </p:cNvPr>
          <p:cNvSpPr>
            <a:spLocks xmlns:a="http://schemas.openxmlformats.org/drawingml/2006/main" noGrp="1"/>
          </p:cNvSpPr>
          <p:nvPr/>
        </p:nvSpPr>
        <p:spPr>
          <a:xfrm xmlns:a="http://schemas.openxmlformats.org/drawingml/2006/main">
            <a:off x="1295400" y="3800475"/>
            <a:ext cx="4000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62C45"/>
                </a:solidFill>
                <a:latin typeface="DejaVu Sans"/>
                <a:ea typeface="DejaVu Sans"/>
                <a:cs typeface="DejaVu Sans"/>
              </a:defRPr>
            </a:defPPr>
            <a:lvl1pPr algn="l">
              <a:defRPr sz="1725" b="1">
                <a:solidFill>
                  <a:srgbClr val="162C45"/>
                </a:solidFill>
                <a:latin typeface="DejaVu Sans"/>
                <a:ea typeface="DejaVu Sans"/>
                <a:cs typeface="DejaVu Sans"/>
              </a:defRPr>
            </a:lvl1pPr>
            <a:lvl2pPr algn="l">
              <a:defRPr sz="1725" b="1">
                <a:solidFill>
                  <a:srgbClr val="162C45"/>
                </a:solidFill>
                <a:latin typeface="DejaVu Sans"/>
                <a:ea typeface="DejaVu Sans"/>
                <a:cs typeface="DejaVu Sans"/>
              </a:defRPr>
            </a:lvl2pPr>
            <a:lvl3pPr algn="l">
              <a:defRPr sz="1725" b="1">
                <a:solidFill>
                  <a:srgbClr val="162C45"/>
                </a:solidFill>
                <a:latin typeface="DejaVu Sans"/>
                <a:ea typeface="DejaVu Sans"/>
                <a:cs typeface="DejaVu Sans"/>
              </a:defRPr>
            </a:lvl3pPr>
            <a:lvl4pPr algn="l">
              <a:defRPr sz="1725" b="1">
                <a:solidFill>
                  <a:srgbClr val="162C45"/>
                </a:solidFill>
                <a:latin typeface="DejaVu Sans"/>
                <a:ea typeface="DejaVu Sans"/>
                <a:cs typeface="DejaVu Sans"/>
              </a:defRPr>
            </a:lvl4pPr>
            <a:lvl5pPr algn="l">
              <a:defRPr sz="1725" b="1">
                <a:solidFill>
                  <a:srgbClr val="162C45"/>
                </a:solidFill>
                <a:latin typeface="DejaVu Sans"/>
                <a:ea typeface="DejaVu Sans"/>
                <a:cs typeface="DejaVu Sans"/>
              </a:defRPr>
            </a:lvl5pPr>
            <a:lvl6pPr algn="l">
              <a:defRPr sz="1725" b="1">
                <a:solidFill>
                  <a:srgbClr val="162C45"/>
                </a:solidFill>
                <a:latin typeface="DejaVu Sans"/>
                <a:ea typeface="DejaVu Sans"/>
                <a:cs typeface="DejaVu Sans"/>
              </a:defRPr>
            </a:lvl6pPr>
            <a:lvl7pPr algn="l">
              <a:defRPr sz="1725" b="1">
                <a:solidFill>
                  <a:srgbClr val="162C45"/>
                </a:solidFill>
                <a:latin typeface="DejaVu Sans"/>
                <a:ea typeface="DejaVu Sans"/>
                <a:cs typeface="DejaVu Sans"/>
              </a:defRPr>
            </a:lvl7pPr>
            <a:lvl8pPr algn="l">
              <a:defRPr sz="1725" b="1">
                <a:solidFill>
                  <a:srgbClr val="162C45"/>
                </a:solidFill>
                <a:latin typeface="DejaVu Sans"/>
                <a:ea typeface="DejaVu Sans"/>
                <a:cs typeface="DejaVu Sans"/>
              </a:defRPr>
            </a:lvl8pPr>
            <a:lvl9pPr algn="l">
              <a:defRPr sz="1725" b="1">
                <a:solidFill>
                  <a:srgbClr val="162C45"/>
                </a:solidFill>
                <a:latin typeface="DejaVu Sans"/>
                <a:ea typeface="DejaVu Sans"/>
                <a:cs typeface="DejaVu Sans"/>
              </a:defRPr>
            </a:lvl9pPr>
          </a:lstStyle>
          <a:p xmlns:a="http://schemas.openxmlformats.org/drawingml/2006/main">
            <a:pPr algn="l">
              <a:defRPr sz="1725" b="1">
                <a:solidFill>
                  <a:srgbClr val="162C45"/>
                </a:solidFill>
                <a:latin typeface="DejaVu Sans"/>
                <a:ea typeface="DejaVu Sans"/>
                <a:cs typeface="DejaVu Sans"/>
              </a:defRPr>
            </a:pPr>
            <a:r>
              <a:rPr sz="1725" b="1">
                <a:solidFill>
                  <a:srgbClr val="162C45"/>
                </a:solidFill>
                <a:latin typeface="DejaVu Sans"/>
                <a:ea typeface="DejaVu Sans"/>
                <a:cs typeface="DejaVu Sans"/>
              </a:rPr>
              <a:t>Workflow</a:t>
            </a:r>
          </a:p>
        </p:txBody>
      </p:sp>
      <p:sp>
        <p:nvSpPr>
          <p:cNvPr id="22" name="panel-32">
            <a:extLst xmlns:a="http://schemas.openxmlformats.org/drawingml/2006/main">
              <a:ext uri="{FF2B5EF4-FFF2-40B4-BE49-F238E27FC236}">
                <a16:creationId xmlns:a16="http://schemas.microsoft.com/office/drawing/2014/main" id="{F0F33CFF-C81C-4544-8290-01485AA760AB}"/>
              </a:ext>
            </a:extLst>
          </p:cNvPr>
          <p:cNvSpPr>
            <a:spLocks xmlns:a="http://schemas.openxmlformats.org/drawingml/2006/main" noGrp="1"/>
          </p:cNvSpPr>
          <p:nvPr/>
        </p:nvSpPr>
        <p:spPr>
          <a:xfrm xmlns:a="http://schemas.openxmlformats.org/drawingml/2006/main">
            <a:off x="609600" y="4229100"/>
            <a:ext cx="4857750" cy="419100"/>
          </a:xfrm>
          <a:prstGeom xmlns:a="http://schemas.openxmlformats.org/drawingml/2006/main" prst="roundRect">
            <a:avLst>
              <a:gd name="adj" fmla="val 18182"/>
            </a:avLst>
          </a:prstGeom>
          <a:solidFill xmlns:a="http://schemas.openxmlformats.org/drawingml/2006/main">
            <a:srgbClr val="E5EFF6"/>
          </a:solidFill>
          <a:ln xmlns:a="http://schemas.openxmlformats.org/drawingml/2006/main" w="0">
            <a:noFill/>
            <a:prstDash val="solid"/>
          </a:ln>
        </p:spPr>
      </p:sp>
      <p:sp>
        <p:nvSpPr>
          <p:cNvPr id="23" name="text-33">
            <a:extLst xmlns:a="http://schemas.openxmlformats.org/drawingml/2006/main">
              <a:ext uri="{FF2B5EF4-FFF2-40B4-BE49-F238E27FC236}">
                <a16:creationId xmlns:a16="http://schemas.microsoft.com/office/drawing/2014/main" id="{78ECE5E9-2FA3-41BD-9851-FE7E471EFA28}"/>
              </a:ext>
            </a:extLst>
          </p:cNvPr>
          <p:cNvSpPr>
            <a:spLocks xmlns:a="http://schemas.openxmlformats.org/drawingml/2006/main" noGrp="1"/>
          </p:cNvSpPr>
          <p:nvPr/>
        </p:nvSpPr>
        <p:spPr>
          <a:xfrm xmlns:a="http://schemas.openxmlformats.org/drawingml/2006/main">
            <a:off x="781050" y="433387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247E91"/>
                </a:solidFill>
                <a:latin typeface="DejaVu Sans"/>
                <a:ea typeface="DejaVu Sans"/>
                <a:cs typeface="DejaVu Sans"/>
              </a:defRPr>
            </a:defPPr>
            <a:lvl1pPr algn="l">
              <a:defRPr sz="1275" b="1">
                <a:solidFill>
                  <a:srgbClr val="247E91"/>
                </a:solidFill>
                <a:latin typeface="DejaVu Sans"/>
                <a:ea typeface="DejaVu Sans"/>
                <a:cs typeface="DejaVu Sans"/>
              </a:defRPr>
            </a:lvl1pPr>
            <a:lvl2pPr algn="l">
              <a:defRPr sz="1275" b="1">
                <a:solidFill>
                  <a:srgbClr val="247E91"/>
                </a:solidFill>
                <a:latin typeface="DejaVu Sans"/>
                <a:ea typeface="DejaVu Sans"/>
                <a:cs typeface="DejaVu Sans"/>
              </a:defRPr>
            </a:lvl2pPr>
            <a:lvl3pPr algn="l">
              <a:defRPr sz="1275" b="1">
                <a:solidFill>
                  <a:srgbClr val="247E91"/>
                </a:solidFill>
                <a:latin typeface="DejaVu Sans"/>
                <a:ea typeface="DejaVu Sans"/>
                <a:cs typeface="DejaVu Sans"/>
              </a:defRPr>
            </a:lvl3pPr>
            <a:lvl4pPr algn="l">
              <a:defRPr sz="1275" b="1">
                <a:solidFill>
                  <a:srgbClr val="247E91"/>
                </a:solidFill>
                <a:latin typeface="DejaVu Sans"/>
                <a:ea typeface="DejaVu Sans"/>
                <a:cs typeface="DejaVu Sans"/>
              </a:defRPr>
            </a:lvl4pPr>
            <a:lvl5pPr algn="l">
              <a:defRPr sz="1275" b="1">
                <a:solidFill>
                  <a:srgbClr val="247E91"/>
                </a:solidFill>
                <a:latin typeface="DejaVu Sans"/>
                <a:ea typeface="DejaVu Sans"/>
                <a:cs typeface="DejaVu Sans"/>
              </a:defRPr>
            </a:lvl5pPr>
            <a:lvl6pPr algn="l">
              <a:defRPr sz="1275" b="1">
                <a:solidFill>
                  <a:srgbClr val="247E91"/>
                </a:solidFill>
                <a:latin typeface="DejaVu Sans"/>
                <a:ea typeface="DejaVu Sans"/>
                <a:cs typeface="DejaVu Sans"/>
              </a:defRPr>
            </a:lvl6pPr>
            <a:lvl7pPr algn="l">
              <a:defRPr sz="1275" b="1">
                <a:solidFill>
                  <a:srgbClr val="247E91"/>
                </a:solidFill>
                <a:latin typeface="DejaVu Sans"/>
                <a:ea typeface="DejaVu Sans"/>
                <a:cs typeface="DejaVu Sans"/>
              </a:defRPr>
            </a:lvl7pPr>
            <a:lvl8pPr algn="l">
              <a:defRPr sz="1275" b="1">
                <a:solidFill>
                  <a:srgbClr val="247E91"/>
                </a:solidFill>
                <a:latin typeface="DejaVu Sans"/>
                <a:ea typeface="DejaVu Sans"/>
                <a:cs typeface="DejaVu Sans"/>
              </a:defRPr>
            </a:lvl8pPr>
            <a:lvl9pPr algn="l">
              <a:defRPr sz="1275" b="1">
                <a:solidFill>
                  <a:srgbClr val="247E91"/>
                </a:solidFill>
                <a:latin typeface="DejaVu Sans"/>
                <a:ea typeface="DejaVu Sans"/>
                <a:cs typeface="DejaVu Sans"/>
              </a:defRPr>
            </a:lvl9pPr>
          </a:lstStyle>
          <a:p xmlns:a="http://schemas.openxmlformats.org/drawingml/2006/main">
            <a:pPr algn="l">
              <a:defRPr sz="1275" b="1">
                <a:solidFill>
                  <a:srgbClr val="247E91"/>
                </a:solidFill>
                <a:latin typeface="DejaVu Sans"/>
                <a:ea typeface="DejaVu Sans"/>
                <a:cs typeface="DejaVu Sans"/>
              </a:defRPr>
            </a:pPr>
            <a:r>
              <a:rPr sz="1275" b="1">
                <a:solidFill>
                  <a:srgbClr val="247E91"/>
                </a:solidFill>
                <a:latin typeface="DejaVu Sans"/>
                <a:ea typeface="DejaVu Sans"/>
                <a:cs typeface="DejaVu Sans"/>
              </a:rPr>
              <a:t>06</a:t>
            </a:r>
          </a:p>
        </p:txBody>
      </p:sp>
      <p:sp>
        <p:nvSpPr>
          <p:cNvPr id="24" name="text-34">
            <a:extLst xmlns:a="http://schemas.openxmlformats.org/drawingml/2006/main">
              <a:ext uri="{FF2B5EF4-FFF2-40B4-BE49-F238E27FC236}">
                <a16:creationId xmlns:a16="http://schemas.microsoft.com/office/drawing/2014/main" id="{217F0DE8-FCA3-497D-9869-323B9C61B538}"/>
              </a:ext>
            </a:extLst>
          </p:cNvPr>
          <p:cNvSpPr>
            <a:spLocks xmlns:a="http://schemas.openxmlformats.org/drawingml/2006/main" noGrp="1"/>
          </p:cNvSpPr>
          <p:nvPr/>
        </p:nvSpPr>
        <p:spPr>
          <a:xfrm xmlns:a="http://schemas.openxmlformats.org/drawingml/2006/main">
            <a:off x="1295400" y="4314825"/>
            <a:ext cx="4000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62C45"/>
                </a:solidFill>
                <a:latin typeface="DejaVu Sans"/>
                <a:ea typeface="DejaVu Sans"/>
                <a:cs typeface="DejaVu Sans"/>
              </a:defRPr>
            </a:defPPr>
            <a:lvl1pPr algn="l">
              <a:defRPr sz="1725" b="1">
                <a:solidFill>
                  <a:srgbClr val="162C45"/>
                </a:solidFill>
                <a:latin typeface="DejaVu Sans"/>
                <a:ea typeface="DejaVu Sans"/>
                <a:cs typeface="DejaVu Sans"/>
              </a:defRPr>
            </a:lvl1pPr>
            <a:lvl2pPr algn="l">
              <a:defRPr sz="1725" b="1">
                <a:solidFill>
                  <a:srgbClr val="162C45"/>
                </a:solidFill>
                <a:latin typeface="DejaVu Sans"/>
                <a:ea typeface="DejaVu Sans"/>
                <a:cs typeface="DejaVu Sans"/>
              </a:defRPr>
            </a:lvl2pPr>
            <a:lvl3pPr algn="l">
              <a:defRPr sz="1725" b="1">
                <a:solidFill>
                  <a:srgbClr val="162C45"/>
                </a:solidFill>
                <a:latin typeface="DejaVu Sans"/>
                <a:ea typeface="DejaVu Sans"/>
                <a:cs typeface="DejaVu Sans"/>
              </a:defRPr>
            </a:lvl3pPr>
            <a:lvl4pPr algn="l">
              <a:defRPr sz="1725" b="1">
                <a:solidFill>
                  <a:srgbClr val="162C45"/>
                </a:solidFill>
                <a:latin typeface="DejaVu Sans"/>
                <a:ea typeface="DejaVu Sans"/>
                <a:cs typeface="DejaVu Sans"/>
              </a:defRPr>
            </a:lvl4pPr>
            <a:lvl5pPr algn="l">
              <a:defRPr sz="1725" b="1">
                <a:solidFill>
                  <a:srgbClr val="162C45"/>
                </a:solidFill>
                <a:latin typeface="DejaVu Sans"/>
                <a:ea typeface="DejaVu Sans"/>
                <a:cs typeface="DejaVu Sans"/>
              </a:defRPr>
            </a:lvl5pPr>
            <a:lvl6pPr algn="l">
              <a:defRPr sz="1725" b="1">
                <a:solidFill>
                  <a:srgbClr val="162C45"/>
                </a:solidFill>
                <a:latin typeface="DejaVu Sans"/>
                <a:ea typeface="DejaVu Sans"/>
                <a:cs typeface="DejaVu Sans"/>
              </a:defRPr>
            </a:lvl6pPr>
            <a:lvl7pPr algn="l">
              <a:defRPr sz="1725" b="1">
                <a:solidFill>
                  <a:srgbClr val="162C45"/>
                </a:solidFill>
                <a:latin typeface="DejaVu Sans"/>
                <a:ea typeface="DejaVu Sans"/>
                <a:cs typeface="DejaVu Sans"/>
              </a:defRPr>
            </a:lvl7pPr>
            <a:lvl8pPr algn="l">
              <a:defRPr sz="1725" b="1">
                <a:solidFill>
                  <a:srgbClr val="162C45"/>
                </a:solidFill>
                <a:latin typeface="DejaVu Sans"/>
                <a:ea typeface="DejaVu Sans"/>
                <a:cs typeface="DejaVu Sans"/>
              </a:defRPr>
            </a:lvl8pPr>
            <a:lvl9pPr algn="l">
              <a:defRPr sz="1725" b="1">
                <a:solidFill>
                  <a:srgbClr val="162C45"/>
                </a:solidFill>
                <a:latin typeface="DejaVu Sans"/>
                <a:ea typeface="DejaVu Sans"/>
                <a:cs typeface="DejaVu Sans"/>
              </a:defRPr>
            </a:lvl9pPr>
          </a:lstStyle>
          <a:p xmlns:a="http://schemas.openxmlformats.org/drawingml/2006/main">
            <a:pPr algn="l">
              <a:defRPr sz="1725" b="1">
                <a:solidFill>
                  <a:srgbClr val="162C45"/>
                </a:solidFill>
                <a:latin typeface="DejaVu Sans"/>
                <a:ea typeface="DejaVu Sans"/>
                <a:cs typeface="DejaVu Sans"/>
              </a:defRPr>
            </a:pPr>
            <a:r>
              <a:rPr sz="1725" b="1">
                <a:solidFill>
                  <a:srgbClr val="162C45"/>
                </a:solidFill>
                <a:latin typeface="DejaVu Sans"/>
                <a:ea typeface="DejaVu Sans"/>
                <a:cs typeface="DejaVu Sans"/>
              </a:rPr>
              <a:t>Logical Architecture</a:t>
            </a:r>
          </a:p>
        </p:txBody>
      </p:sp>
      <p:sp>
        <p:nvSpPr>
          <p:cNvPr id="25" name="panel-35">
            <a:extLst xmlns:a="http://schemas.openxmlformats.org/drawingml/2006/main">
              <a:ext uri="{FF2B5EF4-FFF2-40B4-BE49-F238E27FC236}">
                <a16:creationId xmlns:a16="http://schemas.microsoft.com/office/drawing/2014/main" id="{128FAB74-7007-4028-B33B-60B3B8EC06E0}"/>
              </a:ext>
            </a:extLst>
          </p:cNvPr>
          <p:cNvSpPr>
            <a:spLocks xmlns:a="http://schemas.openxmlformats.org/drawingml/2006/main" noGrp="1"/>
          </p:cNvSpPr>
          <p:nvPr/>
        </p:nvSpPr>
        <p:spPr>
          <a:xfrm xmlns:a="http://schemas.openxmlformats.org/drawingml/2006/main">
            <a:off x="609600" y="4743450"/>
            <a:ext cx="4857750" cy="419100"/>
          </a:xfrm>
          <a:prstGeom xmlns:a="http://schemas.openxmlformats.org/drawingml/2006/main" prst="roundRect">
            <a:avLst>
              <a:gd name="adj" fmla="val 18182"/>
            </a:avLst>
          </a:prstGeom>
          <a:solidFill xmlns:a="http://schemas.openxmlformats.org/drawingml/2006/main">
            <a:srgbClr val="EDF4F8"/>
          </a:solidFill>
          <a:ln xmlns:a="http://schemas.openxmlformats.org/drawingml/2006/main" w="0">
            <a:noFill/>
            <a:prstDash val="solid"/>
          </a:ln>
        </p:spPr>
      </p:sp>
      <p:sp>
        <p:nvSpPr>
          <p:cNvPr id="26" name="text-36">
            <a:extLst xmlns:a="http://schemas.openxmlformats.org/drawingml/2006/main">
              <a:ext uri="{FF2B5EF4-FFF2-40B4-BE49-F238E27FC236}">
                <a16:creationId xmlns:a16="http://schemas.microsoft.com/office/drawing/2014/main" id="{FFB01EA5-03CB-45D4-97C5-7A51D68D82EF}"/>
              </a:ext>
            </a:extLst>
          </p:cNvPr>
          <p:cNvSpPr>
            <a:spLocks xmlns:a="http://schemas.openxmlformats.org/drawingml/2006/main" noGrp="1"/>
          </p:cNvSpPr>
          <p:nvPr/>
        </p:nvSpPr>
        <p:spPr>
          <a:xfrm xmlns:a="http://schemas.openxmlformats.org/drawingml/2006/main">
            <a:off x="781050" y="484822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247E91"/>
                </a:solidFill>
                <a:latin typeface="DejaVu Sans"/>
                <a:ea typeface="DejaVu Sans"/>
                <a:cs typeface="DejaVu Sans"/>
              </a:defRPr>
            </a:defPPr>
            <a:lvl1pPr algn="l">
              <a:defRPr sz="1275" b="1">
                <a:solidFill>
                  <a:srgbClr val="247E91"/>
                </a:solidFill>
                <a:latin typeface="DejaVu Sans"/>
                <a:ea typeface="DejaVu Sans"/>
                <a:cs typeface="DejaVu Sans"/>
              </a:defRPr>
            </a:lvl1pPr>
            <a:lvl2pPr algn="l">
              <a:defRPr sz="1275" b="1">
                <a:solidFill>
                  <a:srgbClr val="247E91"/>
                </a:solidFill>
                <a:latin typeface="DejaVu Sans"/>
                <a:ea typeface="DejaVu Sans"/>
                <a:cs typeface="DejaVu Sans"/>
              </a:defRPr>
            </a:lvl2pPr>
            <a:lvl3pPr algn="l">
              <a:defRPr sz="1275" b="1">
                <a:solidFill>
                  <a:srgbClr val="247E91"/>
                </a:solidFill>
                <a:latin typeface="DejaVu Sans"/>
                <a:ea typeface="DejaVu Sans"/>
                <a:cs typeface="DejaVu Sans"/>
              </a:defRPr>
            </a:lvl3pPr>
            <a:lvl4pPr algn="l">
              <a:defRPr sz="1275" b="1">
                <a:solidFill>
                  <a:srgbClr val="247E91"/>
                </a:solidFill>
                <a:latin typeface="DejaVu Sans"/>
                <a:ea typeface="DejaVu Sans"/>
                <a:cs typeface="DejaVu Sans"/>
              </a:defRPr>
            </a:lvl4pPr>
            <a:lvl5pPr algn="l">
              <a:defRPr sz="1275" b="1">
                <a:solidFill>
                  <a:srgbClr val="247E91"/>
                </a:solidFill>
                <a:latin typeface="DejaVu Sans"/>
                <a:ea typeface="DejaVu Sans"/>
                <a:cs typeface="DejaVu Sans"/>
              </a:defRPr>
            </a:lvl5pPr>
            <a:lvl6pPr algn="l">
              <a:defRPr sz="1275" b="1">
                <a:solidFill>
                  <a:srgbClr val="247E91"/>
                </a:solidFill>
                <a:latin typeface="DejaVu Sans"/>
                <a:ea typeface="DejaVu Sans"/>
                <a:cs typeface="DejaVu Sans"/>
              </a:defRPr>
            </a:lvl6pPr>
            <a:lvl7pPr algn="l">
              <a:defRPr sz="1275" b="1">
                <a:solidFill>
                  <a:srgbClr val="247E91"/>
                </a:solidFill>
                <a:latin typeface="DejaVu Sans"/>
                <a:ea typeface="DejaVu Sans"/>
                <a:cs typeface="DejaVu Sans"/>
              </a:defRPr>
            </a:lvl7pPr>
            <a:lvl8pPr algn="l">
              <a:defRPr sz="1275" b="1">
                <a:solidFill>
                  <a:srgbClr val="247E91"/>
                </a:solidFill>
                <a:latin typeface="DejaVu Sans"/>
                <a:ea typeface="DejaVu Sans"/>
                <a:cs typeface="DejaVu Sans"/>
              </a:defRPr>
            </a:lvl8pPr>
            <a:lvl9pPr algn="l">
              <a:defRPr sz="1275" b="1">
                <a:solidFill>
                  <a:srgbClr val="247E91"/>
                </a:solidFill>
                <a:latin typeface="DejaVu Sans"/>
                <a:ea typeface="DejaVu Sans"/>
                <a:cs typeface="DejaVu Sans"/>
              </a:defRPr>
            </a:lvl9pPr>
          </a:lstStyle>
          <a:p xmlns:a="http://schemas.openxmlformats.org/drawingml/2006/main">
            <a:pPr algn="l">
              <a:defRPr sz="1275" b="1">
                <a:solidFill>
                  <a:srgbClr val="247E91"/>
                </a:solidFill>
                <a:latin typeface="DejaVu Sans"/>
                <a:ea typeface="DejaVu Sans"/>
                <a:cs typeface="DejaVu Sans"/>
              </a:defRPr>
            </a:pPr>
            <a:r>
              <a:rPr sz="1275" b="1">
                <a:solidFill>
                  <a:srgbClr val="247E91"/>
                </a:solidFill>
                <a:latin typeface="DejaVu Sans"/>
                <a:ea typeface="DejaVu Sans"/>
                <a:cs typeface="DejaVu Sans"/>
              </a:rPr>
              <a:t>07</a:t>
            </a:r>
          </a:p>
        </p:txBody>
      </p:sp>
      <p:sp>
        <p:nvSpPr>
          <p:cNvPr id="27" name="text-37">
            <a:extLst xmlns:a="http://schemas.openxmlformats.org/drawingml/2006/main">
              <a:ext uri="{FF2B5EF4-FFF2-40B4-BE49-F238E27FC236}">
                <a16:creationId xmlns:a16="http://schemas.microsoft.com/office/drawing/2014/main" id="{5862E666-E857-40FE-9BEF-5CD8DA9DC064}"/>
              </a:ext>
            </a:extLst>
          </p:cNvPr>
          <p:cNvSpPr>
            <a:spLocks xmlns:a="http://schemas.openxmlformats.org/drawingml/2006/main" noGrp="1"/>
          </p:cNvSpPr>
          <p:nvPr/>
        </p:nvSpPr>
        <p:spPr>
          <a:xfrm xmlns:a="http://schemas.openxmlformats.org/drawingml/2006/main">
            <a:off x="1295400" y="4829175"/>
            <a:ext cx="4000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62C45"/>
                </a:solidFill>
                <a:latin typeface="DejaVu Sans"/>
                <a:ea typeface="DejaVu Sans"/>
                <a:cs typeface="DejaVu Sans"/>
              </a:defRPr>
            </a:defPPr>
            <a:lvl1pPr algn="l">
              <a:defRPr sz="1725" b="1">
                <a:solidFill>
                  <a:srgbClr val="162C45"/>
                </a:solidFill>
                <a:latin typeface="DejaVu Sans"/>
                <a:ea typeface="DejaVu Sans"/>
                <a:cs typeface="DejaVu Sans"/>
              </a:defRPr>
            </a:lvl1pPr>
            <a:lvl2pPr algn="l">
              <a:defRPr sz="1725" b="1">
                <a:solidFill>
                  <a:srgbClr val="162C45"/>
                </a:solidFill>
                <a:latin typeface="DejaVu Sans"/>
                <a:ea typeface="DejaVu Sans"/>
                <a:cs typeface="DejaVu Sans"/>
              </a:defRPr>
            </a:lvl2pPr>
            <a:lvl3pPr algn="l">
              <a:defRPr sz="1725" b="1">
                <a:solidFill>
                  <a:srgbClr val="162C45"/>
                </a:solidFill>
                <a:latin typeface="DejaVu Sans"/>
                <a:ea typeface="DejaVu Sans"/>
                <a:cs typeface="DejaVu Sans"/>
              </a:defRPr>
            </a:lvl3pPr>
            <a:lvl4pPr algn="l">
              <a:defRPr sz="1725" b="1">
                <a:solidFill>
                  <a:srgbClr val="162C45"/>
                </a:solidFill>
                <a:latin typeface="DejaVu Sans"/>
                <a:ea typeface="DejaVu Sans"/>
                <a:cs typeface="DejaVu Sans"/>
              </a:defRPr>
            </a:lvl4pPr>
            <a:lvl5pPr algn="l">
              <a:defRPr sz="1725" b="1">
                <a:solidFill>
                  <a:srgbClr val="162C45"/>
                </a:solidFill>
                <a:latin typeface="DejaVu Sans"/>
                <a:ea typeface="DejaVu Sans"/>
                <a:cs typeface="DejaVu Sans"/>
              </a:defRPr>
            </a:lvl5pPr>
            <a:lvl6pPr algn="l">
              <a:defRPr sz="1725" b="1">
                <a:solidFill>
                  <a:srgbClr val="162C45"/>
                </a:solidFill>
                <a:latin typeface="DejaVu Sans"/>
                <a:ea typeface="DejaVu Sans"/>
                <a:cs typeface="DejaVu Sans"/>
              </a:defRPr>
            </a:lvl6pPr>
            <a:lvl7pPr algn="l">
              <a:defRPr sz="1725" b="1">
                <a:solidFill>
                  <a:srgbClr val="162C45"/>
                </a:solidFill>
                <a:latin typeface="DejaVu Sans"/>
                <a:ea typeface="DejaVu Sans"/>
                <a:cs typeface="DejaVu Sans"/>
              </a:defRPr>
            </a:lvl7pPr>
            <a:lvl8pPr algn="l">
              <a:defRPr sz="1725" b="1">
                <a:solidFill>
                  <a:srgbClr val="162C45"/>
                </a:solidFill>
                <a:latin typeface="DejaVu Sans"/>
                <a:ea typeface="DejaVu Sans"/>
                <a:cs typeface="DejaVu Sans"/>
              </a:defRPr>
            </a:lvl8pPr>
            <a:lvl9pPr algn="l">
              <a:defRPr sz="1725" b="1">
                <a:solidFill>
                  <a:srgbClr val="162C45"/>
                </a:solidFill>
                <a:latin typeface="DejaVu Sans"/>
                <a:ea typeface="DejaVu Sans"/>
                <a:cs typeface="DejaVu Sans"/>
              </a:defRPr>
            </a:lvl9pPr>
          </a:lstStyle>
          <a:p xmlns:a="http://schemas.openxmlformats.org/drawingml/2006/main">
            <a:pPr algn="l">
              <a:defRPr sz="1725" b="1">
                <a:solidFill>
                  <a:srgbClr val="162C45"/>
                </a:solidFill>
                <a:latin typeface="DejaVu Sans"/>
                <a:ea typeface="DejaVu Sans"/>
                <a:cs typeface="DejaVu Sans"/>
              </a:defRPr>
            </a:pPr>
            <a:r>
              <a:rPr sz="1725" b="1">
                <a:solidFill>
                  <a:srgbClr val="162C45"/>
                </a:solidFill>
                <a:latin typeface="DejaVu Sans"/>
                <a:ea typeface="DejaVu Sans"/>
                <a:cs typeface="DejaVu Sans"/>
              </a:rPr>
              <a:t>Agentic Workflow</a:t>
            </a:r>
          </a:p>
        </p:txBody>
      </p:sp>
      <p:sp>
        <p:nvSpPr>
          <p:cNvPr id="28" name="panel-38">
            <a:extLst xmlns:a="http://schemas.openxmlformats.org/drawingml/2006/main">
              <a:ext uri="{FF2B5EF4-FFF2-40B4-BE49-F238E27FC236}">
                <a16:creationId xmlns:a16="http://schemas.microsoft.com/office/drawing/2014/main" id="{A915CE9D-DDF3-4C56-B993-30381C9E3D5B}"/>
              </a:ext>
            </a:extLst>
          </p:cNvPr>
          <p:cNvSpPr>
            <a:spLocks xmlns:a="http://schemas.openxmlformats.org/drawingml/2006/main" noGrp="1"/>
          </p:cNvSpPr>
          <p:nvPr/>
        </p:nvSpPr>
        <p:spPr>
          <a:xfrm xmlns:a="http://schemas.openxmlformats.org/drawingml/2006/main">
            <a:off x="609600" y="5257800"/>
            <a:ext cx="4857750" cy="419100"/>
          </a:xfrm>
          <a:prstGeom xmlns:a="http://schemas.openxmlformats.org/drawingml/2006/main" prst="roundRect">
            <a:avLst>
              <a:gd name="adj" fmla="val 18182"/>
            </a:avLst>
          </a:prstGeom>
          <a:solidFill xmlns:a="http://schemas.openxmlformats.org/drawingml/2006/main">
            <a:srgbClr val="E5EFF6"/>
          </a:solidFill>
          <a:ln xmlns:a="http://schemas.openxmlformats.org/drawingml/2006/main" w="0">
            <a:noFill/>
            <a:prstDash val="solid"/>
          </a:ln>
        </p:spPr>
      </p:sp>
      <p:sp>
        <p:nvSpPr>
          <p:cNvPr id="29" name="text-39">
            <a:extLst xmlns:a="http://schemas.openxmlformats.org/drawingml/2006/main">
              <a:ext uri="{FF2B5EF4-FFF2-40B4-BE49-F238E27FC236}">
                <a16:creationId xmlns:a16="http://schemas.microsoft.com/office/drawing/2014/main" id="{05EF4D34-F3DE-407E-97E6-EFFF11D8C39F}"/>
              </a:ext>
            </a:extLst>
          </p:cNvPr>
          <p:cNvSpPr>
            <a:spLocks xmlns:a="http://schemas.openxmlformats.org/drawingml/2006/main" noGrp="1"/>
          </p:cNvSpPr>
          <p:nvPr/>
        </p:nvSpPr>
        <p:spPr>
          <a:xfrm xmlns:a="http://schemas.openxmlformats.org/drawingml/2006/main">
            <a:off x="781050" y="536257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247E91"/>
                </a:solidFill>
                <a:latin typeface="DejaVu Sans"/>
                <a:ea typeface="DejaVu Sans"/>
                <a:cs typeface="DejaVu Sans"/>
              </a:defRPr>
            </a:defPPr>
            <a:lvl1pPr algn="l">
              <a:defRPr sz="1275" b="1">
                <a:solidFill>
                  <a:srgbClr val="247E91"/>
                </a:solidFill>
                <a:latin typeface="DejaVu Sans"/>
                <a:ea typeface="DejaVu Sans"/>
                <a:cs typeface="DejaVu Sans"/>
              </a:defRPr>
            </a:lvl1pPr>
            <a:lvl2pPr algn="l">
              <a:defRPr sz="1275" b="1">
                <a:solidFill>
                  <a:srgbClr val="247E91"/>
                </a:solidFill>
                <a:latin typeface="DejaVu Sans"/>
                <a:ea typeface="DejaVu Sans"/>
                <a:cs typeface="DejaVu Sans"/>
              </a:defRPr>
            </a:lvl2pPr>
            <a:lvl3pPr algn="l">
              <a:defRPr sz="1275" b="1">
                <a:solidFill>
                  <a:srgbClr val="247E91"/>
                </a:solidFill>
                <a:latin typeface="DejaVu Sans"/>
                <a:ea typeface="DejaVu Sans"/>
                <a:cs typeface="DejaVu Sans"/>
              </a:defRPr>
            </a:lvl3pPr>
            <a:lvl4pPr algn="l">
              <a:defRPr sz="1275" b="1">
                <a:solidFill>
                  <a:srgbClr val="247E91"/>
                </a:solidFill>
                <a:latin typeface="DejaVu Sans"/>
                <a:ea typeface="DejaVu Sans"/>
                <a:cs typeface="DejaVu Sans"/>
              </a:defRPr>
            </a:lvl4pPr>
            <a:lvl5pPr algn="l">
              <a:defRPr sz="1275" b="1">
                <a:solidFill>
                  <a:srgbClr val="247E91"/>
                </a:solidFill>
                <a:latin typeface="DejaVu Sans"/>
                <a:ea typeface="DejaVu Sans"/>
                <a:cs typeface="DejaVu Sans"/>
              </a:defRPr>
            </a:lvl5pPr>
            <a:lvl6pPr algn="l">
              <a:defRPr sz="1275" b="1">
                <a:solidFill>
                  <a:srgbClr val="247E91"/>
                </a:solidFill>
                <a:latin typeface="DejaVu Sans"/>
                <a:ea typeface="DejaVu Sans"/>
                <a:cs typeface="DejaVu Sans"/>
              </a:defRPr>
            </a:lvl6pPr>
            <a:lvl7pPr algn="l">
              <a:defRPr sz="1275" b="1">
                <a:solidFill>
                  <a:srgbClr val="247E91"/>
                </a:solidFill>
                <a:latin typeface="DejaVu Sans"/>
                <a:ea typeface="DejaVu Sans"/>
                <a:cs typeface="DejaVu Sans"/>
              </a:defRPr>
            </a:lvl7pPr>
            <a:lvl8pPr algn="l">
              <a:defRPr sz="1275" b="1">
                <a:solidFill>
                  <a:srgbClr val="247E91"/>
                </a:solidFill>
                <a:latin typeface="DejaVu Sans"/>
                <a:ea typeface="DejaVu Sans"/>
                <a:cs typeface="DejaVu Sans"/>
              </a:defRPr>
            </a:lvl8pPr>
            <a:lvl9pPr algn="l">
              <a:defRPr sz="1275" b="1">
                <a:solidFill>
                  <a:srgbClr val="247E91"/>
                </a:solidFill>
                <a:latin typeface="DejaVu Sans"/>
                <a:ea typeface="DejaVu Sans"/>
                <a:cs typeface="DejaVu Sans"/>
              </a:defRPr>
            </a:lvl9pPr>
          </a:lstStyle>
          <a:p xmlns:a="http://schemas.openxmlformats.org/drawingml/2006/main">
            <a:pPr algn="l">
              <a:defRPr sz="1275" b="1">
                <a:solidFill>
                  <a:srgbClr val="247E91"/>
                </a:solidFill>
                <a:latin typeface="DejaVu Sans"/>
                <a:ea typeface="DejaVu Sans"/>
                <a:cs typeface="DejaVu Sans"/>
              </a:defRPr>
            </a:pPr>
            <a:r>
              <a:rPr sz="1275" b="1">
                <a:solidFill>
                  <a:srgbClr val="247E91"/>
                </a:solidFill>
                <a:latin typeface="DejaVu Sans"/>
                <a:ea typeface="DejaVu Sans"/>
                <a:cs typeface="DejaVu Sans"/>
              </a:rPr>
              <a:t>08</a:t>
            </a:r>
          </a:p>
        </p:txBody>
      </p:sp>
      <p:sp>
        <p:nvSpPr>
          <p:cNvPr id="30" name="text-40">
            <a:extLst xmlns:a="http://schemas.openxmlformats.org/drawingml/2006/main">
              <a:ext uri="{FF2B5EF4-FFF2-40B4-BE49-F238E27FC236}">
                <a16:creationId xmlns:a16="http://schemas.microsoft.com/office/drawing/2014/main" id="{DE1855ED-7385-45D3-A863-F0606B770306}"/>
              </a:ext>
            </a:extLst>
          </p:cNvPr>
          <p:cNvSpPr>
            <a:spLocks xmlns:a="http://schemas.openxmlformats.org/drawingml/2006/main" noGrp="1"/>
          </p:cNvSpPr>
          <p:nvPr/>
        </p:nvSpPr>
        <p:spPr>
          <a:xfrm xmlns:a="http://schemas.openxmlformats.org/drawingml/2006/main">
            <a:off x="1295400" y="5343525"/>
            <a:ext cx="4000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62C45"/>
                </a:solidFill>
                <a:latin typeface="DejaVu Sans"/>
                <a:ea typeface="DejaVu Sans"/>
                <a:cs typeface="DejaVu Sans"/>
              </a:defRPr>
            </a:defPPr>
            <a:lvl1pPr algn="l">
              <a:defRPr sz="1725" b="1">
                <a:solidFill>
                  <a:srgbClr val="162C45"/>
                </a:solidFill>
                <a:latin typeface="DejaVu Sans"/>
                <a:ea typeface="DejaVu Sans"/>
                <a:cs typeface="DejaVu Sans"/>
              </a:defRPr>
            </a:lvl1pPr>
            <a:lvl2pPr algn="l">
              <a:defRPr sz="1725" b="1">
                <a:solidFill>
                  <a:srgbClr val="162C45"/>
                </a:solidFill>
                <a:latin typeface="DejaVu Sans"/>
                <a:ea typeface="DejaVu Sans"/>
                <a:cs typeface="DejaVu Sans"/>
              </a:defRPr>
            </a:lvl2pPr>
            <a:lvl3pPr algn="l">
              <a:defRPr sz="1725" b="1">
                <a:solidFill>
                  <a:srgbClr val="162C45"/>
                </a:solidFill>
                <a:latin typeface="DejaVu Sans"/>
                <a:ea typeface="DejaVu Sans"/>
                <a:cs typeface="DejaVu Sans"/>
              </a:defRPr>
            </a:lvl3pPr>
            <a:lvl4pPr algn="l">
              <a:defRPr sz="1725" b="1">
                <a:solidFill>
                  <a:srgbClr val="162C45"/>
                </a:solidFill>
                <a:latin typeface="DejaVu Sans"/>
                <a:ea typeface="DejaVu Sans"/>
                <a:cs typeface="DejaVu Sans"/>
              </a:defRPr>
            </a:lvl4pPr>
            <a:lvl5pPr algn="l">
              <a:defRPr sz="1725" b="1">
                <a:solidFill>
                  <a:srgbClr val="162C45"/>
                </a:solidFill>
                <a:latin typeface="DejaVu Sans"/>
                <a:ea typeface="DejaVu Sans"/>
                <a:cs typeface="DejaVu Sans"/>
              </a:defRPr>
            </a:lvl5pPr>
            <a:lvl6pPr algn="l">
              <a:defRPr sz="1725" b="1">
                <a:solidFill>
                  <a:srgbClr val="162C45"/>
                </a:solidFill>
                <a:latin typeface="DejaVu Sans"/>
                <a:ea typeface="DejaVu Sans"/>
                <a:cs typeface="DejaVu Sans"/>
              </a:defRPr>
            </a:lvl6pPr>
            <a:lvl7pPr algn="l">
              <a:defRPr sz="1725" b="1">
                <a:solidFill>
                  <a:srgbClr val="162C45"/>
                </a:solidFill>
                <a:latin typeface="DejaVu Sans"/>
                <a:ea typeface="DejaVu Sans"/>
                <a:cs typeface="DejaVu Sans"/>
              </a:defRPr>
            </a:lvl7pPr>
            <a:lvl8pPr algn="l">
              <a:defRPr sz="1725" b="1">
                <a:solidFill>
                  <a:srgbClr val="162C45"/>
                </a:solidFill>
                <a:latin typeface="DejaVu Sans"/>
                <a:ea typeface="DejaVu Sans"/>
                <a:cs typeface="DejaVu Sans"/>
              </a:defRPr>
            </a:lvl8pPr>
            <a:lvl9pPr algn="l">
              <a:defRPr sz="1725" b="1">
                <a:solidFill>
                  <a:srgbClr val="162C45"/>
                </a:solidFill>
                <a:latin typeface="DejaVu Sans"/>
                <a:ea typeface="DejaVu Sans"/>
                <a:cs typeface="DejaVu Sans"/>
              </a:defRPr>
            </a:lvl9pPr>
          </a:lstStyle>
          <a:p xmlns:a="http://schemas.openxmlformats.org/drawingml/2006/main">
            <a:pPr algn="l">
              <a:defRPr sz="1725" b="1">
                <a:solidFill>
                  <a:srgbClr val="162C45"/>
                </a:solidFill>
                <a:latin typeface="DejaVu Sans"/>
                <a:ea typeface="DejaVu Sans"/>
                <a:cs typeface="DejaVu Sans"/>
              </a:defRPr>
            </a:pPr>
            <a:r>
              <a:rPr sz="1725" b="1">
                <a:solidFill>
                  <a:srgbClr val="162C45"/>
                </a:solidFill>
                <a:latin typeface="DejaVu Sans"/>
                <a:ea typeface="DejaVu Sans"/>
                <a:cs typeface="DejaVu Sans"/>
              </a:rPr>
              <a:t>Business Advantages</a:t>
            </a:r>
          </a:p>
        </p:txBody>
      </p:sp>
      <p:pic>
        <p:nvPicPr>
          <p:cNvPr id="31" name="">
            <a:extLst xmlns:a="http://schemas.openxmlformats.org/drawingml/2006/main">
              <a:ext uri="{FF2B5EF4-FFF2-40B4-BE49-F238E27FC236}">
                <a16:creationId xmlns:a16="http://schemas.microsoft.com/office/drawing/2014/main" id="{6F4A443A-796F-46F6-8B5F-0C1C3ACDD6C3}"/>
              </a:ext>
            </a:extLst>
          </p:cNvPr>
          <p:cNvPicPr>
            <a:picLocks xmlns:a="http://schemas.openxmlformats.org/drawingml/2006/main" noChangeAspect="1"/>
          </p:cNvPicPr>
          <p:nvPr/>
        </p:nvPicPr>
        <p:blipFill>
          <a:blip xmlns:r="http://schemas.openxmlformats.org/officeDocument/2006/relationships" xmlns:a="http://schemas.openxmlformats.org/drawingml/2006/main" r:embed="R9826be016ffd42fd"/>
          <a:srcRect xmlns:a="http://schemas.openxmlformats.org/drawingml/2006/main" l="0" t="2558" r="0" b="2558"/>
          <a:stretch xmlns:a="http://schemas.openxmlformats.org/drawingml/2006/main">
            <a:fillRect l="0" t="0" r="0" b="0"/>
          </a:stretch>
        </p:blipFill>
        <p:spPr>
          <a:xfrm xmlns:a="http://schemas.openxmlformats.org/drawingml/2006/main">
            <a:off x="5934075" y="1657350"/>
            <a:ext cx="5648325" cy="4019550"/>
          </a:xfrm>
          <a:prstGeom xmlns:a="http://schemas.openxmlformats.org/drawingml/2006/main" prst="rect">
            <a:avLst/>
          </a:prstGeom>
        </p:spPr>
      </p:pic>
    </p:spTree>
    <p:extLst>
      <p:ext uri="{BB962C8B-B14F-4D97-AF65-F5344CB8AC3E}">
        <p14:creationId xmlns:p14="http://schemas.microsoft.com/office/powerpoint/2010/main" val="148544109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text-42">
            <a:extLst xmlns:a="http://schemas.openxmlformats.org/drawingml/2006/main">
              <a:ext uri="{FF2B5EF4-FFF2-40B4-BE49-F238E27FC236}">
                <a16:creationId xmlns:a16="http://schemas.microsoft.com/office/drawing/2014/main" id="{C0EDF734-471C-4D67-A7BE-75BCBF8BC388}"/>
              </a:ext>
            </a:extLst>
          </p:cNvPr>
          <p:cNvSpPr>
            <a:spLocks xmlns:a="http://schemas.openxmlformats.org/drawingml/2006/main" noGrp="1"/>
          </p:cNvSpPr>
          <p:nvPr/>
        </p:nvSpPr>
        <p:spPr>
          <a:xfrm xmlns:a="http://schemas.openxmlformats.org/drawingml/2006/main">
            <a:off x="609600" y="428625"/>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247E91"/>
                </a:solidFill>
                <a:latin typeface="DejaVu Sans"/>
                <a:ea typeface="DejaVu Sans"/>
                <a:cs typeface="DejaVu Sans"/>
              </a:defRPr>
            </a:defPPr>
            <a:lvl1pPr algn="l">
              <a:defRPr sz="1125" b="1">
                <a:solidFill>
                  <a:srgbClr val="247E91"/>
                </a:solidFill>
                <a:latin typeface="DejaVu Sans"/>
                <a:ea typeface="DejaVu Sans"/>
                <a:cs typeface="DejaVu Sans"/>
              </a:defRPr>
            </a:lvl1pPr>
            <a:lvl2pPr algn="l">
              <a:defRPr sz="1125" b="1">
                <a:solidFill>
                  <a:srgbClr val="247E91"/>
                </a:solidFill>
                <a:latin typeface="DejaVu Sans"/>
                <a:ea typeface="DejaVu Sans"/>
                <a:cs typeface="DejaVu Sans"/>
              </a:defRPr>
            </a:lvl2pPr>
            <a:lvl3pPr algn="l">
              <a:defRPr sz="1125" b="1">
                <a:solidFill>
                  <a:srgbClr val="247E91"/>
                </a:solidFill>
                <a:latin typeface="DejaVu Sans"/>
                <a:ea typeface="DejaVu Sans"/>
                <a:cs typeface="DejaVu Sans"/>
              </a:defRPr>
            </a:lvl3pPr>
            <a:lvl4pPr algn="l">
              <a:defRPr sz="1125" b="1">
                <a:solidFill>
                  <a:srgbClr val="247E91"/>
                </a:solidFill>
                <a:latin typeface="DejaVu Sans"/>
                <a:ea typeface="DejaVu Sans"/>
                <a:cs typeface="DejaVu Sans"/>
              </a:defRPr>
            </a:lvl4pPr>
            <a:lvl5pPr algn="l">
              <a:defRPr sz="1125" b="1">
                <a:solidFill>
                  <a:srgbClr val="247E91"/>
                </a:solidFill>
                <a:latin typeface="DejaVu Sans"/>
                <a:ea typeface="DejaVu Sans"/>
                <a:cs typeface="DejaVu Sans"/>
              </a:defRPr>
            </a:lvl5pPr>
            <a:lvl6pPr algn="l">
              <a:defRPr sz="1125" b="1">
                <a:solidFill>
                  <a:srgbClr val="247E91"/>
                </a:solidFill>
                <a:latin typeface="DejaVu Sans"/>
                <a:ea typeface="DejaVu Sans"/>
                <a:cs typeface="DejaVu Sans"/>
              </a:defRPr>
            </a:lvl6pPr>
            <a:lvl7pPr algn="l">
              <a:defRPr sz="1125" b="1">
                <a:solidFill>
                  <a:srgbClr val="247E91"/>
                </a:solidFill>
                <a:latin typeface="DejaVu Sans"/>
                <a:ea typeface="DejaVu Sans"/>
                <a:cs typeface="DejaVu Sans"/>
              </a:defRPr>
            </a:lvl7pPr>
            <a:lvl8pPr algn="l">
              <a:defRPr sz="1125" b="1">
                <a:solidFill>
                  <a:srgbClr val="247E91"/>
                </a:solidFill>
                <a:latin typeface="DejaVu Sans"/>
                <a:ea typeface="DejaVu Sans"/>
                <a:cs typeface="DejaVu Sans"/>
              </a:defRPr>
            </a:lvl8pPr>
            <a:lvl9pPr algn="l">
              <a:defRPr sz="1125" b="1">
                <a:solidFill>
                  <a:srgbClr val="247E91"/>
                </a:solidFill>
                <a:latin typeface="DejaVu Sans"/>
                <a:ea typeface="DejaVu Sans"/>
                <a:cs typeface="DejaVu Sans"/>
              </a:defRPr>
            </a:lvl9pPr>
          </a:lstStyle>
          <a:p xmlns:a="http://schemas.openxmlformats.org/drawingml/2006/main">
            <a:pPr algn="l">
              <a:defRPr sz="1125" b="1">
                <a:solidFill>
                  <a:srgbClr val="247E91"/>
                </a:solidFill>
                <a:latin typeface="DejaVu Sans"/>
                <a:ea typeface="DejaVu Sans"/>
                <a:cs typeface="DejaVu Sans"/>
              </a:defRPr>
            </a:pPr>
            <a:r>
              <a:rPr sz="1125" b="1">
                <a:solidFill>
                  <a:srgbClr val="247E91"/>
                </a:solidFill>
                <a:latin typeface="DejaVu Sans"/>
                <a:ea typeface="DejaVu Sans"/>
                <a:cs typeface="DejaVu Sans"/>
              </a:rPr>
              <a:t>TOOLS &amp; TECHNOLOGIES</a:t>
            </a:r>
          </a:p>
        </p:txBody>
      </p:sp>
      <p:sp>
        <p:nvSpPr>
          <p:cNvPr id="2" name="text-43">
            <a:extLst xmlns:a="http://schemas.openxmlformats.org/drawingml/2006/main">
              <a:ext uri="{FF2B5EF4-FFF2-40B4-BE49-F238E27FC236}">
                <a16:creationId xmlns:a16="http://schemas.microsoft.com/office/drawing/2014/main" id="{6FA381D8-B0BC-44F0-9ED0-96E72E885EA0}"/>
              </a:ext>
            </a:extLst>
          </p:cNvPr>
          <p:cNvSpPr>
            <a:spLocks xmlns:a="http://schemas.openxmlformats.org/drawingml/2006/main" noGrp="1"/>
          </p:cNvSpPr>
          <p:nvPr/>
        </p:nvSpPr>
        <p:spPr>
          <a:xfrm xmlns:a="http://schemas.openxmlformats.org/drawingml/2006/main">
            <a:off x="609600" y="828675"/>
            <a:ext cx="109728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162C45"/>
                </a:solidFill>
                <a:latin typeface="DejaVu Serif"/>
                <a:ea typeface="DejaVu Serif"/>
                <a:cs typeface="DejaVu Serif"/>
              </a:defRPr>
            </a:defPPr>
            <a:lvl1pPr algn="l">
              <a:defRPr sz="2850" b="1">
                <a:solidFill>
                  <a:srgbClr val="162C45"/>
                </a:solidFill>
                <a:latin typeface="DejaVu Serif"/>
                <a:ea typeface="DejaVu Serif"/>
                <a:cs typeface="DejaVu Serif"/>
              </a:defRPr>
            </a:lvl1pPr>
            <a:lvl2pPr algn="l">
              <a:defRPr sz="2850" b="1">
                <a:solidFill>
                  <a:srgbClr val="162C45"/>
                </a:solidFill>
                <a:latin typeface="DejaVu Serif"/>
                <a:ea typeface="DejaVu Serif"/>
                <a:cs typeface="DejaVu Serif"/>
              </a:defRPr>
            </a:lvl2pPr>
            <a:lvl3pPr algn="l">
              <a:defRPr sz="2850" b="1">
                <a:solidFill>
                  <a:srgbClr val="162C45"/>
                </a:solidFill>
                <a:latin typeface="DejaVu Serif"/>
                <a:ea typeface="DejaVu Serif"/>
                <a:cs typeface="DejaVu Serif"/>
              </a:defRPr>
            </a:lvl3pPr>
            <a:lvl4pPr algn="l">
              <a:defRPr sz="2850" b="1">
                <a:solidFill>
                  <a:srgbClr val="162C45"/>
                </a:solidFill>
                <a:latin typeface="DejaVu Serif"/>
                <a:ea typeface="DejaVu Serif"/>
                <a:cs typeface="DejaVu Serif"/>
              </a:defRPr>
            </a:lvl4pPr>
            <a:lvl5pPr algn="l">
              <a:defRPr sz="2850" b="1">
                <a:solidFill>
                  <a:srgbClr val="162C45"/>
                </a:solidFill>
                <a:latin typeface="DejaVu Serif"/>
                <a:ea typeface="DejaVu Serif"/>
                <a:cs typeface="DejaVu Serif"/>
              </a:defRPr>
            </a:lvl5pPr>
            <a:lvl6pPr algn="l">
              <a:defRPr sz="2850" b="1">
                <a:solidFill>
                  <a:srgbClr val="162C45"/>
                </a:solidFill>
                <a:latin typeface="DejaVu Serif"/>
                <a:ea typeface="DejaVu Serif"/>
                <a:cs typeface="DejaVu Serif"/>
              </a:defRPr>
            </a:lvl6pPr>
            <a:lvl7pPr algn="l">
              <a:defRPr sz="2850" b="1">
                <a:solidFill>
                  <a:srgbClr val="162C45"/>
                </a:solidFill>
                <a:latin typeface="DejaVu Serif"/>
                <a:ea typeface="DejaVu Serif"/>
                <a:cs typeface="DejaVu Serif"/>
              </a:defRPr>
            </a:lvl7pPr>
            <a:lvl8pPr algn="l">
              <a:defRPr sz="2850" b="1">
                <a:solidFill>
                  <a:srgbClr val="162C45"/>
                </a:solidFill>
                <a:latin typeface="DejaVu Serif"/>
                <a:ea typeface="DejaVu Serif"/>
                <a:cs typeface="DejaVu Serif"/>
              </a:defRPr>
            </a:lvl8pPr>
            <a:lvl9pPr algn="l">
              <a:defRPr sz="2850" b="1">
                <a:solidFill>
                  <a:srgbClr val="162C45"/>
                </a:solidFill>
                <a:latin typeface="DejaVu Serif"/>
                <a:ea typeface="DejaVu Serif"/>
                <a:cs typeface="DejaVu Serif"/>
              </a:defRPr>
            </a:lvl9pPr>
          </a:lstStyle>
          <a:p xmlns:a="http://schemas.openxmlformats.org/drawingml/2006/main">
            <a:pPr algn="l">
              <a:defRPr sz="2850" b="1">
                <a:solidFill>
                  <a:srgbClr val="162C45"/>
                </a:solidFill>
                <a:latin typeface="DejaVu Serif"/>
                <a:ea typeface="DejaVu Serif"/>
                <a:cs typeface="DejaVu Serif"/>
              </a:defRPr>
            </a:pPr>
            <a:r>
              <a:rPr sz="2850" b="1">
                <a:solidFill>
                  <a:srgbClr val="162C45"/>
                </a:solidFill>
                <a:latin typeface="DejaVu Serif"/>
                <a:ea typeface="DejaVu Serif"/>
                <a:cs typeface="DejaVu Serif"/>
              </a:rPr>
              <a:t>Technology Stack</a:t>
            </a:r>
          </a:p>
        </p:txBody>
      </p:sp>
      <p:pic>
        <p:nvPicPr>
          <p:cNvPr id="3" name="">
            <a:extLst xmlns:a="http://schemas.openxmlformats.org/drawingml/2006/main">
              <a:ext uri="{FF2B5EF4-FFF2-40B4-BE49-F238E27FC236}">
                <a16:creationId xmlns:a16="http://schemas.microsoft.com/office/drawing/2014/main" id="{9ABA4F08-B062-4B16-A248-D4BCED87432A}"/>
              </a:ext>
            </a:extLst>
          </p:cNvPr>
          <p:cNvPicPr>
            <a:picLocks xmlns:a="http://schemas.openxmlformats.org/drawingml/2006/main" noChangeAspect="1"/>
          </p:cNvPicPr>
          <p:nvPr/>
        </p:nvPicPr>
        <p:blipFill>
          <a:blip xmlns:r="http://schemas.openxmlformats.org/officeDocument/2006/relationships" xmlns:a="http://schemas.openxmlformats.org/drawingml/2006/main" r:embed="Rb0d1f4d2c84842d2"/>
          <a:stretch xmlns:a="http://schemas.openxmlformats.org/drawingml/2006/main"/>
        </p:blipFill>
        <p:spPr>
          <a:xfrm xmlns:a="http://schemas.openxmlformats.org/drawingml/2006/main">
            <a:off x="740111" y="6210300"/>
            <a:ext cx="1339177" cy="419100"/>
          </a:xfrm>
          <a:prstGeom xmlns:a="http://schemas.openxmlformats.org/drawingml/2006/main" prst="rect">
            <a:avLst/>
          </a:prstGeom>
        </p:spPr>
      </p:pic>
      <p:sp>
        <p:nvSpPr>
          <p:cNvPr id="4" name="panel-45">
            <a:extLst xmlns:a="http://schemas.openxmlformats.org/drawingml/2006/main">
              <a:ext uri="{FF2B5EF4-FFF2-40B4-BE49-F238E27FC236}">
                <a16:creationId xmlns:a16="http://schemas.microsoft.com/office/drawing/2014/main" id="{8E1884B3-00B5-47EF-A19F-833FF3F8562F}"/>
              </a:ext>
            </a:extLst>
          </p:cNvPr>
          <p:cNvSpPr>
            <a:spLocks xmlns:a="http://schemas.openxmlformats.org/drawingml/2006/main" noGrp="1"/>
          </p:cNvSpPr>
          <p:nvPr/>
        </p:nvSpPr>
        <p:spPr>
          <a:xfrm xmlns:a="http://schemas.openxmlformats.org/drawingml/2006/main">
            <a:off x="11010900" y="6105525"/>
            <a:ext cx="571500" cy="571500"/>
          </a:xfrm>
          <a:prstGeom xmlns:a="http://schemas.openxmlformats.org/drawingml/2006/main" prst="rect">
            <a:avLst/>
          </a:prstGeom>
          <a:solidFill xmlns:a="http://schemas.openxmlformats.org/drawingml/2006/main">
            <a:srgbClr val="14253D"/>
          </a:solidFill>
          <a:ln xmlns:a="http://schemas.openxmlformats.org/drawingml/2006/main" w="0">
            <a:noFill/>
            <a:prstDash val="solid"/>
          </a:ln>
        </p:spPr>
      </p:sp>
      <p:pic>
        <p:nvPicPr>
          <p:cNvPr id="5" name="">
            <a:extLst xmlns:a="http://schemas.openxmlformats.org/drawingml/2006/main">
              <a:ext uri="{FF2B5EF4-FFF2-40B4-BE49-F238E27FC236}">
                <a16:creationId xmlns:a16="http://schemas.microsoft.com/office/drawing/2014/main" id="{BEB14154-3E6A-416B-9AAB-0234CC2DD128}"/>
              </a:ext>
            </a:extLst>
          </p:cNvPr>
          <p:cNvPicPr>
            <a:picLocks xmlns:a="http://schemas.openxmlformats.org/drawingml/2006/main" noChangeAspect="1"/>
          </p:cNvPicPr>
          <p:nvPr/>
        </p:nvPicPr>
        <p:blipFill>
          <a:blip xmlns:r="http://schemas.openxmlformats.org/officeDocument/2006/relationships" xmlns:a="http://schemas.openxmlformats.org/drawingml/2006/main" r:embed="Rf26d05576c044a01">
            <a:extLst>
              <a:ext uri="{96DAC541-7B7A-43D3-8B79-37D633B846F1}">
                <asvg:svgBlip xmlns:asvg="http://schemas.microsoft.com/office/drawing/2016/SVG/main" r:embed="Re4e7150aa1224c7f"/>
              </a:ext>
            </a:extLst>
          </a:blip>
          <a:stretch xmlns:a="http://schemas.openxmlformats.org/drawingml/2006/main"/>
        </p:blipFill>
        <p:spPr>
          <a:xfrm xmlns:a="http://schemas.openxmlformats.org/drawingml/2006/main">
            <a:off x="11087100" y="6181725"/>
            <a:ext cx="419100" cy="409575"/>
          </a:xfrm>
          <a:prstGeom xmlns:a="http://schemas.openxmlformats.org/drawingml/2006/main" prst="rect">
            <a:avLst/>
          </a:prstGeom>
        </p:spPr>
      </p:pic>
      <p:sp>
        <p:nvSpPr>
          <p:cNvPr id="6" name="text-47">
            <a:extLst xmlns:a="http://schemas.openxmlformats.org/drawingml/2006/main">
              <a:ext uri="{FF2B5EF4-FFF2-40B4-BE49-F238E27FC236}">
                <a16:creationId xmlns:a16="http://schemas.microsoft.com/office/drawing/2014/main" id="{A4F5A648-F67E-44D0-B24C-17BB33E15148}"/>
              </a:ext>
            </a:extLst>
          </p:cNvPr>
          <p:cNvSpPr>
            <a:spLocks xmlns:a="http://schemas.openxmlformats.org/drawingml/2006/main" noGrp="1"/>
          </p:cNvSpPr>
          <p:nvPr/>
        </p:nvSpPr>
        <p:spPr>
          <a:xfrm xmlns:a="http://schemas.openxmlformats.org/drawingml/2006/main">
            <a:off x="5810250" y="6353175"/>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75" b="0">
                <a:solidFill>
                  <a:srgbClr val="5E7285"/>
                </a:solidFill>
                <a:latin typeface="DejaVu Sans"/>
                <a:ea typeface="DejaVu Sans"/>
                <a:cs typeface="DejaVu Sans"/>
              </a:defRPr>
            </a:defPPr>
            <a:lvl1pPr algn="ctr">
              <a:defRPr sz="975" b="0">
                <a:solidFill>
                  <a:srgbClr val="5E7285"/>
                </a:solidFill>
                <a:latin typeface="DejaVu Sans"/>
                <a:ea typeface="DejaVu Sans"/>
                <a:cs typeface="DejaVu Sans"/>
              </a:defRPr>
            </a:lvl1pPr>
            <a:lvl2pPr algn="ctr">
              <a:defRPr sz="975" b="0">
                <a:solidFill>
                  <a:srgbClr val="5E7285"/>
                </a:solidFill>
                <a:latin typeface="DejaVu Sans"/>
                <a:ea typeface="DejaVu Sans"/>
                <a:cs typeface="DejaVu Sans"/>
              </a:defRPr>
            </a:lvl2pPr>
            <a:lvl3pPr algn="ctr">
              <a:defRPr sz="975" b="0">
                <a:solidFill>
                  <a:srgbClr val="5E7285"/>
                </a:solidFill>
                <a:latin typeface="DejaVu Sans"/>
                <a:ea typeface="DejaVu Sans"/>
                <a:cs typeface="DejaVu Sans"/>
              </a:defRPr>
            </a:lvl3pPr>
            <a:lvl4pPr algn="ctr">
              <a:defRPr sz="975" b="0">
                <a:solidFill>
                  <a:srgbClr val="5E7285"/>
                </a:solidFill>
                <a:latin typeface="DejaVu Sans"/>
                <a:ea typeface="DejaVu Sans"/>
                <a:cs typeface="DejaVu Sans"/>
              </a:defRPr>
            </a:lvl4pPr>
            <a:lvl5pPr algn="ctr">
              <a:defRPr sz="975" b="0">
                <a:solidFill>
                  <a:srgbClr val="5E7285"/>
                </a:solidFill>
                <a:latin typeface="DejaVu Sans"/>
                <a:ea typeface="DejaVu Sans"/>
                <a:cs typeface="DejaVu Sans"/>
              </a:defRPr>
            </a:lvl5pPr>
            <a:lvl6pPr algn="ctr">
              <a:defRPr sz="975" b="0">
                <a:solidFill>
                  <a:srgbClr val="5E7285"/>
                </a:solidFill>
                <a:latin typeface="DejaVu Sans"/>
                <a:ea typeface="DejaVu Sans"/>
                <a:cs typeface="DejaVu Sans"/>
              </a:defRPr>
            </a:lvl6pPr>
            <a:lvl7pPr algn="ctr">
              <a:defRPr sz="975" b="0">
                <a:solidFill>
                  <a:srgbClr val="5E7285"/>
                </a:solidFill>
                <a:latin typeface="DejaVu Sans"/>
                <a:ea typeface="DejaVu Sans"/>
                <a:cs typeface="DejaVu Sans"/>
              </a:defRPr>
            </a:lvl7pPr>
            <a:lvl8pPr algn="ctr">
              <a:defRPr sz="975" b="0">
                <a:solidFill>
                  <a:srgbClr val="5E7285"/>
                </a:solidFill>
                <a:latin typeface="DejaVu Sans"/>
                <a:ea typeface="DejaVu Sans"/>
                <a:cs typeface="DejaVu Sans"/>
              </a:defRPr>
            </a:lvl8pPr>
            <a:lvl9pPr algn="ctr">
              <a:defRPr sz="975" b="0">
                <a:solidFill>
                  <a:srgbClr val="5E7285"/>
                </a:solidFill>
                <a:latin typeface="DejaVu Sans"/>
                <a:ea typeface="DejaVu Sans"/>
                <a:cs typeface="DejaVu Sans"/>
              </a:defRPr>
            </a:lvl9pPr>
          </a:lstStyle>
          <a:p xmlns:a="http://schemas.openxmlformats.org/drawingml/2006/main">
            <a:pPr algn="ctr">
              <a:defRPr sz="975" b="0">
                <a:solidFill>
                  <a:srgbClr val="5E7285"/>
                </a:solidFill>
                <a:latin typeface="DejaVu Sans"/>
                <a:ea typeface="DejaVu Sans"/>
                <a:cs typeface="DejaVu Sans"/>
              </a:defRPr>
            </a:pPr>
            <a:r>
              <a:rPr sz="975" b="0">
                <a:solidFill>
                  <a:srgbClr val="5E7285"/>
                </a:solidFill>
                <a:latin typeface="DejaVu Sans"/>
                <a:ea typeface="DejaVu Sans"/>
                <a:cs typeface="DejaVu Sans"/>
              </a:rPr>
              <a:t>03</a:t>
            </a:r>
          </a:p>
        </p:txBody>
      </p:sp>
      <p:sp>
        <p:nvSpPr>
          <p:cNvPr id="7" name="panel-48">
            <a:extLst xmlns:a="http://schemas.openxmlformats.org/drawingml/2006/main">
              <a:ext uri="{FF2B5EF4-FFF2-40B4-BE49-F238E27FC236}">
                <a16:creationId xmlns:a16="http://schemas.microsoft.com/office/drawing/2014/main" id="{B0D053FD-408E-40F7-8179-3FC29E1C7528}"/>
              </a:ext>
            </a:extLst>
          </p:cNvPr>
          <p:cNvSpPr>
            <a:spLocks xmlns:a="http://schemas.openxmlformats.org/drawingml/2006/main" noGrp="1"/>
          </p:cNvSpPr>
          <p:nvPr/>
        </p:nvSpPr>
        <p:spPr>
          <a:xfrm xmlns:a="http://schemas.openxmlformats.org/drawingml/2006/main">
            <a:off x="609600" y="1771650"/>
            <a:ext cx="2600325" cy="3952875"/>
          </a:xfrm>
          <a:prstGeom xmlns:a="http://schemas.openxmlformats.org/drawingml/2006/main" prst="roundRect">
            <a:avLst>
              <a:gd name="adj" fmla="val 5128"/>
            </a:avLst>
          </a:prstGeom>
          <a:solidFill xmlns:a="http://schemas.openxmlformats.org/drawingml/2006/main">
            <a:srgbClr val="F2F7FA"/>
          </a:solidFill>
          <a:ln xmlns:a="http://schemas.openxmlformats.org/drawingml/2006/main" w="9525">
            <a:solidFill>
              <a:srgbClr val="D9E5EC"/>
            </a:solidFill>
            <a:prstDash val="solid"/>
          </a:ln>
        </p:spPr>
      </p:sp>
      <p:sp>
        <p:nvSpPr>
          <p:cNvPr id="8" name="panel-49">
            <a:extLst xmlns:a="http://schemas.openxmlformats.org/drawingml/2006/main">
              <a:ext uri="{FF2B5EF4-FFF2-40B4-BE49-F238E27FC236}">
                <a16:creationId xmlns:a16="http://schemas.microsoft.com/office/drawing/2014/main" id="{E25BC84F-9828-4216-BE8A-64CACF9CA2F1}"/>
              </a:ext>
            </a:extLst>
          </p:cNvPr>
          <p:cNvSpPr>
            <a:spLocks xmlns:a="http://schemas.openxmlformats.org/drawingml/2006/main" noGrp="1"/>
          </p:cNvSpPr>
          <p:nvPr/>
        </p:nvSpPr>
        <p:spPr>
          <a:xfrm xmlns:a="http://schemas.openxmlformats.org/drawingml/2006/main">
            <a:off x="1552575" y="2019300"/>
            <a:ext cx="685800" cy="685800"/>
          </a:xfrm>
          <a:prstGeom xmlns:a="http://schemas.openxmlformats.org/drawingml/2006/main" prst="roundRect">
            <a:avLst>
              <a:gd name="adj" fmla="val 50000"/>
            </a:avLst>
          </a:prstGeom>
          <a:solidFill xmlns:a="http://schemas.openxmlformats.org/drawingml/2006/main">
            <a:srgbClr val="247E91"/>
          </a:solidFill>
          <a:ln xmlns:a="http://schemas.openxmlformats.org/drawingml/2006/main" w="0">
            <a:noFill/>
            <a:prstDash val="solid"/>
          </a:ln>
        </p:spPr>
      </p:sp>
      <p:pic>
        <p:nvPicPr>
          <p:cNvPr id="9" name="">
            <a:extLst xmlns:a="http://schemas.openxmlformats.org/drawingml/2006/main">
              <a:ext uri="{FF2B5EF4-FFF2-40B4-BE49-F238E27FC236}">
                <a16:creationId xmlns:a16="http://schemas.microsoft.com/office/drawing/2014/main" id="{13487010-62EF-437C-A750-1811BC014367}"/>
              </a:ext>
            </a:extLst>
          </p:cNvPr>
          <p:cNvPicPr>
            <a:picLocks xmlns:a="http://schemas.openxmlformats.org/drawingml/2006/main" noChangeAspect="1"/>
          </p:cNvPicPr>
          <p:nvPr/>
        </p:nvPicPr>
        <p:blipFill>
          <a:blip xmlns:r="http://schemas.openxmlformats.org/officeDocument/2006/relationships" xmlns:a="http://schemas.openxmlformats.org/drawingml/2006/main" r:embed="Rad101a1a71ea4bb5">
            <a:extLst>
              <a:ext uri="{96DAC541-7B7A-43D3-8B79-37D633B846F1}">
                <asvg:svgBlip xmlns:asvg="http://schemas.microsoft.com/office/drawing/2016/SVG/main" r:embed="R8be36c737b1d4b48"/>
              </a:ext>
            </a:extLst>
          </a:blip>
          <a:stretch xmlns:a="http://schemas.openxmlformats.org/drawingml/2006/main"/>
        </p:blipFill>
        <p:spPr>
          <a:xfrm xmlns:a="http://schemas.openxmlformats.org/drawingml/2006/main">
            <a:off x="1717167" y="2183892"/>
            <a:ext cx="356616" cy="356616"/>
          </a:xfrm>
          <a:prstGeom xmlns:a="http://schemas.openxmlformats.org/drawingml/2006/main" prst="rect">
            <a:avLst/>
          </a:prstGeom>
        </p:spPr>
      </p:pic>
      <p:sp>
        <p:nvSpPr>
          <p:cNvPr id="10" name="text-50">
            <a:extLst xmlns:a="http://schemas.openxmlformats.org/drawingml/2006/main">
              <a:ext uri="{FF2B5EF4-FFF2-40B4-BE49-F238E27FC236}">
                <a16:creationId xmlns:a16="http://schemas.microsoft.com/office/drawing/2014/main" id="{7F785926-A946-44B2-9B5F-2442194A5C78}"/>
              </a:ext>
            </a:extLst>
          </p:cNvPr>
          <p:cNvSpPr>
            <a:spLocks xmlns:a="http://schemas.openxmlformats.org/drawingml/2006/main" noGrp="1"/>
          </p:cNvSpPr>
          <p:nvPr/>
        </p:nvSpPr>
        <p:spPr>
          <a:xfrm xmlns:a="http://schemas.openxmlformats.org/drawingml/2006/main">
            <a:off x="781050" y="2943225"/>
            <a:ext cx="22574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1">
                <a:solidFill>
                  <a:srgbClr val="162C45"/>
                </a:solidFill>
                <a:latin typeface="DejaVu Serif"/>
                <a:ea typeface="DejaVu Serif"/>
                <a:cs typeface="DejaVu Serif"/>
              </a:defRPr>
            </a:defPPr>
            <a:lvl1pPr algn="ctr">
              <a:defRPr sz="1725" b="1">
                <a:solidFill>
                  <a:srgbClr val="162C45"/>
                </a:solidFill>
                <a:latin typeface="DejaVu Serif"/>
                <a:ea typeface="DejaVu Serif"/>
                <a:cs typeface="DejaVu Serif"/>
              </a:defRPr>
            </a:lvl1pPr>
            <a:lvl2pPr algn="ctr">
              <a:defRPr sz="1725" b="1">
                <a:solidFill>
                  <a:srgbClr val="162C45"/>
                </a:solidFill>
                <a:latin typeface="DejaVu Serif"/>
                <a:ea typeface="DejaVu Serif"/>
                <a:cs typeface="DejaVu Serif"/>
              </a:defRPr>
            </a:lvl2pPr>
            <a:lvl3pPr algn="ctr">
              <a:defRPr sz="1725" b="1">
                <a:solidFill>
                  <a:srgbClr val="162C45"/>
                </a:solidFill>
                <a:latin typeface="DejaVu Serif"/>
                <a:ea typeface="DejaVu Serif"/>
                <a:cs typeface="DejaVu Serif"/>
              </a:defRPr>
            </a:lvl3pPr>
            <a:lvl4pPr algn="ctr">
              <a:defRPr sz="1725" b="1">
                <a:solidFill>
                  <a:srgbClr val="162C45"/>
                </a:solidFill>
                <a:latin typeface="DejaVu Serif"/>
                <a:ea typeface="DejaVu Serif"/>
                <a:cs typeface="DejaVu Serif"/>
              </a:defRPr>
            </a:lvl4pPr>
            <a:lvl5pPr algn="ctr">
              <a:defRPr sz="1725" b="1">
                <a:solidFill>
                  <a:srgbClr val="162C45"/>
                </a:solidFill>
                <a:latin typeface="DejaVu Serif"/>
                <a:ea typeface="DejaVu Serif"/>
                <a:cs typeface="DejaVu Serif"/>
              </a:defRPr>
            </a:lvl5pPr>
            <a:lvl6pPr algn="ctr">
              <a:defRPr sz="1725" b="1">
                <a:solidFill>
                  <a:srgbClr val="162C45"/>
                </a:solidFill>
                <a:latin typeface="DejaVu Serif"/>
                <a:ea typeface="DejaVu Serif"/>
                <a:cs typeface="DejaVu Serif"/>
              </a:defRPr>
            </a:lvl6pPr>
            <a:lvl7pPr algn="ctr">
              <a:defRPr sz="1725" b="1">
                <a:solidFill>
                  <a:srgbClr val="162C45"/>
                </a:solidFill>
                <a:latin typeface="DejaVu Serif"/>
                <a:ea typeface="DejaVu Serif"/>
                <a:cs typeface="DejaVu Serif"/>
              </a:defRPr>
            </a:lvl7pPr>
            <a:lvl8pPr algn="ctr">
              <a:defRPr sz="1725" b="1">
                <a:solidFill>
                  <a:srgbClr val="162C45"/>
                </a:solidFill>
                <a:latin typeface="DejaVu Serif"/>
                <a:ea typeface="DejaVu Serif"/>
                <a:cs typeface="DejaVu Serif"/>
              </a:defRPr>
            </a:lvl8pPr>
            <a:lvl9pPr algn="ctr">
              <a:defRPr sz="1725" b="1">
                <a:solidFill>
                  <a:srgbClr val="162C45"/>
                </a:solidFill>
                <a:latin typeface="DejaVu Serif"/>
                <a:ea typeface="DejaVu Serif"/>
                <a:cs typeface="DejaVu Serif"/>
              </a:defRPr>
            </a:lvl9pPr>
          </a:lstStyle>
          <a:p xmlns:a="http://schemas.openxmlformats.org/drawingml/2006/main">
            <a:pPr algn="ctr">
              <a:defRPr sz="1725" b="1">
                <a:solidFill>
                  <a:srgbClr val="162C45"/>
                </a:solidFill>
                <a:latin typeface="DejaVu Serif"/>
                <a:ea typeface="DejaVu Serif"/>
                <a:cs typeface="DejaVu Serif"/>
              </a:defRPr>
            </a:pPr>
            <a:r>
              <a:rPr sz="1725" b="1">
                <a:solidFill>
                  <a:srgbClr val="162C45"/>
                </a:solidFill>
                <a:latin typeface="DejaVu Serif"/>
                <a:ea typeface="DejaVu Serif"/>
                <a:cs typeface="DejaVu Serif"/>
              </a:rPr>
              <a:t>Core Application</a:t>
            </a:r>
          </a:p>
        </p:txBody>
      </p:sp>
      <p:sp>
        <p:nvSpPr>
          <p:cNvPr id="11" name="panel-51">
            <a:extLst xmlns:a="http://schemas.openxmlformats.org/drawingml/2006/main">
              <a:ext uri="{FF2B5EF4-FFF2-40B4-BE49-F238E27FC236}">
                <a16:creationId xmlns:a16="http://schemas.microsoft.com/office/drawing/2014/main" id="{5BF47D14-7C90-4F5B-8546-F60B9F550C6D}"/>
              </a:ext>
            </a:extLst>
          </p:cNvPr>
          <p:cNvSpPr>
            <a:spLocks xmlns:a="http://schemas.openxmlformats.org/drawingml/2006/main" noGrp="1"/>
          </p:cNvSpPr>
          <p:nvPr/>
        </p:nvSpPr>
        <p:spPr>
          <a:xfrm xmlns:a="http://schemas.openxmlformats.org/drawingml/2006/main">
            <a:off x="847725" y="3781425"/>
            <a:ext cx="57150" cy="57150"/>
          </a:xfrm>
          <a:prstGeom xmlns:a="http://schemas.openxmlformats.org/drawingml/2006/main" prst="roundRect">
            <a:avLst>
              <a:gd name="adj" fmla="val 50000"/>
            </a:avLst>
          </a:prstGeom>
          <a:solidFill xmlns:a="http://schemas.openxmlformats.org/drawingml/2006/main">
            <a:srgbClr val="247E91"/>
          </a:solidFill>
          <a:ln xmlns:a="http://schemas.openxmlformats.org/drawingml/2006/main" w="0">
            <a:noFill/>
            <a:prstDash val="solid"/>
          </a:ln>
        </p:spPr>
      </p:sp>
      <p:sp>
        <p:nvSpPr>
          <p:cNvPr id="12" name="text-52">
            <a:extLst xmlns:a="http://schemas.openxmlformats.org/drawingml/2006/main">
              <a:ext uri="{FF2B5EF4-FFF2-40B4-BE49-F238E27FC236}">
                <a16:creationId xmlns:a16="http://schemas.microsoft.com/office/drawing/2014/main" id="{672CE12E-F6B5-4360-93FA-818523E81FDB}"/>
              </a:ext>
            </a:extLst>
          </p:cNvPr>
          <p:cNvSpPr>
            <a:spLocks xmlns:a="http://schemas.openxmlformats.org/drawingml/2006/main" noGrp="1"/>
          </p:cNvSpPr>
          <p:nvPr/>
        </p:nvSpPr>
        <p:spPr>
          <a:xfrm xmlns:a="http://schemas.openxmlformats.org/drawingml/2006/main">
            <a:off x="1047750" y="3676650"/>
            <a:ext cx="20097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354A5F"/>
                </a:solidFill>
                <a:latin typeface="DejaVu Sans"/>
                <a:ea typeface="DejaVu Sans"/>
                <a:cs typeface="DejaVu Sans"/>
              </a:defRPr>
            </a:defPPr>
            <a:lvl1pPr algn="l">
              <a:defRPr sz="1425" b="0">
                <a:solidFill>
                  <a:srgbClr val="354A5F"/>
                </a:solidFill>
                <a:latin typeface="DejaVu Sans"/>
                <a:ea typeface="DejaVu Sans"/>
                <a:cs typeface="DejaVu Sans"/>
              </a:defRPr>
            </a:lvl1pPr>
            <a:lvl2pPr algn="l">
              <a:defRPr sz="1425" b="0">
                <a:solidFill>
                  <a:srgbClr val="354A5F"/>
                </a:solidFill>
                <a:latin typeface="DejaVu Sans"/>
                <a:ea typeface="DejaVu Sans"/>
                <a:cs typeface="DejaVu Sans"/>
              </a:defRPr>
            </a:lvl2pPr>
            <a:lvl3pPr algn="l">
              <a:defRPr sz="1425" b="0">
                <a:solidFill>
                  <a:srgbClr val="354A5F"/>
                </a:solidFill>
                <a:latin typeface="DejaVu Sans"/>
                <a:ea typeface="DejaVu Sans"/>
                <a:cs typeface="DejaVu Sans"/>
              </a:defRPr>
            </a:lvl3pPr>
            <a:lvl4pPr algn="l">
              <a:defRPr sz="1425" b="0">
                <a:solidFill>
                  <a:srgbClr val="354A5F"/>
                </a:solidFill>
                <a:latin typeface="DejaVu Sans"/>
                <a:ea typeface="DejaVu Sans"/>
                <a:cs typeface="DejaVu Sans"/>
              </a:defRPr>
            </a:lvl4pPr>
            <a:lvl5pPr algn="l">
              <a:defRPr sz="1425" b="0">
                <a:solidFill>
                  <a:srgbClr val="354A5F"/>
                </a:solidFill>
                <a:latin typeface="DejaVu Sans"/>
                <a:ea typeface="DejaVu Sans"/>
                <a:cs typeface="DejaVu Sans"/>
              </a:defRPr>
            </a:lvl5pPr>
            <a:lvl6pPr algn="l">
              <a:defRPr sz="1425" b="0">
                <a:solidFill>
                  <a:srgbClr val="354A5F"/>
                </a:solidFill>
                <a:latin typeface="DejaVu Sans"/>
                <a:ea typeface="DejaVu Sans"/>
                <a:cs typeface="DejaVu Sans"/>
              </a:defRPr>
            </a:lvl6pPr>
            <a:lvl7pPr algn="l">
              <a:defRPr sz="1425" b="0">
                <a:solidFill>
                  <a:srgbClr val="354A5F"/>
                </a:solidFill>
                <a:latin typeface="DejaVu Sans"/>
                <a:ea typeface="DejaVu Sans"/>
                <a:cs typeface="DejaVu Sans"/>
              </a:defRPr>
            </a:lvl7pPr>
            <a:lvl8pPr algn="l">
              <a:defRPr sz="1425" b="0">
                <a:solidFill>
                  <a:srgbClr val="354A5F"/>
                </a:solidFill>
                <a:latin typeface="DejaVu Sans"/>
                <a:ea typeface="DejaVu Sans"/>
                <a:cs typeface="DejaVu Sans"/>
              </a:defRPr>
            </a:lvl8pPr>
            <a:lvl9pPr algn="l">
              <a:defRPr sz="1425" b="0">
                <a:solidFill>
                  <a:srgbClr val="354A5F"/>
                </a:solidFill>
                <a:latin typeface="DejaVu Sans"/>
                <a:ea typeface="DejaVu Sans"/>
                <a:cs typeface="DejaVu Sans"/>
              </a:defRPr>
            </a:lvl9pPr>
          </a:lstStyle>
          <a:p xmlns:a="http://schemas.openxmlformats.org/drawingml/2006/main">
            <a:pPr algn="l">
              <a:defRPr sz="1425" b="0">
                <a:solidFill>
                  <a:srgbClr val="354A5F"/>
                </a:solidFill>
                <a:latin typeface="DejaVu Sans"/>
                <a:ea typeface="DejaVu Sans"/>
                <a:cs typeface="DejaVu Sans"/>
              </a:defRPr>
            </a:pPr>
            <a:r>
              <a:rPr sz="1425" b="0">
                <a:solidFill>
                  <a:srgbClr val="354A5F"/>
                </a:solidFill>
                <a:latin typeface="DejaVu Sans"/>
                <a:ea typeface="DejaVu Sans"/>
                <a:cs typeface="DejaVu Sans"/>
              </a:rPr>
              <a:t>Python</a:t>
            </a:r>
          </a:p>
        </p:txBody>
      </p:sp>
      <p:sp>
        <p:nvSpPr>
          <p:cNvPr id="13" name="panel-53">
            <a:extLst xmlns:a="http://schemas.openxmlformats.org/drawingml/2006/main">
              <a:ext uri="{FF2B5EF4-FFF2-40B4-BE49-F238E27FC236}">
                <a16:creationId xmlns:a16="http://schemas.microsoft.com/office/drawing/2014/main" id="{C7F090A3-CF6B-444F-AB7B-678DF8632344}"/>
              </a:ext>
            </a:extLst>
          </p:cNvPr>
          <p:cNvSpPr>
            <a:spLocks xmlns:a="http://schemas.openxmlformats.org/drawingml/2006/main" noGrp="1"/>
          </p:cNvSpPr>
          <p:nvPr/>
        </p:nvSpPr>
        <p:spPr>
          <a:xfrm xmlns:a="http://schemas.openxmlformats.org/drawingml/2006/main">
            <a:off x="847725" y="4229100"/>
            <a:ext cx="57150" cy="57150"/>
          </a:xfrm>
          <a:prstGeom xmlns:a="http://schemas.openxmlformats.org/drawingml/2006/main" prst="roundRect">
            <a:avLst>
              <a:gd name="adj" fmla="val 50000"/>
            </a:avLst>
          </a:prstGeom>
          <a:solidFill xmlns:a="http://schemas.openxmlformats.org/drawingml/2006/main">
            <a:srgbClr val="247E91"/>
          </a:solidFill>
          <a:ln xmlns:a="http://schemas.openxmlformats.org/drawingml/2006/main" w="0">
            <a:noFill/>
            <a:prstDash val="solid"/>
          </a:ln>
        </p:spPr>
      </p:sp>
      <p:sp>
        <p:nvSpPr>
          <p:cNvPr id="14" name="text-54">
            <a:extLst xmlns:a="http://schemas.openxmlformats.org/drawingml/2006/main">
              <a:ext uri="{FF2B5EF4-FFF2-40B4-BE49-F238E27FC236}">
                <a16:creationId xmlns:a16="http://schemas.microsoft.com/office/drawing/2014/main" id="{D93E7FEC-CD00-4496-81C0-C0BAEDB20657}"/>
              </a:ext>
            </a:extLst>
          </p:cNvPr>
          <p:cNvSpPr>
            <a:spLocks xmlns:a="http://schemas.openxmlformats.org/drawingml/2006/main" noGrp="1"/>
          </p:cNvSpPr>
          <p:nvPr/>
        </p:nvSpPr>
        <p:spPr>
          <a:xfrm xmlns:a="http://schemas.openxmlformats.org/drawingml/2006/main">
            <a:off x="1047750" y="4124325"/>
            <a:ext cx="20097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354A5F"/>
                </a:solidFill>
                <a:latin typeface="DejaVu Sans"/>
                <a:ea typeface="DejaVu Sans"/>
                <a:cs typeface="DejaVu Sans"/>
              </a:defRPr>
            </a:defPPr>
            <a:lvl1pPr algn="l">
              <a:defRPr sz="1425" b="0">
                <a:solidFill>
                  <a:srgbClr val="354A5F"/>
                </a:solidFill>
                <a:latin typeface="DejaVu Sans"/>
                <a:ea typeface="DejaVu Sans"/>
                <a:cs typeface="DejaVu Sans"/>
              </a:defRPr>
            </a:lvl1pPr>
            <a:lvl2pPr algn="l">
              <a:defRPr sz="1425" b="0">
                <a:solidFill>
                  <a:srgbClr val="354A5F"/>
                </a:solidFill>
                <a:latin typeface="DejaVu Sans"/>
                <a:ea typeface="DejaVu Sans"/>
                <a:cs typeface="DejaVu Sans"/>
              </a:defRPr>
            </a:lvl2pPr>
            <a:lvl3pPr algn="l">
              <a:defRPr sz="1425" b="0">
                <a:solidFill>
                  <a:srgbClr val="354A5F"/>
                </a:solidFill>
                <a:latin typeface="DejaVu Sans"/>
                <a:ea typeface="DejaVu Sans"/>
                <a:cs typeface="DejaVu Sans"/>
              </a:defRPr>
            </a:lvl3pPr>
            <a:lvl4pPr algn="l">
              <a:defRPr sz="1425" b="0">
                <a:solidFill>
                  <a:srgbClr val="354A5F"/>
                </a:solidFill>
                <a:latin typeface="DejaVu Sans"/>
                <a:ea typeface="DejaVu Sans"/>
                <a:cs typeface="DejaVu Sans"/>
              </a:defRPr>
            </a:lvl4pPr>
            <a:lvl5pPr algn="l">
              <a:defRPr sz="1425" b="0">
                <a:solidFill>
                  <a:srgbClr val="354A5F"/>
                </a:solidFill>
                <a:latin typeface="DejaVu Sans"/>
                <a:ea typeface="DejaVu Sans"/>
                <a:cs typeface="DejaVu Sans"/>
              </a:defRPr>
            </a:lvl5pPr>
            <a:lvl6pPr algn="l">
              <a:defRPr sz="1425" b="0">
                <a:solidFill>
                  <a:srgbClr val="354A5F"/>
                </a:solidFill>
                <a:latin typeface="DejaVu Sans"/>
                <a:ea typeface="DejaVu Sans"/>
                <a:cs typeface="DejaVu Sans"/>
              </a:defRPr>
            </a:lvl6pPr>
            <a:lvl7pPr algn="l">
              <a:defRPr sz="1425" b="0">
                <a:solidFill>
                  <a:srgbClr val="354A5F"/>
                </a:solidFill>
                <a:latin typeface="DejaVu Sans"/>
                <a:ea typeface="DejaVu Sans"/>
                <a:cs typeface="DejaVu Sans"/>
              </a:defRPr>
            </a:lvl7pPr>
            <a:lvl8pPr algn="l">
              <a:defRPr sz="1425" b="0">
                <a:solidFill>
                  <a:srgbClr val="354A5F"/>
                </a:solidFill>
                <a:latin typeface="DejaVu Sans"/>
                <a:ea typeface="DejaVu Sans"/>
                <a:cs typeface="DejaVu Sans"/>
              </a:defRPr>
            </a:lvl8pPr>
            <a:lvl9pPr algn="l">
              <a:defRPr sz="1425" b="0">
                <a:solidFill>
                  <a:srgbClr val="354A5F"/>
                </a:solidFill>
                <a:latin typeface="DejaVu Sans"/>
                <a:ea typeface="DejaVu Sans"/>
                <a:cs typeface="DejaVu Sans"/>
              </a:defRPr>
            </a:lvl9pPr>
          </a:lstStyle>
          <a:p xmlns:a="http://schemas.openxmlformats.org/drawingml/2006/main">
            <a:pPr algn="l">
              <a:defRPr sz="1425" b="0">
                <a:solidFill>
                  <a:srgbClr val="354A5F"/>
                </a:solidFill>
                <a:latin typeface="DejaVu Sans"/>
                <a:ea typeface="DejaVu Sans"/>
                <a:cs typeface="DejaVu Sans"/>
              </a:defRPr>
            </a:pPr>
            <a:r>
              <a:rPr sz="1425" b="0">
                <a:solidFill>
                  <a:srgbClr val="354A5F"/>
                </a:solidFill>
                <a:latin typeface="DejaVu Sans"/>
                <a:ea typeface="DejaVu Sans"/>
                <a:cs typeface="DejaVu Sans"/>
              </a:rPr>
              <a:t>FastAPI</a:t>
            </a:r>
          </a:p>
        </p:txBody>
      </p:sp>
      <p:sp>
        <p:nvSpPr>
          <p:cNvPr id="15" name="panel-55">
            <a:extLst xmlns:a="http://schemas.openxmlformats.org/drawingml/2006/main">
              <a:ext uri="{FF2B5EF4-FFF2-40B4-BE49-F238E27FC236}">
                <a16:creationId xmlns:a16="http://schemas.microsoft.com/office/drawing/2014/main" id="{6C008666-59F1-4650-A3DB-DF39A70ECEAF}"/>
              </a:ext>
            </a:extLst>
          </p:cNvPr>
          <p:cNvSpPr>
            <a:spLocks xmlns:a="http://schemas.openxmlformats.org/drawingml/2006/main" noGrp="1"/>
          </p:cNvSpPr>
          <p:nvPr/>
        </p:nvSpPr>
        <p:spPr>
          <a:xfrm xmlns:a="http://schemas.openxmlformats.org/drawingml/2006/main">
            <a:off x="847725" y="4676775"/>
            <a:ext cx="57150" cy="57150"/>
          </a:xfrm>
          <a:prstGeom xmlns:a="http://schemas.openxmlformats.org/drawingml/2006/main" prst="roundRect">
            <a:avLst>
              <a:gd name="adj" fmla="val 50000"/>
            </a:avLst>
          </a:prstGeom>
          <a:solidFill xmlns:a="http://schemas.openxmlformats.org/drawingml/2006/main">
            <a:srgbClr val="247E91"/>
          </a:solidFill>
          <a:ln xmlns:a="http://schemas.openxmlformats.org/drawingml/2006/main" w="0">
            <a:noFill/>
            <a:prstDash val="solid"/>
          </a:ln>
        </p:spPr>
      </p:sp>
      <p:sp>
        <p:nvSpPr>
          <p:cNvPr id="16" name="text-56">
            <a:extLst xmlns:a="http://schemas.openxmlformats.org/drawingml/2006/main">
              <a:ext uri="{FF2B5EF4-FFF2-40B4-BE49-F238E27FC236}">
                <a16:creationId xmlns:a16="http://schemas.microsoft.com/office/drawing/2014/main" id="{4219C4D7-27B5-4011-838C-7F5646CDE712}"/>
              </a:ext>
            </a:extLst>
          </p:cNvPr>
          <p:cNvSpPr>
            <a:spLocks xmlns:a="http://schemas.openxmlformats.org/drawingml/2006/main" noGrp="1"/>
          </p:cNvSpPr>
          <p:nvPr/>
        </p:nvSpPr>
        <p:spPr>
          <a:xfrm xmlns:a="http://schemas.openxmlformats.org/drawingml/2006/main">
            <a:off x="1047750" y="4572000"/>
            <a:ext cx="20097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354A5F"/>
                </a:solidFill>
                <a:latin typeface="DejaVu Sans"/>
                <a:ea typeface="DejaVu Sans"/>
                <a:cs typeface="DejaVu Sans"/>
              </a:defRPr>
            </a:defPPr>
            <a:lvl1pPr algn="l">
              <a:defRPr sz="1425" b="0">
                <a:solidFill>
                  <a:srgbClr val="354A5F"/>
                </a:solidFill>
                <a:latin typeface="DejaVu Sans"/>
                <a:ea typeface="DejaVu Sans"/>
                <a:cs typeface="DejaVu Sans"/>
              </a:defRPr>
            </a:lvl1pPr>
            <a:lvl2pPr algn="l">
              <a:defRPr sz="1425" b="0">
                <a:solidFill>
                  <a:srgbClr val="354A5F"/>
                </a:solidFill>
                <a:latin typeface="DejaVu Sans"/>
                <a:ea typeface="DejaVu Sans"/>
                <a:cs typeface="DejaVu Sans"/>
              </a:defRPr>
            </a:lvl2pPr>
            <a:lvl3pPr algn="l">
              <a:defRPr sz="1425" b="0">
                <a:solidFill>
                  <a:srgbClr val="354A5F"/>
                </a:solidFill>
                <a:latin typeface="DejaVu Sans"/>
                <a:ea typeface="DejaVu Sans"/>
                <a:cs typeface="DejaVu Sans"/>
              </a:defRPr>
            </a:lvl3pPr>
            <a:lvl4pPr algn="l">
              <a:defRPr sz="1425" b="0">
                <a:solidFill>
                  <a:srgbClr val="354A5F"/>
                </a:solidFill>
                <a:latin typeface="DejaVu Sans"/>
                <a:ea typeface="DejaVu Sans"/>
                <a:cs typeface="DejaVu Sans"/>
              </a:defRPr>
            </a:lvl4pPr>
            <a:lvl5pPr algn="l">
              <a:defRPr sz="1425" b="0">
                <a:solidFill>
                  <a:srgbClr val="354A5F"/>
                </a:solidFill>
                <a:latin typeface="DejaVu Sans"/>
                <a:ea typeface="DejaVu Sans"/>
                <a:cs typeface="DejaVu Sans"/>
              </a:defRPr>
            </a:lvl5pPr>
            <a:lvl6pPr algn="l">
              <a:defRPr sz="1425" b="0">
                <a:solidFill>
                  <a:srgbClr val="354A5F"/>
                </a:solidFill>
                <a:latin typeface="DejaVu Sans"/>
                <a:ea typeface="DejaVu Sans"/>
                <a:cs typeface="DejaVu Sans"/>
              </a:defRPr>
            </a:lvl6pPr>
            <a:lvl7pPr algn="l">
              <a:defRPr sz="1425" b="0">
                <a:solidFill>
                  <a:srgbClr val="354A5F"/>
                </a:solidFill>
                <a:latin typeface="DejaVu Sans"/>
                <a:ea typeface="DejaVu Sans"/>
                <a:cs typeface="DejaVu Sans"/>
              </a:defRPr>
            </a:lvl7pPr>
            <a:lvl8pPr algn="l">
              <a:defRPr sz="1425" b="0">
                <a:solidFill>
                  <a:srgbClr val="354A5F"/>
                </a:solidFill>
                <a:latin typeface="DejaVu Sans"/>
                <a:ea typeface="DejaVu Sans"/>
                <a:cs typeface="DejaVu Sans"/>
              </a:defRPr>
            </a:lvl8pPr>
            <a:lvl9pPr algn="l">
              <a:defRPr sz="1425" b="0">
                <a:solidFill>
                  <a:srgbClr val="354A5F"/>
                </a:solidFill>
                <a:latin typeface="DejaVu Sans"/>
                <a:ea typeface="DejaVu Sans"/>
                <a:cs typeface="DejaVu Sans"/>
              </a:defRPr>
            </a:lvl9pPr>
          </a:lstStyle>
          <a:p xmlns:a="http://schemas.openxmlformats.org/drawingml/2006/main">
            <a:pPr algn="l">
              <a:defRPr sz="1425" b="0">
                <a:solidFill>
                  <a:srgbClr val="354A5F"/>
                </a:solidFill>
                <a:latin typeface="DejaVu Sans"/>
                <a:ea typeface="DejaVu Sans"/>
                <a:cs typeface="DejaVu Sans"/>
              </a:defRPr>
            </a:pPr>
            <a:r>
              <a:rPr sz="1425" b="0">
                <a:solidFill>
                  <a:srgbClr val="354A5F"/>
                </a:solidFill>
                <a:latin typeface="DejaVu Sans"/>
                <a:ea typeface="DejaVu Sans"/>
                <a:cs typeface="DejaVu Sans"/>
              </a:rPr>
              <a:t>Pydantic</a:t>
            </a:r>
          </a:p>
        </p:txBody>
      </p:sp>
      <p:sp>
        <p:nvSpPr>
          <p:cNvPr id="17" name="panel-57">
            <a:extLst xmlns:a="http://schemas.openxmlformats.org/drawingml/2006/main">
              <a:ext uri="{FF2B5EF4-FFF2-40B4-BE49-F238E27FC236}">
                <a16:creationId xmlns:a16="http://schemas.microsoft.com/office/drawing/2014/main" id="{9063DD32-3D18-464E-AC55-2BCE473DE1F2}"/>
              </a:ext>
            </a:extLst>
          </p:cNvPr>
          <p:cNvSpPr>
            <a:spLocks xmlns:a="http://schemas.openxmlformats.org/drawingml/2006/main" noGrp="1"/>
          </p:cNvSpPr>
          <p:nvPr/>
        </p:nvSpPr>
        <p:spPr>
          <a:xfrm xmlns:a="http://schemas.openxmlformats.org/drawingml/2006/main">
            <a:off x="847725" y="5124450"/>
            <a:ext cx="57150" cy="57150"/>
          </a:xfrm>
          <a:prstGeom xmlns:a="http://schemas.openxmlformats.org/drawingml/2006/main" prst="roundRect">
            <a:avLst>
              <a:gd name="adj" fmla="val 50000"/>
            </a:avLst>
          </a:prstGeom>
          <a:solidFill xmlns:a="http://schemas.openxmlformats.org/drawingml/2006/main">
            <a:srgbClr val="247E91"/>
          </a:solidFill>
          <a:ln xmlns:a="http://schemas.openxmlformats.org/drawingml/2006/main" w="0">
            <a:noFill/>
            <a:prstDash val="solid"/>
          </a:ln>
        </p:spPr>
      </p:sp>
      <p:sp>
        <p:nvSpPr>
          <p:cNvPr id="18" name="text-58">
            <a:extLst xmlns:a="http://schemas.openxmlformats.org/drawingml/2006/main">
              <a:ext uri="{FF2B5EF4-FFF2-40B4-BE49-F238E27FC236}">
                <a16:creationId xmlns:a16="http://schemas.microsoft.com/office/drawing/2014/main" id="{8F95ABC3-9BA8-4A44-9882-C9CB544BD850}"/>
              </a:ext>
            </a:extLst>
          </p:cNvPr>
          <p:cNvSpPr>
            <a:spLocks xmlns:a="http://schemas.openxmlformats.org/drawingml/2006/main" noGrp="1"/>
          </p:cNvSpPr>
          <p:nvPr/>
        </p:nvSpPr>
        <p:spPr>
          <a:xfrm xmlns:a="http://schemas.openxmlformats.org/drawingml/2006/main">
            <a:off x="1047750" y="5019675"/>
            <a:ext cx="20097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354A5F"/>
                </a:solidFill>
                <a:latin typeface="DejaVu Sans"/>
                <a:ea typeface="DejaVu Sans"/>
                <a:cs typeface="DejaVu Sans"/>
              </a:defRPr>
            </a:defPPr>
            <a:lvl1pPr algn="l">
              <a:defRPr sz="1425" b="0">
                <a:solidFill>
                  <a:srgbClr val="354A5F"/>
                </a:solidFill>
                <a:latin typeface="DejaVu Sans"/>
                <a:ea typeface="DejaVu Sans"/>
                <a:cs typeface="DejaVu Sans"/>
              </a:defRPr>
            </a:lvl1pPr>
            <a:lvl2pPr algn="l">
              <a:defRPr sz="1425" b="0">
                <a:solidFill>
                  <a:srgbClr val="354A5F"/>
                </a:solidFill>
                <a:latin typeface="DejaVu Sans"/>
                <a:ea typeface="DejaVu Sans"/>
                <a:cs typeface="DejaVu Sans"/>
              </a:defRPr>
            </a:lvl2pPr>
            <a:lvl3pPr algn="l">
              <a:defRPr sz="1425" b="0">
                <a:solidFill>
                  <a:srgbClr val="354A5F"/>
                </a:solidFill>
                <a:latin typeface="DejaVu Sans"/>
                <a:ea typeface="DejaVu Sans"/>
                <a:cs typeface="DejaVu Sans"/>
              </a:defRPr>
            </a:lvl3pPr>
            <a:lvl4pPr algn="l">
              <a:defRPr sz="1425" b="0">
                <a:solidFill>
                  <a:srgbClr val="354A5F"/>
                </a:solidFill>
                <a:latin typeface="DejaVu Sans"/>
                <a:ea typeface="DejaVu Sans"/>
                <a:cs typeface="DejaVu Sans"/>
              </a:defRPr>
            </a:lvl4pPr>
            <a:lvl5pPr algn="l">
              <a:defRPr sz="1425" b="0">
                <a:solidFill>
                  <a:srgbClr val="354A5F"/>
                </a:solidFill>
                <a:latin typeface="DejaVu Sans"/>
                <a:ea typeface="DejaVu Sans"/>
                <a:cs typeface="DejaVu Sans"/>
              </a:defRPr>
            </a:lvl5pPr>
            <a:lvl6pPr algn="l">
              <a:defRPr sz="1425" b="0">
                <a:solidFill>
                  <a:srgbClr val="354A5F"/>
                </a:solidFill>
                <a:latin typeface="DejaVu Sans"/>
                <a:ea typeface="DejaVu Sans"/>
                <a:cs typeface="DejaVu Sans"/>
              </a:defRPr>
            </a:lvl6pPr>
            <a:lvl7pPr algn="l">
              <a:defRPr sz="1425" b="0">
                <a:solidFill>
                  <a:srgbClr val="354A5F"/>
                </a:solidFill>
                <a:latin typeface="DejaVu Sans"/>
                <a:ea typeface="DejaVu Sans"/>
                <a:cs typeface="DejaVu Sans"/>
              </a:defRPr>
            </a:lvl7pPr>
            <a:lvl8pPr algn="l">
              <a:defRPr sz="1425" b="0">
                <a:solidFill>
                  <a:srgbClr val="354A5F"/>
                </a:solidFill>
                <a:latin typeface="DejaVu Sans"/>
                <a:ea typeface="DejaVu Sans"/>
                <a:cs typeface="DejaVu Sans"/>
              </a:defRPr>
            </a:lvl8pPr>
            <a:lvl9pPr algn="l">
              <a:defRPr sz="1425" b="0">
                <a:solidFill>
                  <a:srgbClr val="354A5F"/>
                </a:solidFill>
                <a:latin typeface="DejaVu Sans"/>
                <a:ea typeface="DejaVu Sans"/>
                <a:cs typeface="DejaVu Sans"/>
              </a:defRPr>
            </a:lvl9pPr>
          </a:lstStyle>
          <a:p xmlns:a="http://schemas.openxmlformats.org/drawingml/2006/main">
            <a:pPr algn="l">
              <a:defRPr sz="1425" b="0">
                <a:solidFill>
                  <a:srgbClr val="354A5F"/>
                </a:solidFill>
                <a:latin typeface="DejaVu Sans"/>
                <a:ea typeface="DejaVu Sans"/>
                <a:cs typeface="DejaVu Sans"/>
              </a:defRPr>
            </a:pPr>
            <a:r>
              <a:rPr sz="1425" b="0">
                <a:solidFill>
                  <a:srgbClr val="354A5F"/>
                </a:solidFill>
                <a:latin typeface="DejaVu Sans"/>
                <a:ea typeface="DejaVu Sans"/>
                <a:cs typeface="DejaVu Sans"/>
              </a:rPr>
              <a:t>PyYAML</a:t>
            </a:r>
          </a:p>
        </p:txBody>
      </p:sp>
      <p:sp>
        <p:nvSpPr>
          <p:cNvPr id="19" name="panel-59">
            <a:extLst xmlns:a="http://schemas.openxmlformats.org/drawingml/2006/main">
              <a:ext uri="{FF2B5EF4-FFF2-40B4-BE49-F238E27FC236}">
                <a16:creationId xmlns:a16="http://schemas.microsoft.com/office/drawing/2014/main" id="{F1EF4072-644B-4418-BE24-D0C09BA6EDFD}"/>
              </a:ext>
            </a:extLst>
          </p:cNvPr>
          <p:cNvSpPr>
            <a:spLocks xmlns:a="http://schemas.openxmlformats.org/drawingml/2006/main" noGrp="1"/>
          </p:cNvSpPr>
          <p:nvPr/>
        </p:nvSpPr>
        <p:spPr>
          <a:xfrm xmlns:a="http://schemas.openxmlformats.org/drawingml/2006/main">
            <a:off x="3400425" y="1771650"/>
            <a:ext cx="2600325" cy="3952875"/>
          </a:xfrm>
          <a:prstGeom xmlns:a="http://schemas.openxmlformats.org/drawingml/2006/main" prst="roundRect">
            <a:avLst>
              <a:gd name="adj" fmla="val 5128"/>
            </a:avLst>
          </a:prstGeom>
          <a:solidFill xmlns:a="http://schemas.openxmlformats.org/drawingml/2006/main">
            <a:srgbClr val="F2F7FA"/>
          </a:solidFill>
          <a:ln xmlns:a="http://schemas.openxmlformats.org/drawingml/2006/main" w="9525">
            <a:solidFill>
              <a:srgbClr val="D9E5EC"/>
            </a:solidFill>
            <a:prstDash val="solid"/>
          </a:ln>
        </p:spPr>
      </p:sp>
      <p:sp>
        <p:nvSpPr>
          <p:cNvPr id="20" name="panel-60">
            <a:extLst xmlns:a="http://schemas.openxmlformats.org/drawingml/2006/main">
              <a:ext uri="{FF2B5EF4-FFF2-40B4-BE49-F238E27FC236}">
                <a16:creationId xmlns:a16="http://schemas.microsoft.com/office/drawing/2014/main" id="{EB83CA46-A7A9-4388-91FE-B0AE48D4E2B2}"/>
              </a:ext>
            </a:extLst>
          </p:cNvPr>
          <p:cNvSpPr>
            <a:spLocks xmlns:a="http://schemas.openxmlformats.org/drawingml/2006/main" noGrp="1"/>
          </p:cNvSpPr>
          <p:nvPr/>
        </p:nvSpPr>
        <p:spPr>
          <a:xfrm xmlns:a="http://schemas.openxmlformats.org/drawingml/2006/main">
            <a:off x="4343400" y="2019300"/>
            <a:ext cx="685800" cy="685800"/>
          </a:xfrm>
          <a:prstGeom xmlns:a="http://schemas.openxmlformats.org/drawingml/2006/main" prst="roundRect">
            <a:avLst>
              <a:gd name="adj" fmla="val 50000"/>
            </a:avLst>
          </a:prstGeom>
          <a:solidFill xmlns:a="http://schemas.openxmlformats.org/drawingml/2006/main">
            <a:srgbClr val="247E91"/>
          </a:solidFill>
          <a:ln xmlns:a="http://schemas.openxmlformats.org/drawingml/2006/main" w="0">
            <a:noFill/>
            <a:prstDash val="solid"/>
          </a:ln>
        </p:spPr>
      </p:sp>
      <p:pic>
        <p:nvPicPr>
          <p:cNvPr id="21" name="">
            <a:extLst xmlns:a="http://schemas.openxmlformats.org/drawingml/2006/main">
              <a:ext uri="{FF2B5EF4-FFF2-40B4-BE49-F238E27FC236}">
                <a16:creationId xmlns:a16="http://schemas.microsoft.com/office/drawing/2014/main" id="{CE523F6B-225B-4B77-874F-2C8A3F201676}"/>
              </a:ext>
            </a:extLst>
          </p:cNvPr>
          <p:cNvPicPr>
            <a:picLocks xmlns:a="http://schemas.openxmlformats.org/drawingml/2006/main" noChangeAspect="1"/>
          </p:cNvPicPr>
          <p:nvPr/>
        </p:nvPicPr>
        <p:blipFill>
          <a:blip xmlns:r="http://schemas.openxmlformats.org/officeDocument/2006/relationships" xmlns:a="http://schemas.openxmlformats.org/drawingml/2006/main" r:embed="R75b16ede5bc4401d">
            <a:extLst>
              <a:ext uri="{96DAC541-7B7A-43D3-8B79-37D633B846F1}">
                <asvg:svgBlip xmlns:asvg="http://schemas.microsoft.com/office/drawing/2016/SVG/main" r:embed="R2886ea8676df49ae"/>
              </a:ext>
            </a:extLst>
          </a:blip>
          <a:stretch xmlns:a="http://schemas.openxmlformats.org/drawingml/2006/main"/>
        </p:blipFill>
        <p:spPr>
          <a:xfrm xmlns:a="http://schemas.openxmlformats.org/drawingml/2006/main">
            <a:off x="4507992" y="2183892"/>
            <a:ext cx="356616" cy="356616"/>
          </a:xfrm>
          <a:prstGeom xmlns:a="http://schemas.openxmlformats.org/drawingml/2006/main" prst="rect">
            <a:avLst/>
          </a:prstGeom>
        </p:spPr>
      </p:pic>
      <p:sp>
        <p:nvSpPr>
          <p:cNvPr id="22" name="text-61">
            <a:extLst xmlns:a="http://schemas.openxmlformats.org/drawingml/2006/main">
              <a:ext uri="{FF2B5EF4-FFF2-40B4-BE49-F238E27FC236}">
                <a16:creationId xmlns:a16="http://schemas.microsoft.com/office/drawing/2014/main" id="{AC0857BD-FB79-40B8-98E5-33E94EF4C94F}"/>
              </a:ext>
            </a:extLst>
          </p:cNvPr>
          <p:cNvSpPr>
            <a:spLocks xmlns:a="http://schemas.openxmlformats.org/drawingml/2006/main" noGrp="1"/>
          </p:cNvSpPr>
          <p:nvPr/>
        </p:nvSpPr>
        <p:spPr>
          <a:xfrm xmlns:a="http://schemas.openxmlformats.org/drawingml/2006/main">
            <a:off x="3571875" y="2943225"/>
            <a:ext cx="22574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1">
                <a:solidFill>
                  <a:srgbClr val="162C45"/>
                </a:solidFill>
                <a:latin typeface="DejaVu Serif"/>
                <a:ea typeface="DejaVu Serif"/>
                <a:cs typeface="DejaVu Serif"/>
              </a:defRPr>
            </a:defPPr>
            <a:lvl1pPr algn="ctr">
              <a:defRPr sz="1725" b="1">
                <a:solidFill>
                  <a:srgbClr val="162C45"/>
                </a:solidFill>
                <a:latin typeface="DejaVu Serif"/>
                <a:ea typeface="DejaVu Serif"/>
                <a:cs typeface="DejaVu Serif"/>
              </a:defRPr>
            </a:lvl1pPr>
            <a:lvl2pPr algn="ctr">
              <a:defRPr sz="1725" b="1">
                <a:solidFill>
                  <a:srgbClr val="162C45"/>
                </a:solidFill>
                <a:latin typeface="DejaVu Serif"/>
                <a:ea typeface="DejaVu Serif"/>
                <a:cs typeface="DejaVu Serif"/>
              </a:defRPr>
            </a:lvl2pPr>
            <a:lvl3pPr algn="ctr">
              <a:defRPr sz="1725" b="1">
                <a:solidFill>
                  <a:srgbClr val="162C45"/>
                </a:solidFill>
                <a:latin typeface="DejaVu Serif"/>
                <a:ea typeface="DejaVu Serif"/>
                <a:cs typeface="DejaVu Serif"/>
              </a:defRPr>
            </a:lvl3pPr>
            <a:lvl4pPr algn="ctr">
              <a:defRPr sz="1725" b="1">
                <a:solidFill>
                  <a:srgbClr val="162C45"/>
                </a:solidFill>
                <a:latin typeface="DejaVu Serif"/>
                <a:ea typeface="DejaVu Serif"/>
                <a:cs typeface="DejaVu Serif"/>
              </a:defRPr>
            </a:lvl4pPr>
            <a:lvl5pPr algn="ctr">
              <a:defRPr sz="1725" b="1">
                <a:solidFill>
                  <a:srgbClr val="162C45"/>
                </a:solidFill>
                <a:latin typeface="DejaVu Serif"/>
                <a:ea typeface="DejaVu Serif"/>
                <a:cs typeface="DejaVu Serif"/>
              </a:defRPr>
            </a:lvl5pPr>
            <a:lvl6pPr algn="ctr">
              <a:defRPr sz="1725" b="1">
                <a:solidFill>
                  <a:srgbClr val="162C45"/>
                </a:solidFill>
                <a:latin typeface="DejaVu Serif"/>
                <a:ea typeface="DejaVu Serif"/>
                <a:cs typeface="DejaVu Serif"/>
              </a:defRPr>
            </a:lvl6pPr>
            <a:lvl7pPr algn="ctr">
              <a:defRPr sz="1725" b="1">
                <a:solidFill>
                  <a:srgbClr val="162C45"/>
                </a:solidFill>
                <a:latin typeface="DejaVu Serif"/>
                <a:ea typeface="DejaVu Serif"/>
                <a:cs typeface="DejaVu Serif"/>
              </a:defRPr>
            </a:lvl7pPr>
            <a:lvl8pPr algn="ctr">
              <a:defRPr sz="1725" b="1">
                <a:solidFill>
                  <a:srgbClr val="162C45"/>
                </a:solidFill>
                <a:latin typeface="DejaVu Serif"/>
                <a:ea typeface="DejaVu Serif"/>
                <a:cs typeface="DejaVu Serif"/>
              </a:defRPr>
            </a:lvl8pPr>
            <a:lvl9pPr algn="ctr">
              <a:defRPr sz="1725" b="1">
                <a:solidFill>
                  <a:srgbClr val="162C45"/>
                </a:solidFill>
                <a:latin typeface="DejaVu Serif"/>
                <a:ea typeface="DejaVu Serif"/>
                <a:cs typeface="DejaVu Serif"/>
              </a:defRPr>
            </a:lvl9pPr>
          </a:lstStyle>
          <a:p xmlns:a="http://schemas.openxmlformats.org/drawingml/2006/main">
            <a:pPr algn="ctr">
              <a:defRPr sz="1725" b="1">
                <a:solidFill>
                  <a:srgbClr val="162C45"/>
                </a:solidFill>
                <a:latin typeface="DejaVu Serif"/>
                <a:ea typeface="DejaVu Serif"/>
                <a:cs typeface="DejaVu Serif"/>
              </a:defRPr>
            </a:pPr>
            <a:r>
              <a:rPr sz="1725" b="1">
                <a:solidFill>
                  <a:srgbClr val="162C45"/>
                </a:solidFill>
                <a:latin typeface="DejaVu Serif"/>
                <a:ea typeface="DejaVu Serif"/>
                <a:cs typeface="DejaVu Serif"/>
              </a:rPr>
              <a:t>Data Platform</a:t>
            </a:r>
          </a:p>
        </p:txBody>
      </p:sp>
      <p:sp>
        <p:nvSpPr>
          <p:cNvPr id="23" name="panel-62">
            <a:extLst xmlns:a="http://schemas.openxmlformats.org/drawingml/2006/main">
              <a:ext uri="{FF2B5EF4-FFF2-40B4-BE49-F238E27FC236}">
                <a16:creationId xmlns:a16="http://schemas.microsoft.com/office/drawing/2014/main" id="{F145530D-434A-4595-B2AA-A5A16F5D5148}"/>
              </a:ext>
            </a:extLst>
          </p:cNvPr>
          <p:cNvSpPr>
            <a:spLocks xmlns:a="http://schemas.openxmlformats.org/drawingml/2006/main" noGrp="1"/>
          </p:cNvSpPr>
          <p:nvPr/>
        </p:nvSpPr>
        <p:spPr>
          <a:xfrm xmlns:a="http://schemas.openxmlformats.org/drawingml/2006/main">
            <a:off x="3638550" y="3781425"/>
            <a:ext cx="57150" cy="57150"/>
          </a:xfrm>
          <a:prstGeom xmlns:a="http://schemas.openxmlformats.org/drawingml/2006/main" prst="roundRect">
            <a:avLst>
              <a:gd name="adj" fmla="val 50000"/>
            </a:avLst>
          </a:prstGeom>
          <a:solidFill xmlns:a="http://schemas.openxmlformats.org/drawingml/2006/main">
            <a:srgbClr val="247E91"/>
          </a:solidFill>
          <a:ln xmlns:a="http://schemas.openxmlformats.org/drawingml/2006/main" w="0">
            <a:noFill/>
            <a:prstDash val="solid"/>
          </a:ln>
        </p:spPr>
      </p:sp>
      <p:sp>
        <p:nvSpPr>
          <p:cNvPr id="24" name="text-63">
            <a:extLst xmlns:a="http://schemas.openxmlformats.org/drawingml/2006/main">
              <a:ext uri="{FF2B5EF4-FFF2-40B4-BE49-F238E27FC236}">
                <a16:creationId xmlns:a16="http://schemas.microsoft.com/office/drawing/2014/main" id="{129F8EF5-061F-4A76-8B24-74F74B9063E9}"/>
              </a:ext>
            </a:extLst>
          </p:cNvPr>
          <p:cNvSpPr>
            <a:spLocks xmlns:a="http://schemas.openxmlformats.org/drawingml/2006/main" noGrp="1"/>
          </p:cNvSpPr>
          <p:nvPr/>
        </p:nvSpPr>
        <p:spPr>
          <a:xfrm xmlns:a="http://schemas.openxmlformats.org/drawingml/2006/main">
            <a:off x="3838575" y="3676650"/>
            <a:ext cx="20097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354A5F"/>
                </a:solidFill>
                <a:latin typeface="DejaVu Sans"/>
                <a:ea typeface="DejaVu Sans"/>
                <a:cs typeface="DejaVu Sans"/>
              </a:defRPr>
            </a:defPPr>
            <a:lvl1pPr algn="l">
              <a:defRPr sz="1425" b="0">
                <a:solidFill>
                  <a:srgbClr val="354A5F"/>
                </a:solidFill>
                <a:latin typeface="DejaVu Sans"/>
                <a:ea typeface="DejaVu Sans"/>
                <a:cs typeface="DejaVu Sans"/>
              </a:defRPr>
            </a:lvl1pPr>
            <a:lvl2pPr algn="l">
              <a:defRPr sz="1425" b="0">
                <a:solidFill>
                  <a:srgbClr val="354A5F"/>
                </a:solidFill>
                <a:latin typeface="DejaVu Sans"/>
                <a:ea typeface="DejaVu Sans"/>
                <a:cs typeface="DejaVu Sans"/>
              </a:defRPr>
            </a:lvl2pPr>
            <a:lvl3pPr algn="l">
              <a:defRPr sz="1425" b="0">
                <a:solidFill>
                  <a:srgbClr val="354A5F"/>
                </a:solidFill>
                <a:latin typeface="DejaVu Sans"/>
                <a:ea typeface="DejaVu Sans"/>
                <a:cs typeface="DejaVu Sans"/>
              </a:defRPr>
            </a:lvl3pPr>
            <a:lvl4pPr algn="l">
              <a:defRPr sz="1425" b="0">
                <a:solidFill>
                  <a:srgbClr val="354A5F"/>
                </a:solidFill>
                <a:latin typeface="DejaVu Sans"/>
                <a:ea typeface="DejaVu Sans"/>
                <a:cs typeface="DejaVu Sans"/>
              </a:defRPr>
            </a:lvl4pPr>
            <a:lvl5pPr algn="l">
              <a:defRPr sz="1425" b="0">
                <a:solidFill>
                  <a:srgbClr val="354A5F"/>
                </a:solidFill>
                <a:latin typeface="DejaVu Sans"/>
                <a:ea typeface="DejaVu Sans"/>
                <a:cs typeface="DejaVu Sans"/>
              </a:defRPr>
            </a:lvl5pPr>
            <a:lvl6pPr algn="l">
              <a:defRPr sz="1425" b="0">
                <a:solidFill>
                  <a:srgbClr val="354A5F"/>
                </a:solidFill>
                <a:latin typeface="DejaVu Sans"/>
                <a:ea typeface="DejaVu Sans"/>
                <a:cs typeface="DejaVu Sans"/>
              </a:defRPr>
            </a:lvl6pPr>
            <a:lvl7pPr algn="l">
              <a:defRPr sz="1425" b="0">
                <a:solidFill>
                  <a:srgbClr val="354A5F"/>
                </a:solidFill>
                <a:latin typeface="DejaVu Sans"/>
                <a:ea typeface="DejaVu Sans"/>
                <a:cs typeface="DejaVu Sans"/>
              </a:defRPr>
            </a:lvl7pPr>
            <a:lvl8pPr algn="l">
              <a:defRPr sz="1425" b="0">
                <a:solidFill>
                  <a:srgbClr val="354A5F"/>
                </a:solidFill>
                <a:latin typeface="DejaVu Sans"/>
                <a:ea typeface="DejaVu Sans"/>
                <a:cs typeface="DejaVu Sans"/>
              </a:defRPr>
            </a:lvl8pPr>
            <a:lvl9pPr algn="l">
              <a:defRPr sz="1425" b="0">
                <a:solidFill>
                  <a:srgbClr val="354A5F"/>
                </a:solidFill>
                <a:latin typeface="DejaVu Sans"/>
                <a:ea typeface="DejaVu Sans"/>
                <a:cs typeface="DejaVu Sans"/>
              </a:defRPr>
            </a:lvl9pPr>
          </a:lstStyle>
          <a:p xmlns:a="http://schemas.openxmlformats.org/drawingml/2006/main">
            <a:pPr algn="l">
              <a:defRPr sz="1425" b="0">
                <a:solidFill>
                  <a:srgbClr val="354A5F"/>
                </a:solidFill>
                <a:latin typeface="DejaVu Sans"/>
                <a:ea typeface="DejaVu Sans"/>
                <a:cs typeface="DejaVu Sans"/>
              </a:defRPr>
            </a:pPr>
            <a:r>
              <a:rPr sz="1425" b="0">
                <a:solidFill>
                  <a:srgbClr val="354A5F"/>
                </a:solidFill>
                <a:latin typeface="DejaVu Sans"/>
                <a:ea typeface="DejaVu Sans"/>
                <a:cs typeface="DejaVu Sans"/>
              </a:rPr>
              <a:t>Unity Catalog</a:t>
            </a:r>
          </a:p>
        </p:txBody>
      </p:sp>
      <p:sp>
        <p:nvSpPr>
          <p:cNvPr id="25" name="panel-64">
            <a:extLst xmlns:a="http://schemas.openxmlformats.org/drawingml/2006/main">
              <a:ext uri="{FF2B5EF4-FFF2-40B4-BE49-F238E27FC236}">
                <a16:creationId xmlns:a16="http://schemas.microsoft.com/office/drawing/2014/main" id="{6AB09FC1-238F-4153-82FF-55EADE052B55}"/>
              </a:ext>
            </a:extLst>
          </p:cNvPr>
          <p:cNvSpPr>
            <a:spLocks xmlns:a="http://schemas.openxmlformats.org/drawingml/2006/main" noGrp="1"/>
          </p:cNvSpPr>
          <p:nvPr/>
        </p:nvSpPr>
        <p:spPr>
          <a:xfrm xmlns:a="http://schemas.openxmlformats.org/drawingml/2006/main">
            <a:off x="3638550" y="4229100"/>
            <a:ext cx="57150" cy="57150"/>
          </a:xfrm>
          <a:prstGeom xmlns:a="http://schemas.openxmlformats.org/drawingml/2006/main" prst="roundRect">
            <a:avLst>
              <a:gd name="adj" fmla="val 50000"/>
            </a:avLst>
          </a:prstGeom>
          <a:solidFill xmlns:a="http://schemas.openxmlformats.org/drawingml/2006/main">
            <a:srgbClr val="247E91"/>
          </a:solidFill>
          <a:ln xmlns:a="http://schemas.openxmlformats.org/drawingml/2006/main" w="0">
            <a:noFill/>
            <a:prstDash val="solid"/>
          </a:ln>
        </p:spPr>
      </p:sp>
      <p:sp>
        <p:nvSpPr>
          <p:cNvPr id="26" name="text-65">
            <a:extLst xmlns:a="http://schemas.openxmlformats.org/drawingml/2006/main">
              <a:ext uri="{FF2B5EF4-FFF2-40B4-BE49-F238E27FC236}">
                <a16:creationId xmlns:a16="http://schemas.microsoft.com/office/drawing/2014/main" id="{22F5A282-5162-491D-A6F6-D4E41910095D}"/>
              </a:ext>
            </a:extLst>
          </p:cNvPr>
          <p:cNvSpPr>
            <a:spLocks xmlns:a="http://schemas.openxmlformats.org/drawingml/2006/main" noGrp="1"/>
          </p:cNvSpPr>
          <p:nvPr/>
        </p:nvSpPr>
        <p:spPr>
          <a:xfrm xmlns:a="http://schemas.openxmlformats.org/drawingml/2006/main">
            <a:off x="3838575" y="4124325"/>
            <a:ext cx="20097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354A5F"/>
                </a:solidFill>
                <a:latin typeface="DejaVu Sans"/>
                <a:ea typeface="DejaVu Sans"/>
                <a:cs typeface="DejaVu Sans"/>
              </a:defRPr>
            </a:defPPr>
            <a:lvl1pPr algn="l">
              <a:defRPr sz="1425" b="0">
                <a:solidFill>
                  <a:srgbClr val="354A5F"/>
                </a:solidFill>
                <a:latin typeface="DejaVu Sans"/>
                <a:ea typeface="DejaVu Sans"/>
                <a:cs typeface="DejaVu Sans"/>
              </a:defRPr>
            </a:lvl1pPr>
            <a:lvl2pPr algn="l">
              <a:defRPr sz="1425" b="0">
                <a:solidFill>
                  <a:srgbClr val="354A5F"/>
                </a:solidFill>
                <a:latin typeface="DejaVu Sans"/>
                <a:ea typeface="DejaVu Sans"/>
                <a:cs typeface="DejaVu Sans"/>
              </a:defRPr>
            </a:lvl2pPr>
            <a:lvl3pPr algn="l">
              <a:defRPr sz="1425" b="0">
                <a:solidFill>
                  <a:srgbClr val="354A5F"/>
                </a:solidFill>
                <a:latin typeface="DejaVu Sans"/>
                <a:ea typeface="DejaVu Sans"/>
                <a:cs typeface="DejaVu Sans"/>
              </a:defRPr>
            </a:lvl3pPr>
            <a:lvl4pPr algn="l">
              <a:defRPr sz="1425" b="0">
                <a:solidFill>
                  <a:srgbClr val="354A5F"/>
                </a:solidFill>
                <a:latin typeface="DejaVu Sans"/>
                <a:ea typeface="DejaVu Sans"/>
                <a:cs typeface="DejaVu Sans"/>
              </a:defRPr>
            </a:lvl4pPr>
            <a:lvl5pPr algn="l">
              <a:defRPr sz="1425" b="0">
                <a:solidFill>
                  <a:srgbClr val="354A5F"/>
                </a:solidFill>
                <a:latin typeface="DejaVu Sans"/>
                <a:ea typeface="DejaVu Sans"/>
                <a:cs typeface="DejaVu Sans"/>
              </a:defRPr>
            </a:lvl5pPr>
            <a:lvl6pPr algn="l">
              <a:defRPr sz="1425" b="0">
                <a:solidFill>
                  <a:srgbClr val="354A5F"/>
                </a:solidFill>
                <a:latin typeface="DejaVu Sans"/>
                <a:ea typeface="DejaVu Sans"/>
                <a:cs typeface="DejaVu Sans"/>
              </a:defRPr>
            </a:lvl6pPr>
            <a:lvl7pPr algn="l">
              <a:defRPr sz="1425" b="0">
                <a:solidFill>
                  <a:srgbClr val="354A5F"/>
                </a:solidFill>
                <a:latin typeface="DejaVu Sans"/>
                <a:ea typeface="DejaVu Sans"/>
                <a:cs typeface="DejaVu Sans"/>
              </a:defRPr>
            </a:lvl7pPr>
            <a:lvl8pPr algn="l">
              <a:defRPr sz="1425" b="0">
                <a:solidFill>
                  <a:srgbClr val="354A5F"/>
                </a:solidFill>
                <a:latin typeface="DejaVu Sans"/>
                <a:ea typeface="DejaVu Sans"/>
                <a:cs typeface="DejaVu Sans"/>
              </a:defRPr>
            </a:lvl8pPr>
            <a:lvl9pPr algn="l">
              <a:defRPr sz="1425" b="0">
                <a:solidFill>
                  <a:srgbClr val="354A5F"/>
                </a:solidFill>
                <a:latin typeface="DejaVu Sans"/>
                <a:ea typeface="DejaVu Sans"/>
                <a:cs typeface="DejaVu Sans"/>
              </a:defRPr>
            </a:lvl9pPr>
          </a:lstStyle>
          <a:p xmlns:a="http://schemas.openxmlformats.org/drawingml/2006/main">
            <a:pPr algn="l">
              <a:defRPr sz="1425" b="0">
                <a:solidFill>
                  <a:srgbClr val="354A5F"/>
                </a:solidFill>
                <a:latin typeface="DejaVu Sans"/>
                <a:ea typeface="DejaVu Sans"/>
                <a:cs typeface="DejaVu Sans"/>
              </a:defRPr>
            </a:pPr>
            <a:r>
              <a:rPr sz="1425" b="0">
                <a:solidFill>
                  <a:srgbClr val="354A5F"/>
                </a:solidFill>
                <a:latin typeface="DejaVu Sans"/>
                <a:ea typeface="DejaVu Sans"/>
                <a:cs typeface="DejaVu Sans"/>
              </a:rPr>
              <a:t>SQL Warehouse</a:t>
            </a:r>
          </a:p>
        </p:txBody>
      </p:sp>
      <p:sp>
        <p:nvSpPr>
          <p:cNvPr id="27" name="panel-66">
            <a:extLst xmlns:a="http://schemas.openxmlformats.org/drawingml/2006/main">
              <a:ext uri="{FF2B5EF4-FFF2-40B4-BE49-F238E27FC236}">
                <a16:creationId xmlns:a16="http://schemas.microsoft.com/office/drawing/2014/main" id="{4A7B4984-73D6-4BE2-90F2-AE019ED55643}"/>
              </a:ext>
            </a:extLst>
          </p:cNvPr>
          <p:cNvSpPr>
            <a:spLocks xmlns:a="http://schemas.openxmlformats.org/drawingml/2006/main" noGrp="1"/>
          </p:cNvSpPr>
          <p:nvPr/>
        </p:nvSpPr>
        <p:spPr>
          <a:xfrm xmlns:a="http://schemas.openxmlformats.org/drawingml/2006/main">
            <a:off x="3638550" y="4676775"/>
            <a:ext cx="57150" cy="57150"/>
          </a:xfrm>
          <a:prstGeom xmlns:a="http://schemas.openxmlformats.org/drawingml/2006/main" prst="roundRect">
            <a:avLst>
              <a:gd name="adj" fmla="val 50000"/>
            </a:avLst>
          </a:prstGeom>
          <a:solidFill xmlns:a="http://schemas.openxmlformats.org/drawingml/2006/main">
            <a:srgbClr val="247E91"/>
          </a:solidFill>
          <a:ln xmlns:a="http://schemas.openxmlformats.org/drawingml/2006/main" w="0">
            <a:noFill/>
            <a:prstDash val="solid"/>
          </a:ln>
        </p:spPr>
      </p:sp>
      <p:sp>
        <p:nvSpPr>
          <p:cNvPr id="28" name="text-67">
            <a:extLst xmlns:a="http://schemas.openxmlformats.org/drawingml/2006/main">
              <a:ext uri="{FF2B5EF4-FFF2-40B4-BE49-F238E27FC236}">
                <a16:creationId xmlns:a16="http://schemas.microsoft.com/office/drawing/2014/main" id="{5BA3771B-649E-430C-AD9E-A039C4ED1753}"/>
              </a:ext>
            </a:extLst>
          </p:cNvPr>
          <p:cNvSpPr>
            <a:spLocks xmlns:a="http://schemas.openxmlformats.org/drawingml/2006/main" noGrp="1"/>
          </p:cNvSpPr>
          <p:nvPr/>
        </p:nvSpPr>
        <p:spPr>
          <a:xfrm xmlns:a="http://schemas.openxmlformats.org/drawingml/2006/main">
            <a:off x="3838575" y="4572000"/>
            <a:ext cx="20097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354A5F"/>
                </a:solidFill>
                <a:latin typeface="DejaVu Sans"/>
                <a:ea typeface="DejaVu Sans"/>
                <a:cs typeface="DejaVu Sans"/>
              </a:defRPr>
            </a:defPPr>
            <a:lvl1pPr algn="l">
              <a:defRPr sz="1425" b="0">
                <a:solidFill>
                  <a:srgbClr val="354A5F"/>
                </a:solidFill>
                <a:latin typeface="DejaVu Sans"/>
                <a:ea typeface="DejaVu Sans"/>
                <a:cs typeface="DejaVu Sans"/>
              </a:defRPr>
            </a:lvl1pPr>
            <a:lvl2pPr algn="l">
              <a:defRPr sz="1425" b="0">
                <a:solidFill>
                  <a:srgbClr val="354A5F"/>
                </a:solidFill>
                <a:latin typeface="DejaVu Sans"/>
                <a:ea typeface="DejaVu Sans"/>
                <a:cs typeface="DejaVu Sans"/>
              </a:defRPr>
            </a:lvl2pPr>
            <a:lvl3pPr algn="l">
              <a:defRPr sz="1425" b="0">
                <a:solidFill>
                  <a:srgbClr val="354A5F"/>
                </a:solidFill>
                <a:latin typeface="DejaVu Sans"/>
                <a:ea typeface="DejaVu Sans"/>
                <a:cs typeface="DejaVu Sans"/>
              </a:defRPr>
            </a:lvl3pPr>
            <a:lvl4pPr algn="l">
              <a:defRPr sz="1425" b="0">
                <a:solidFill>
                  <a:srgbClr val="354A5F"/>
                </a:solidFill>
                <a:latin typeface="DejaVu Sans"/>
                <a:ea typeface="DejaVu Sans"/>
                <a:cs typeface="DejaVu Sans"/>
              </a:defRPr>
            </a:lvl4pPr>
            <a:lvl5pPr algn="l">
              <a:defRPr sz="1425" b="0">
                <a:solidFill>
                  <a:srgbClr val="354A5F"/>
                </a:solidFill>
                <a:latin typeface="DejaVu Sans"/>
                <a:ea typeface="DejaVu Sans"/>
                <a:cs typeface="DejaVu Sans"/>
              </a:defRPr>
            </a:lvl5pPr>
            <a:lvl6pPr algn="l">
              <a:defRPr sz="1425" b="0">
                <a:solidFill>
                  <a:srgbClr val="354A5F"/>
                </a:solidFill>
                <a:latin typeface="DejaVu Sans"/>
                <a:ea typeface="DejaVu Sans"/>
                <a:cs typeface="DejaVu Sans"/>
              </a:defRPr>
            </a:lvl6pPr>
            <a:lvl7pPr algn="l">
              <a:defRPr sz="1425" b="0">
                <a:solidFill>
                  <a:srgbClr val="354A5F"/>
                </a:solidFill>
                <a:latin typeface="DejaVu Sans"/>
                <a:ea typeface="DejaVu Sans"/>
                <a:cs typeface="DejaVu Sans"/>
              </a:defRPr>
            </a:lvl7pPr>
            <a:lvl8pPr algn="l">
              <a:defRPr sz="1425" b="0">
                <a:solidFill>
                  <a:srgbClr val="354A5F"/>
                </a:solidFill>
                <a:latin typeface="DejaVu Sans"/>
                <a:ea typeface="DejaVu Sans"/>
                <a:cs typeface="DejaVu Sans"/>
              </a:defRPr>
            </a:lvl8pPr>
            <a:lvl9pPr algn="l">
              <a:defRPr sz="1425" b="0">
                <a:solidFill>
                  <a:srgbClr val="354A5F"/>
                </a:solidFill>
                <a:latin typeface="DejaVu Sans"/>
                <a:ea typeface="DejaVu Sans"/>
                <a:cs typeface="DejaVu Sans"/>
              </a:defRPr>
            </a:lvl9pPr>
          </a:lstStyle>
          <a:p xmlns:a="http://schemas.openxmlformats.org/drawingml/2006/main">
            <a:pPr algn="l">
              <a:defRPr sz="1425" b="0">
                <a:solidFill>
                  <a:srgbClr val="354A5F"/>
                </a:solidFill>
                <a:latin typeface="DejaVu Sans"/>
                <a:ea typeface="DejaVu Sans"/>
                <a:cs typeface="DejaVu Sans"/>
              </a:defRPr>
            </a:pPr>
            <a:r>
              <a:rPr sz="1425" b="0">
                <a:solidFill>
                  <a:srgbClr val="354A5F"/>
                </a:solidFill>
                <a:latin typeface="DejaVu Sans"/>
                <a:ea typeface="DejaVu Sans"/>
                <a:cs typeface="DejaVu Sans"/>
              </a:rPr>
              <a:t>Databricks Volumes</a:t>
            </a:r>
          </a:p>
        </p:txBody>
      </p:sp>
      <p:sp>
        <p:nvSpPr>
          <p:cNvPr id="29" name="panel-68">
            <a:extLst xmlns:a="http://schemas.openxmlformats.org/drawingml/2006/main">
              <a:ext uri="{FF2B5EF4-FFF2-40B4-BE49-F238E27FC236}">
                <a16:creationId xmlns:a16="http://schemas.microsoft.com/office/drawing/2014/main" id="{8C925E41-B191-4236-BA23-B8E6421B7958}"/>
              </a:ext>
            </a:extLst>
          </p:cNvPr>
          <p:cNvSpPr>
            <a:spLocks xmlns:a="http://schemas.openxmlformats.org/drawingml/2006/main" noGrp="1"/>
          </p:cNvSpPr>
          <p:nvPr/>
        </p:nvSpPr>
        <p:spPr>
          <a:xfrm xmlns:a="http://schemas.openxmlformats.org/drawingml/2006/main">
            <a:off x="3638550" y="5124450"/>
            <a:ext cx="57150" cy="57150"/>
          </a:xfrm>
          <a:prstGeom xmlns:a="http://schemas.openxmlformats.org/drawingml/2006/main" prst="roundRect">
            <a:avLst>
              <a:gd name="adj" fmla="val 50000"/>
            </a:avLst>
          </a:prstGeom>
          <a:solidFill xmlns:a="http://schemas.openxmlformats.org/drawingml/2006/main">
            <a:srgbClr val="247E91"/>
          </a:solidFill>
          <a:ln xmlns:a="http://schemas.openxmlformats.org/drawingml/2006/main" w="0">
            <a:noFill/>
            <a:prstDash val="solid"/>
          </a:ln>
        </p:spPr>
      </p:sp>
      <p:sp>
        <p:nvSpPr>
          <p:cNvPr id="30" name="text-69">
            <a:extLst xmlns:a="http://schemas.openxmlformats.org/drawingml/2006/main">
              <a:ext uri="{FF2B5EF4-FFF2-40B4-BE49-F238E27FC236}">
                <a16:creationId xmlns:a16="http://schemas.microsoft.com/office/drawing/2014/main" id="{B41765C2-2AB6-4C21-BE13-FC0CF169DF0F}"/>
              </a:ext>
            </a:extLst>
          </p:cNvPr>
          <p:cNvSpPr>
            <a:spLocks xmlns:a="http://schemas.openxmlformats.org/drawingml/2006/main" noGrp="1"/>
          </p:cNvSpPr>
          <p:nvPr/>
        </p:nvSpPr>
        <p:spPr>
          <a:xfrm xmlns:a="http://schemas.openxmlformats.org/drawingml/2006/main">
            <a:off x="3838575" y="5019675"/>
            <a:ext cx="20097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354A5F"/>
                </a:solidFill>
                <a:latin typeface="DejaVu Sans"/>
                <a:ea typeface="DejaVu Sans"/>
                <a:cs typeface="DejaVu Sans"/>
              </a:defRPr>
            </a:defPPr>
            <a:lvl1pPr algn="l">
              <a:defRPr sz="1425" b="0">
                <a:solidFill>
                  <a:srgbClr val="354A5F"/>
                </a:solidFill>
                <a:latin typeface="DejaVu Sans"/>
                <a:ea typeface="DejaVu Sans"/>
                <a:cs typeface="DejaVu Sans"/>
              </a:defRPr>
            </a:lvl1pPr>
            <a:lvl2pPr algn="l">
              <a:defRPr sz="1425" b="0">
                <a:solidFill>
                  <a:srgbClr val="354A5F"/>
                </a:solidFill>
                <a:latin typeface="DejaVu Sans"/>
                <a:ea typeface="DejaVu Sans"/>
                <a:cs typeface="DejaVu Sans"/>
              </a:defRPr>
            </a:lvl2pPr>
            <a:lvl3pPr algn="l">
              <a:defRPr sz="1425" b="0">
                <a:solidFill>
                  <a:srgbClr val="354A5F"/>
                </a:solidFill>
                <a:latin typeface="DejaVu Sans"/>
                <a:ea typeface="DejaVu Sans"/>
                <a:cs typeface="DejaVu Sans"/>
              </a:defRPr>
            </a:lvl3pPr>
            <a:lvl4pPr algn="l">
              <a:defRPr sz="1425" b="0">
                <a:solidFill>
                  <a:srgbClr val="354A5F"/>
                </a:solidFill>
                <a:latin typeface="DejaVu Sans"/>
                <a:ea typeface="DejaVu Sans"/>
                <a:cs typeface="DejaVu Sans"/>
              </a:defRPr>
            </a:lvl4pPr>
            <a:lvl5pPr algn="l">
              <a:defRPr sz="1425" b="0">
                <a:solidFill>
                  <a:srgbClr val="354A5F"/>
                </a:solidFill>
                <a:latin typeface="DejaVu Sans"/>
                <a:ea typeface="DejaVu Sans"/>
                <a:cs typeface="DejaVu Sans"/>
              </a:defRPr>
            </a:lvl5pPr>
            <a:lvl6pPr algn="l">
              <a:defRPr sz="1425" b="0">
                <a:solidFill>
                  <a:srgbClr val="354A5F"/>
                </a:solidFill>
                <a:latin typeface="DejaVu Sans"/>
                <a:ea typeface="DejaVu Sans"/>
                <a:cs typeface="DejaVu Sans"/>
              </a:defRPr>
            </a:lvl6pPr>
            <a:lvl7pPr algn="l">
              <a:defRPr sz="1425" b="0">
                <a:solidFill>
                  <a:srgbClr val="354A5F"/>
                </a:solidFill>
                <a:latin typeface="DejaVu Sans"/>
                <a:ea typeface="DejaVu Sans"/>
                <a:cs typeface="DejaVu Sans"/>
              </a:defRPr>
            </a:lvl7pPr>
            <a:lvl8pPr algn="l">
              <a:defRPr sz="1425" b="0">
                <a:solidFill>
                  <a:srgbClr val="354A5F"/>
                </a:solidFill>
                <a:latin typeface="DejaVu Sans"/>
                <a:ea typeface="DejaVu Sans"/>
                <a:cs typeface="DejaVu Sans"/>
              </a:defRPr>
            </a:lvl8pPr>
            <a:lvl9pPr algn="l">
              <a:defRPr sz="1425" b="0">
                <a:solidFill>
                  <a:srgbClr val="354A5F"/>
                </a:solidFill>
                <a:latin typeface="DejaVu Sans"/>
                <a:ea typeface="DejaVu Sans"/>
                <a:cs typeface="DejaVu Sans"/>
              </a:defRPr>
            </a:lvl9pPr>
          </a:lstStyle>
          <a:p xmlns:a="http://schemas.openxmlformats.org/drawingml/2006/main">
            <a:pPr algn="l">
              <a:defRPr sz="1425" b="0">
                <a:solidFill>
                  <a:srgbClr val="354A5F"/>
                </a:solidFill>
                <a:latin typeface="DejaVu Sans"/>
                <a:ea typeface="DejaVu Sans"/>
                <a:cs typeface="DejaVu Sans"/>
              </a:defRPr>
            </a:pPr>
            <a:r>
              <a:rPr sz="1425" b="0">
                <a:solidFill>
                  <a:srgbClr val="354A5F"/>
                </a:solidFill>
                <a:latin typeface="DejaVu Sans"/>
                <a:ea typeface="DejaVu Sans"/>
                <a:cs typeface="DejaVu Sans"/>
              </a:rPr>
              <a:t>SQL Connector + SDK</a:t>
            </a:r>
          </a:p>
        </p:txBody>
      </p:sp>
      <p:sp>
        <p:nvSpPr>
          <p:cNvPr id="31" name="panel-70">
            <a:extLst xmlns:a="http://schemas.openxmlformats.org/drawingml/2006/main">
              <a:ext uri="{FF2B5EF4-FFF2-40B4-BE49-F238E27FC236}">
                <a16:creationId xmlns:a16="http://schemas.microsoft.com/office/drawing/2014/main" id="{20DE97CA-5309-4E98-A647-BF718D490371}"/>
              </a:ext>
            </a:extLst>
          </p:cNvPr>
          <p:cNvSpPr>
            <a:spLocks xmlns:a="http://schemas.openxmlformats.org/drawingml/2006/main" noGrp="1"/>
          </p:cNvSpPr>
          <p:nvPr/>
        </p:nvSpPr>
        <p:spPr>
          <a:xfrm xmlns:a="http://schemas.openxmlformats.org/drawingml/2006/main">
            <a:off x="6191250" y="1771650"/>
            <a:ext cx="2600325" cy="3952875"/>
          </a:xfrm>
          <a:prstGeom xmlns:a="http://schemas.openxmlformats.org/drawingml/2006/main" prst="roundRect">
            <a:avLst>
              <a:gd name="adj" fmla="val 5128"/>
            </a:avLst>
          </a:prstGeom>
          <a:solidFill xmlns:a="http://schemas.openxmlformats.org/drawingml/2006/main">
            <a:srgbClr val="F2F7FA"/>
          </a:solidFill>
          <a:ln xmlns:a="http://schemas.openxmlformats.org/drawingml/2006/main" w="9525">
            <a:solidFill>
              <a:srgbClr val="D9E5EC"/>
            </a:solidFill>
            <a:prstDash val="solid"/>
          </a:ln>
        </p:spPr>
      </p:sp>
      <p:sp>
        <p:nvSpPr>
          <p:cNvPr id="32" name="panel-71">
            <a:extLst xmlns:a="http://schemas.openxmlformats.org/drawingml/2006/main">
              <a:ext uri="{FF2B5EF4-FFF2-40B4-BE49-F238E27FC236}">
                <a16:creationId xmlns:a16="http://schemas.microsoft.com/office/drawing/2014/main" id="{91FAFA8F-EE05-4840-BFFD-B976A44CA907}"/>
              </a:ext>
            </a:extLst>
          </p:cNvPr>
          <p:cNvSpPr>
            <a:spLocks xmlns:a="http://schemas.openxmlformats.org/drawingml/2006/main" noGrp="1"/>
          </p:cNvSpPr>
          <p:nvPr/>
        </p:nvSpPr>
        <p:spPr>
          <a:xfrm xmlns:a="http://schemas.openxmlformats.org/drawingml/2006/main">
            <a:off x="7134225" y="2019300"/>
            <a:ext cx="685800" cy="685800"/>
          </a:xfrm>
          <a:prstGeom xmlns:a="http://schemas.openxmlformats.org/drawingml/2006/main" prst="roundRect">
            <a:avLst>
              <a:gd name="adj" fmla="val 50000"/>
            </a:avLst>
          </a:prstGeom>
          <a:solidFill xmlns:a="http://schemas.openxmlformats.org/drawingml/2006/main">
            <a:srgbClr val="25938D"/>
          </a:solidFill>
          <a:ln xmlns:a="http://schemas.openxmlformats.org/drawingml/2006/main" w="0">
            <a:noFill/>
            <a:prstDash val="solid"/>
          </a:ln>
        </p:spPr>
      </p:sp>
      <p:pic>
        <p:nvPicPr>
          <p:cNvPr id="33" name="">
            <a:extLst xmlns:a="http://schemas.openxmlformats.org/drawingml/2006/main">
              <a:ext uri="{FF2B5EF4-FFF2-40B4-BE49-F238E27FC236}">
                <a16:creationId xmlns:a16="http://schemas.microsoft.com/office/drawing/2014/main" id="{554C5C63-876B-4442-A29B-1DACE78A1E71}"/>
              </a:ext>
            </a:extLst>
          </p:cNvPr>
          <p:cNvPicPr>
            <a:picLocks xmlns:a="http://schemas.openxmlformats.org/drawingml/2006/main" noChangeAspect="1"/>
          </p:cNvPicPr>
          <p:nvPr/>
        </p:nvPicPr>
        <p:blipFill>
          <a:blip xmlns:r="http://schemas.openxmlformats.org/officeDocument/2006/relationships" xmlns:a="http://schemas.openxmlformats.org/drawingml/2006/main" r:embed="Rb772b92d03ca473c">
            <a:extLst>
              <a:ext uri="{96DAC541-7B7A-43D3-8B79-37D633B846F1}">
                <asvg:svgBlip xmlns:asvg="http://schemas.microsoft.com/office/drawing/2016/SVG/main" r:embed="R7421d79845a64eae"/>
              </a:ext>
            </a:extLst>
          </a:blip>
          <a:stretch xmlns:a="http://schemas.openxmlformats.org/drawingml/2006/main"/>
        </p:blipFill>
        <p:spPr>
          <a:xfrm xmlns:a="http://schemas.openxmlformats.org/drawingml/2006/main">
            <a:off x="7298817" y="2183892"/>
            <a:ext cx="356616" cy="356616"/>
          </a:xfrm>
          <a:prstGeom xmlns:a="http://schemas.openxmlformats.org/drawingml/2006/main" prst="rect">
            <a:avLst/>
          </a:prstGeom>
        </p:spPr>
      </p:pic>
      <p:sp>
        <p:nvSpPr>
          <p:cNvPr id="34" name="text-72">
            <a:extLst xmlns:a="http://schemas.openxmlformats.org/drawingml/2006/main">
              <a:ext uri="{FF2B5EF4-FFF2-40B4-BE49-F238E27FC236}">
                <a16:creationId xmlns:a16="http://schemas.microsoft.com/office/drawing/2014/main" id="{D3080AFA-5F47-4456-B781-6541AA0D56FF}"/>
              </a:ext>
            </a:extLst>
          </p:cNvPr>
          <p:cNvSpPr>
            <a:spLocks xmlns:a="http://schemas.openxmlformats.org/drawingml/2006/main" noGrp="1"/>
          </p:cNvSpPr>
          <p:nvPr/>
        </p:nvSpPr>
        <p:spPr>
          <a:xfrm xmlns:a="http://schemas.openxmlformats.org/drawingml/2006/main">
            <a:off x="6362700" y="2943225"/>
            <a:ext cx="22574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1">
                <a:solidFill>
                  <a:srgbClr val="162C45"/>
                </a:solidFill>
                <a:latin typeface="DejaVu Serif"/>
                <a:ea typeface="DejaVu Serif"/>
                <a:cs typeface="DejaVu Serif"/>
              </a:defRPr>
            </a:defPPr>
            <a:lvl1pPr algn="ctr">
              <a:defRPr sz="1725" b="1">
                <a:solidFill>
                  <a:srgbClr val="162C45"/>
                </a:solidFill>
                <a:latin typeface="DejaVu Serif"/>
                <a:ea typeface="DejaVu Serif"/>
                <a:cs typeface="DejaVu Serif"/>
              </a:defRPr>
            </a:lvl1pPr>
            <a:lvl2pPr algn="ctr">
              <a:defRPr sz="1725" b="1">
                <a:solidFill>
                  <a:srgbClr val="162C45"/>
                </a:solidFill>
                <a:latin typeface="DejaVu Serif"/>
                <a:ea typeface="DejaVu Serif"/>
                <a:cs typeface="DejaVu Serif"/>
              </a:defRPr>
            </a:lvl2pPr>
            <a:lvl3pPr algn="ctr">
              <a:defRPr sz="1725" b="1">
                <a:solidFill>
                  <a:srgbClr val="162C45"/>
                </a:solidFill>
                <a:latin typeface="DejaVu Serif"/>
                <a:ea typeface="DejaVu Serif"/>
                <a:cs typeface="DejaVu Serif"/>
              </a:defRPr>
            </a:lvl3pPr>
            <a:lvl4pPr algn="ctr">
              <a:defRPr sz="1725" b="1">
                <a:solidFill>
                  <a:srgbClr val="162C45"/>
                </a:solidFill>
                <a:latin typeface="DejaVu Serif"/>
                <a:ea typeface="DejaVu Serif"/>
                <a:cs typeface="DejaVu Serif"/>
              </a:defRPr>
            </a:lvl4pPr>
            <a:lvl5pPr algn="ctr">
              <a:defRPr sz="1725" b="1">
                <a:solidFill>
                  <a:srgbClr val="162C45"/>
                </a:solidFill>
                <a:latin typeface="DejaVu Serif"/>
                <a:ea typeface="DejaVu Serif"/>
                <a:cs typeface="DejaVu Serif"/>
              </a:defRPr>
            </a:lvl5pPr>
            <a:lvl6pPr algn="ctr">
              <a:defRPr sz="1725" b="1">
                <a:solidFill>
                  <a:srgbClr val="162C45"/>
                </a:solidFill>
                <a:latin typeface="DejaVu Serif"/>
                <a:ea typeface="DejaVu Serif"/>
                <a:cs typeface="DejaVu Serif"/>
              </a:defRPr>
            </a:lvl6pPr>
            <a:lvl7pPr algn="ctr">
              <a:defRPr sz="1725" b="1">
                <a:solidFill>
                  <a:srgbClr val="162C45"/>
                </a:solidFill>
                <a:latin typeface="DejaVu Serif"/>
                <a:ea typeface="DejaVu Serif"/>
                <a:cs typeface="DejaVu Serif"/>
              </a:defRPr>
            </a:lvl7pPr>
            <a:lvl8pPr algn="ctr">
              <a:defRPr sz="1725" b="1">
                <a:solidFill>
                  <a:srgbClr val="162C45"/>
                </a:solidFill>
                <a:latin typeface="DejaVu Serif"/>
                <a:ea typeface="DejaVu Serif"/>
                <a:cs typeface="DejaVu Serif"/>
              </a:defRPr>
            </a:lvl8pPr>
            <a:lvl9pPr algn="ctr">
              <a:defRPr sz="1725" b="1">
                <a:solidFill>
                  <a:srgbClr val="162C45"/>
                </a:solidFill>
                <a:latin typeface="DejaVu Serif"/>
                <a:ea typeface="DejaVu Serif"/>
                <a:cs typeface="DejaVu Serif"/>
              </a:defRPr>
            </a:lvl9pPr>
          </a:lstStyle>
          <a:p xmlns:a="http://schemas.openxmlformats.org/drawingml/2006/main">
            <a:pPr algn="ctr">
              <a:defRPr sz="1725" b="1">
                <a:solidFill>
                  <a:srgbClr val="162C45"/>
                </a:solidFill>
                <a:latin typeface="DejaVu Serif"/>
                <a:ea typeface="DejaVu Serif"/>
                <a:cs typeface="DejaVu Serif"/>
              </a:defRPr>
            </a:pPr>
            <a:r>
              <a:rPr sz="1725" b="1">
                <a:solidFill>
                  <a:srgbClr val="162C45"/>
                </a:solidFill>
                <a:latin typeface="DejaVu Serif"/>
                <a:ea typeface="DejaVu Serif"/>
                <a:cs typeface="DejaVu Serif"/>
              </a:rPr>
              <a:t>AI &amp; Orchestration</a:t>
            </a:r>
          </a:p>
        </p:txBody>
      </p:sp>
      <p:sp>
        <p:nvSpPr>
          <p:cNvPr id="35" name="panel-73">
            <a:extLst xmlns:a="http://schemas.openxmlformats.org/drawingml/2006/main">
              <a:ext uri="{FF2B5EF4-FFF2-40B4-BE49-F238E27FC236}">
                <a16:creationId xmlns:a16="http://schemas.microsoft.com/office/drawing/2014/main" id="{3338B93B-5BA3-494C-87D2-ECED98A13C2C}"/>
              </a:ext>
            </a:extLst>
          </p:cNvPr>
          <p:cNvSpPr>
            <a:spLocks xmlns:a="http://schemas.openxmlformats.org/drawingml/2006/main" noGrp="1"/>
          </p:cNvSpPr>
          <p:nvPr/>
        </p:nvSpPr>
        <p:spPr>
          <a:xfrm xmlns:a="http://schemas.openxmlformats.org/drawingml/2006/main">
            <a:off x="6429375" y="3781425"/>
            <a:ext cx="57150" cy="57150"/>
          </a:xfrm>
          <a:prstGeom xmlns:a="http://schemas.openxmlformats.org/drawingml/2006/main" prst="roundRect">
            <a:avLst>
              <a:gd name="adj" fmla="val 50000"/>
            </a:avLst>
          </a:prstGeom>
          <a:solidFill xmlns:a="http://schemas.openxmlformats.org/drawingml/2006/main">
            <a:srgbClr val="247E91"/>
          </a:solidFill>
          <a:ln xmlns:a="http://schemas.openxmlformats.org/drawingml/2006/main" w="0">
            <a:noFill/>
            <a:prstDash val="solid"/>
          </a:ln>
        </p:spPr>
      </p:sp>
      <p:sp>
        <p:nvSpPr>
          <p:cNvPr id="36" name="text-74">
            <a:extLst xmlns:a="http://schemas.openxmlformats.org/drawingml/2006/main">
              <a:ext uri="{FF2B5EF4-FFF2-40B4-BE49-F238E27FC236}">
                <a16:creationId xmlns:a16="http://schemas.microsoft.com/office/drawing/2014/main" id="{F4E88389-BBA5-4D44-BB97-DD7AB43426C3}"/>
              </a:ext>
            </a:extLst>
          </p:cNvPr>
          <p:cNvSpPr>
            <a:spLocks xmlns:a="http://schemas.openxmlformats.org/drawingml/2006/main" noGrp="1"/>
          </p:cNvSpPr>
          <p:nvPr/>
        </p:nvSpPr>
        <p:spPr>
          <a:xfrm xmlns:a="http://schemas.openxmlformats.org/drawingml/2006/main">
            <a:off x="6629400" y="3676650"/>
            <a:ext cx="20097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354A5F"/>
                </a:solidFill>
                <a:latin typeface="DejaVu Sans"/>
                <a:ea typeface="DejaVu Sans"/>
                <a:cs typeface="DejaVu Sans"/>
              </a:defRPr>
            </a:defPPr>
            <a:lvl1pPr algn="l">
              <a:defRPr sz="1425" b="0">
                <a:solidFill>
                  <a:srgbClr val="354A5F"/>
                </a:solidFill>
                <a:latin typeface="DejaVu Sans"/>
                <a:ea typeface="DejaVu Sans"/>
                <a:cs typeface="DejaVu Sans"/>
              </a:defRPr>
            </a:lvl1pPr>
            <a:lvl2pPr algn="l">
              <a:defRPr sz="1425" b="0">
                <a:solidFill>
                  <a:srgbClr val="354A5F"/>
                </a:solidFill>
                <a:latin typeface="DejaVu Sans"/>
                <a:ea typeface="DejaVu Sans"/>
                <a:cs typeface="DejaVu Sans"/>
              </a:defRPr>
            </a:lvl2pPr>
            <a:lvl3pPr algn="l">
              <a:defRPr sz="1425" b="0">
                <a:solidFill>
                  <a:srgbClr val="354A5F"/>
                </a:solidFill>
                <a:latin typeface="DejaVu Sans"/>
                <a:ea typeface="DejaVu Sans"/>
                <a:cs typeface="DejaVu Sans"/>
              </a:defRPr>
            </a:lvl3pPr>
            <a:lvl4pPr algn="l">
              <a:defRPr sz="1425" b="0">
                <a:solidFill>
                  <a:srgbClr val="354A5F"/>
                </a:solidFill>
                <a:latin typeface="DejaVu Sans"/>
                <a:ea typeface="DejaVu Sans"/>
                <a:cs typeface="DejaVu Sans"/>
              </a:defRPr>
            </a:lvl4pPr>
            <a:lvl5pPr algn="l">
              <a:defRPr sz="1425" b="0">
                <a:solidFill>
                  <a:srgbClr val="354A5F"/>
                </a:solidFill>
                <a:latin typeface="DejaVu Sans"/>
                <a:ea typeface="DejaVu Sans"/>
                <a:cs typeface="DejaVu Sans"/>
              </a:defRPr>
            </a:lvl5pPr>
            <a:lvl6pPr algn="l">
              <a:defRPr sz="1425" b="0">
                <a:solidFill>
                  <a:srgbClr val="354A5F"/>
                </a:solidFill>
                <a:latin typeface="DejaVu Sans"/>
                <a:ea typeface="DejaVu Sans"/>
                <a:cs typeface="DejaVu Sans"/>
              </a:defRPr>
            </a:lvl6pPr>
            <a:lvl7pPr algn="l">
              <a:defRPr sz="1425" b="0">
                <a:solidFill>
                  <a:srgbClr val="354A5F"/>
                </a:solidFill>
                <a:latin typeface="DejaVu Sans"/>
                <a:ea typeface="DejaVu Sans"/>
                <a:cs typeface="DejaVu Sans"/>
              </a:defRPr>
            </a:lvl7pPr>
            <a:lvl8pPr algn="l">
              <a:defRPr sz="1425" b="0">
                <a:solidFill>
                  <a:srgbClr val="354A5F"/>
                </a:solidFill>
                <a:latin typeface="DejaVu Sans"/>
                <a:ea typeface="DejaVu Sans"/>
                <a:cs typeface="DejaVu Sans"/>
              </a:defRPr>
            </a:lvl8pPr>
            <a:lvl9pPr algn="l">
              <a:defRPr sz="1425" b="0">
                <a:solidFill>
                  <a:srgbClr val="354A5F"/>
                </a:solidFill>
                <a:latin typeface="DejaVu Sans"/>
                <a:ea typeface="DejaVu Sans"/>
                <a:cs typeface="DejaVu Sans"/>
              </a:defRPr>
            </a:lvl9pPr>
          </a:lstStyle>
          <a:p xmlns:a="http://schemas.openxmlformats.org/drawingml/2006/main">
            <a:pPr algn="l">
              <a:defRPr sz="1425" b="0">
                <a:solidFill>
                  <a:srgbClr val="354A5F"/>
                </a:solidFill>
                <a:latin typeface="DejaVu Sans"/>
                <a:ea typeface="DejaVu Sans"/>
                <a:cs typeface="DejaVu Sans"/>
              </a:defRPr>
            </a:pPr>
            <a:r>
              <a:rPr sz="1425" b="0">
                <a:solidFill>
                  <a:srgbClr val="354A5F"/>
                </a:solidFill>
                <a:latin typeface="DejaVu Sans"/>
                <a:ea typeface="DejaVu Sans"/>
                <a:cs typeface="DejaVu Sans"/>
              </a:rPr>
              <a:t>LangGraph</a:t>
            </a:r>
          </a:p>
        </p:txBody>
      </p:sp>
      <p:sp>
        <p:nvSpPr>
          <p:cNvPr id="37" name="panel-75">
            <a:extLst xmlns:a="http://schemas.openxmlformats.org/drawingml/2006/main">
              <a:ext uri="{FF2B5EF4-FFF2-40B4-BE49-F238E27FC236}">
                <a16:creationId xmlns:a16="http://schemas.microsoft.com/office/drawing/2014/main" id="{FC6BC9A1-2DC8-4684-8AFA-4DC2A18CC4A7}"/>
              </a:ext>
            </a:extLst>
          </p:cNvPr>
          <p:cNvSpPr>
            <a:spLocks xmlns:a="http://schemas.openxmlformats.org/drawingml/2006/main" noGrp="1"/>
          </p:cNvSpPr>
          <p:nvPr/>
        </p:nvSpPr>
        <p:spPr>
          <a:xfrm xmlns:a="http://schemas.openxmlformats.org/drawingml/2006/main">
            <a:off x="6429375" y="4229100"/>
            <a:ext cx="57150" cy="57150"/>
          </a:xfrm>
          <a:prstGeom xmlns:a="http://schemas.openxmlformats.org/drawingml/2006/main" prst="roundRect">
            <a:avLst>
              <a:gd name="adj" fmla="val 50000"/>
            </a:avLst>
          </a:prstGeom>
          <a:solidFill xmlns:a="http://schemas.openxmlformats.org/drawingml/2006/main">
            <a:srgbClr val="247E91"/>
          </a:solidFill>
          <a:ln xmlns:a="http://schemas.openxmlformats.org/drawingml/2006/main" w="0">
            <a:noFill/>
            <a:prstDash val="solid"/>
          </a:ln>
        </p:spPr>
      </p:sp>
      <p:sp>
        <p:nvSpPr>
          <p:cNvPr id="38" name="text-76">
            <a:extLst xmlns:a="http://schemas.openxmlformats.org/drawingml/2006/main">
              <a:ext uri="{FF2B5EF4-FFF2-40B4-BE49-F238E27FC236}">
                <a16:creationId xmlns:a16="http://schemas.microsoft.com/office/drawing/2014/main" id="{2E6B548E-0C6D-42DD-984E-E6C74B93B78D}"/>
              </a:ext>
            </a:extLst>
          </p:cNvPr>
          <p:cNvSpPr>
            <a:spLocks xmlns:a="http://schemas.openxmlformats.org/drawingml/2006/main" noGrp="1"/>
          </p:cNvSpPr>
          <p:nvPr/>
        </p:nvSpPr>
        <p:spPr>
          <a:xfrm xmlns:a="http://schemas.openxmlformats.org/drawingml/2006/main">
            <a:off x="6629400" y="4124325"/>
            <a:ext cx="20097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354A5F"/>
                </a:solidFill>
                <a:latin typeface="DejaVu Sans"/>
                <a:ea typeface="DejaVu Sans"/>
                <a:cs typeface="DejaVu Sans"/>
              </a:defRPr>
            </a:defPPr>
            <a:lvl1pPr algn="l">
              <a:defRPr sz="1425" b="0">
                <a:solidFill>
                  <a:srgbClr val="354A5F"/>
                </a:solidFill>
                <a:latin typeface="DejaVu Sans"/>
                <a:ea typeface="DejaVu Sans"/>
                <a:cs typeface="DejaVu Sans"/>
              </a:defRPr>
            </a:lvl1pPr>
            <a:lvl2pPr algn="l">
              <a:defRPr sz="1425" b="0">
                <a:solidFill>
                  <a:srgbClr val="354A5F"/>
                </a:solidFill>
                <a:latin typeface="DejaVu Sans"/>
                <a:ea typeface="DejaVu Sans"/>
                <a:cs typeface="DejaVu Sans"/>
              </a:defRPr>
            </a:lvl2pPr>
            <a:lvl3pPr algn="l">
              <a:defRPr sz="1425" b="0">
                <a:solidFill>
                  <a:srgbClr val="354A5F"/>
                </a:solidFill>
                <a:latin typeface="DejaVu Sans"/>
                <a:ea typeface="DejaVu Sans"/>
                <a:cs typeface="DejaVu Sans"/>
              </a:defRPr>
            </a:lvl3pPr>
            <a:lvl4pPr algn="l">
              <a:defRPr sz="1425" b="0">
                <a:solidFill>
                  <a:srgbClr val="354A5F"/>
                </a:solidFill>
                <a:latin typeface="DejaVu Sans"/>
                <a:ea typeface="DejaVu Sans"/>
                <a:cs typeface="DejaVu Sans"/>
              </a:defRPr>
            </a:lvl4pPr>
            <a:lvl5pPr algn="l">
              <a:defRPr sz="1425" b="0">
                <a:solidFill>
                  <a:srgbClr val="354A5F"/>
                </a:solidFill>
                <a:latin typeface="DejaVu Sans"/>
                <a:ea typeface="DejaVu Sans"/>
                <a:cs typeface="DejaVu Sans"/>
              </a:defRPr>
            </a:lvl5pPr>
            <a:lvl6pPr algn="l">
              <a:defRPr sz="1425" b="0">
                <a:solidFill>
                  <a:srgbClr val="354A5F"/>
                </a:solidFill>
                <a:latin typeface="DejaVu Sans"/>
                <a:ea typeface="DejaVu Sans"/>
                <a:cs typeface="DejaVu Sans"/>
              </a:defRPr>
            </a:lvl6pPr>
            <a:lvl7pPr algn="l">
              <a:defRPr sz="1425" b="0">
                <a:solidFill>
                  <a:srgbClr val="354A5F"/>
                </a:solidFill>
                <a:latin typeface="DejaVu Sans"/>
                <a:ea typeface="DejaVu Sans"/>
                <a:cs typeface="DejaVu Sans"/>
              </a:defRPr>
            </a:lvl7pPr>
            <a:lvl8pPr algn="l">
              <a:defRPr sz="1425" b="0">
                <a:solidFill>
                  <a:srgbClr val="354A5F"/>
                </a:solidFill>
                <a:latin typeface="DejaVu Sans"/>
                <a:ea typeface="DejaVu Sans"/>
                <a:cs typeface="DejaVu Sans"/>
              </a:defRPr>
            </a:lvl8pPr>
            <a:lvl9pPr algn="l">
              <a:defRPr sz="1425" b="0">
                <a:solidFill>
                  <a:srgbClr val="354A5F"/>
                </a:solidFill>
                <a:latin typeface="DejaVu Sans"/>
                <a:ea typeface="DejaVu Sans"/>
                <a:cs typeface="DejaVu Sans"/>
              </a:defRPr>
            </a:lvl9pPr>
          </a:lstStyle>
          <a:p xmlns:a="http://schemas.openxmlformats.org/drawingml/2006/main">
            <a:pPr algn="l">
              <a:defRPr sz="1425" b="0">
                <a:solidFill>
                  <a:srgbClr val="354A5F"/>
                </a:solidFill>
                <a:latin typeface="DejaVu Sans"/>
                <a:ea typeface="DejaVu Sans"/>
                <a:cs typeface="DejaVu Sans"/>
              </a:defRPr>
            </a:pPr>
            <a:r>
              <a:rPr sz="1425" b="0">
                <a:solidFill>
                  <a:srgbClr val="354A5F"/>
                </a:solidFill>
                <a:latin typeface="DejaVu Sans"/>
                <a:ea typeface="DejaVu Sans"/>
                <a:cs typeface="DejaVu Sans"/>
              </a:rPr>
              <a:t>AI Gateway</a:t>
            </a:r>
          </a:p>
        </p:txBody>
      </p:sp>
      <p:sp>
        <p:nvSpPr>
          <p:cNvPr id="39" name="panel-77">
            <a:extLst xmlns:a="http://schemas.openxmlformats.org/drawingml/2006/main">
              <a:ext uri="{FF2B5EF4-FFF2-40B4-BE49-F238E27FC236}">
                <a16:creationId xmlns:a16="http://schemas.microsoft.com/office/drawing/2014/main" id="{6057D3EC-9534-49D2-98D4-598B47FDE45E}"/>
              </a:ext>
            </a:extLst>
          </p:cNvPr>
          <p:cNvSpPr>
            <a:spLocks xmlns:a="http://schemas.openxmlformats.org/drawingml/2006/main" noGrp="1"/>
          </p:cNvSpPr>
          <p:nvPr/>
        </p:nvSpPr>
        <p:spPr>
          <a:xfrm xmlns:a="http://schemas.openxmlformats.org/drawingml/2006/main">
            <a:off x="6429375" y="4676775"/>
            <a:ext cx="57150" cy="57150"/>
          </a:xfrm>
          <a:prstGeom xmlns:a="http://schemas.openxmlformats.org/drawingml/2006/main" prst="roundRect">
            <a:avLst>
              <a:gd name="adj" fmla="val 50000"/>
            </a:avLst>
          </a:prstGeom>
          <a:solidFill xmlns:a="http://schemas.openxmlformats.org/drawingml/2006/main">
            <a:srgbClr val="247E91"/>
          </a:solidFill>
          <a:ln xmlns:a="http://schemas.openxmlformats.org/drawingml/2006/main" w="0">
            <a:noFill/>
            <a:prstDash val="solid"/>
          </a:ln>
        </p:spPr>
      </p:sp>
      <p:sp>
        <p:nvSpPr>
          <p:cNvPr id="40" name="text-78">
            <a:extLst xmlns:a="http://schemas.openxmlformats.org/drawingml/2006/main">
              <a:ext uri="{FF2B5EF4-FFF2-40B4-BE49-F238E27FC236}">
                <a16:creationId xmlns:a16="http://schemas.microsoft.com/office/drawing/2014/main" id="{7BF468DF-DD8A-4BF8-B908-222E25F6580F}"/>
              </a:ext>
            </a:extLst>
          </p:cNvPr>
          <p:cNvSpPr>
            <a:spLocks xmlns:a="http://schemas.openxmlformats.org/drawingml/2006/main" noGrp="1"/>
          </p:cNvSpPr>
          <p:nvPr/>
        </p:nvSpPr>
        <p:spPr>
          <a:xfrm xmlns:a="http://schemas.openxmlformats.org/drawingml/2006/main">
            <a:off x="6629400" y="4572000"/>
            <a:ext cx="20097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354A5F"/>
                </a:solidFill>
                <a:latin typeface="DejaVu Sans"/>
                <a:ea typeface="DejaVu Sans"/>
                <a:cs typeface="DejaVu Sans"/>
              </a:defRPr>
            </a:defPPr>
            <a:lvl1pPr algn="l">
              <a:defRPr sz="1425" b="0">
                <a:solidFill>
                  <a:srgbClr val="354A5F"/>
                </a:solidFill>
                <a:latin typeface="DejaVu Sans"/>
                <a:ea typeface="DejaVu Sans"/>
                <a:cs typeface="DejaVu Sans"/>
              </a:defRPr>
            </a:lvl1pPr>
            <a:lvl2pPr algn="l">
              <a:defRPr sz="1425" b="0">
                <a:solidFill>
                  <a:srgbClr val="354A5F"/>
                </a:solidFill>
                <a:latin typeface="DejaVu Sans"/>
                <a:ea typeface="DejaVu Sans"/>
                <a:cs typeface="DejaVu Sans"/>
              </a:defRPr>
            </a:lvl2pPr>
            <a:lvl3pPr algn="l">
              <a:defRPr sz="1425" b="0">
                <a:solidFill>
                  <a:srgbClr val="354A5F"/>
                </a:solidFill>
                <a:latin typeface="DejaVu Sans"/>
                <a:ea typeface="DejaVu Sans"/>
                <a:cs typeface="DejaVu Sans"/>
              </a:defRPr>
            </a:lvl3pPr>
            <a:lvl4pPr algn="l">
              <a:defRPr sz="1425" b="0">
                <a:solidFill>
                  <a:srgbClr val="354A5F"/>
                </a:solidFill>
                <a:latin typeface="DejaVu Sans"/>
                <a:ea typeface="DejaVu Sans"/>
                <a:cs typeface="DejaVu Sans"/>
              </a:defRPr>
            </a:lvl4pPr>
            <a:lvl5pPr algn="l">
              <a:defRPr sz="1425" b="0">
                <a:solidFill>
                  <a:srgbClr val="354A5F"/>
                </a:solidFill>
                <a:latin typeface="DejaVu Sans"/>
                <a:ea typeface="DejaVu Sans"/>
                <a:cs typeface="DejaVu Sans"/>
              </a:defRPr>
            </a:lvl5pPr>
            <a:lvl6pPr algn="l">
              <a:defRPr sz="1425" b="0">
                <a:solidFill>
                  <a:srgbClr val="354A5F"/>
                </a:solidFill>
                <a:latin typeface="DejaVu Sans"/>
                <a:ea typeface="DejaVu Sans"/>
                <a:cs typeface="DejaVu Sans"/>
              </a:defRPr>
            </a:lvl6pPr>
            <a:lvl7pPr algn="l">
              <a:defRPr sz="1425" b="0">
                <a:solidFill>
                  <a:srgbClr val="354A5F"/>
                </a:solidFill>
                <a:latin typeface="DejaVu Sans"/>
                <a:ea typeface="DejaVu Sans"/>
                <a:cs typeface="DejaVu Sans"/>
              </a:defRPr>
            </a:lvl7pPr>
            <a:lvl8pPr algn="l">
              <a:defRPr sz="1425" b="0">
                <a:solidFill>
                  <a:srgbClr val="354A5F"/>
                </a:solidFill>
                <a:latin typeface="DejaVu Sans"/>
                <a:ea typeface="DejaVu Sans"/>
                <a:cs typeface="DejaVu Sans"/>
              </a:defRPr>
            </a:lvl8pPr>
            <a:lvl9pPr algn="l">
              <a:defRPr sz="1425" b="0">
                <a:solidFill>
                  <a:srgbClr val="354A5F"/>
                </a:solidFill>
                <a:latin typeface="DejaVu Sans"/>
                <a:ea typeface="DejaVu Sans"/>
                <a:cs typeface="DejaVu Sans"/>
              </a:defRPr>
            </a:lvl9pPr>
          </a:lstStyle>
          <a:p xmlns:a="http://schemas.openxmlformats.org/drawingml/2006/main">
            <a:pPr algn="l">
              <a:defRPr sz="1425" b="0">
                <a:solidFill>
                  <a:srgbClr val="354A5F"/>
                </a:solidFill>
                <a:latin typeface="DejaVu Sans"/>
                <a:ea typeface="DejaVu Sans"/>
                <a:cs typeface="DejaVu Sans"/>
              </a:defRPr>
            </a:pPr>
            <a:r>
              <a:rPr sz="1425" b="0">
                <a:solidFill>
                  <a:srgbClr val="354A5F"/>
                </a:solidFill>
                <a:latin typeface="DejaVu Sans"/>
                <a:ea typeface="DejaVu Sans"/>
                <a:cs typeface="DejaVu Sans"/>
              </a:rPr>
              <a:t>OpenAI SDK</a:t>
            </a:r>
          </a:p>
        </p:txBody>
      </p:sp>
      <p:sp>
        <p:nvSpPr>
          <p:cNvPr id="41" name="panel-79">
            <a:extLst xmlns:a="http://schemas.openxmlformats.org/drawingml/2006/main">
              <a:ext uri="{FF2B5EF4-FFF2-40B4-BE49-F238E27FC236}">
                <a16:creationId xmlns:a16="http://schemas.microsoft.com/office/drawing/2014/main" id="{8349C3B4-E3CB-41CF-A0BF-9865F1E5EE85}"/>
              </a:ext>
            </a:extLst>
          </p:cNvPr>
          <p:cNvSpPr>
            <a:spLocks xmlns:a="http://schemas.openxmlformats.org/drawingml/2006/main" noGrp="1"/>
          </p:cNvSpPr>
          <p:nvPr/>
        </p:nvSpPr>
        <p:spPr>
          <a:xfrm xmlns:a="http://schemas.openxmlformats.org/drawingml/2006/main">
            <a:off x="6429375" y="5124450"/>
            <a:ext cx="57150" cy="57150"/>
          </a:xfrm>
          <a:prstGeom xmlns:a="http://schemas.openxmlformats.org/drawingml/2006/main" prst="roundRect">
            <a:avLst>
              <a:gd name="adj" fmla="val 50000"/>
            </a:avLst>
          </a:prstGeom>
          <a:solidFill xmlns:a="http://schemas.openxmlformats.org/drawingml/2006/main">
            <a:srgbClr val="247E91"/>
          </a:solidFill>
          <a:ln xmlns:a="http://schemas.openxmlformats.org/drawingml/2006/main" w="0">
            <a:noFill/>
            <a:prstDash val="solid"/>
          </a:ln>
        </p:spPr>
      </p:sp>
      <p:sp>
        <p:nvSpPr>
          <p:cNvPr id="42" name="text-80">
            <a:extLst xmlns:a="http://schemas.openxmlformats.org/drawingml/2006/main">
              <a:ext uri="{FF2B5EF4-FFF2-40B4-BE49-F238E27FC236}">
                <a16:creationId xmlns:a16="http://schemas.microsoft.com/office/drawing/2014/main" id="{AA2C6A97-15BF-4590-BEC9-D5F29952A857}"/>
              </a:ext>
            </a:extLst>
          </p:cNvPr>
          <p:cNvSpPr>
            <a:spLocks xmlns:a="http://schemas.openxmlformats.org/drawingml/2006/main" noGrp="1"/>
          </p:cNvSpPr>
          <p:nvPr/>
        </p:nvSpPr>
        <p:spPr>
          <a:xfrm xmlns:a="http://schemas.openxmlformats.org/drawingml/2006/main">
            <a:off x="6629400" y="5019675"/>
            <a:ext cx="20097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354A5F"/>
                </a:solidFill>
                <a:latin typeface="DejaVu Sans"/>
                <a:ea typeface="DejaVu Sans"/>
                <a:cs typeface="DejaVu Sans"/>
              </a:defRPr>
            </a:defPPr>
            <a:lvl1pPr algn="l">
              <a:defRPr sz="1425" b="0">
                <a:solidFill>
                  <a:srgbClr val="354A5F"/>
                </a:solidFill>
                <a:latin typeface="DejaVu Sans"/>
                <a:ea typeface="DejaVu Sans"/>
                <a:cs typeface="DejaVu Sans"/>
              </a:defRPr>
            </a:lvl1pPr>
            <a:lvl2pPr algn="l">
              <a:defRPr sz="1425" b="0">
                <a:solidFill>
                  <a:srgbClr val="354A5F"/>
                </a:solidFill>
                <a:latin typeface="DejaVu Sans"/>
                <a:ea typeface="DejaVu Sans"/>
                <a:cs typeface="DejaVu Sans"/>
              </a:defRPr>
            </a:lvl2pPr>
            <a:lvl3pPr algn="l">
              <a:defRPr sz="1425" b="0">
                <a:solidFill>
                  <a:srgbClr val="354A5F"/>
                </a:solidFill>
                <a:latin typeface="DejaVu Sans"/>
                <a:ea typeface="DejaVu Sans"/>
                <a:cs typeface="DejaVu Sans"/>
              </a:defRPr>
            </a:lvl3pPr>
            <a:lvl4pPr algn="l">
              <a:defRPr sz="1425" b="0">
                <a:solidFill>
                  <a:srgbClr val="354A5F"/>
                </a:solidFill>
                <a:latin typeface="DejaVu Sans"/>
                <a:ea typeface="DejaVu Sans"/>
                <a:cs typeface="DejaVu Sans"/>
              </a:defRPr>
            </a:lvl4pPr>
            <a:lvl5pPr algn="l">
              <a:defRPr sz="1425" b="0">
                <a:solidFill>
                  <a:srgbClr val="354A5F"/>
                </a:solidFill>
                <a:latin typeface="DejaVu Sans"/>
                <a:ea typeface="DejaVu Sans"/>
                <a:cs typeface="DejaVu Sans"/>
              </a:defRPr>
            </a:lvl5pPr>
            <a:lvl6pPr algn="l">
              <a:defRPr sz="1425" b="0">
                <a:solidFill>
                  <a:srgbClr val="354A5F"/>
                </a:solidFill>
                <a:latin typeface="DejaVu Sans"/>
                <a:ea typeface="DejaVu Sans"/>
                <a:cs typeface="DejaVu Sans"/>
              </a:defRPr>
            </a:lvl6pPr>
            <a:lvl7pPr algn="l">
              <a:defRPr sz="1425" b="0">
                <a:solidFill>
                  <a:srgbClr val="354A5F"/>
                </a:solidFill>
                <a:latin typeface="DejaVu Sans"/>
                <a:ea typeface="DejaVu Sans"/>
                <a:cs typeface="DejaVu Sans"/>
              </a:defRPr>
            </a:lvl7pPr>
            <a:lvl8pPr algn="l">
              <a:defRPr sz="1425" b="0">
                <a:solidFill>
                  <a:srgbClr val="354A5F"/>
                </a:solidFill>
                <a:latin typeface="DejaVu Sans"/>
                <a:ea typeface="DejaVu Sans"/>
                <a:cs typeface="DejaVu Sans"/>
              </a:defRPr>
            </a:lvl8pPr>
            <a:lvl9pPr algn="l">
              <a:defRPr sz="1425" b="0">
                <a:solidFill>
                  <a:srgbClr val="354A5F"/>
                </a:solidFill>
                <a:latin typeface="DejaVu Sans"/>
                <a:ea typeface="DejaVu Sans"/>
                <a:cs typeface="DejaVu Sans"/>
              </a:defRPr>
            </a:lvl9pPr>
          </a:lstStyle>
          <a:p xmlns:a="http://schemas.openxmlformats.org/drawingml/2006/main">
            <a:pPr algn="l">
              <a:defRPr sz="1425" b="0">
                <a:solidFill>
                  <a:srgbClr val="354A5F"/>
                </a:solidFill>
                <a:latin typeface="DejaVu Sans"/>
                <a:ea typeface="DejaVu Sans"/>
                <a:cs typeface="DejaVu Sans"/>
              </a:defRPr>
            </a:pPr>
            <a:r>
              <a:rPr sz="1425" b="0">
                <a:solidFill>
                  <a:srgbClr val="354A5F"/>
                </a:solidFill>
                <a:latin typeface="DejaVu Sans"/>
                <a:ea typeface="DejaVu Sans"/>
                <a:cs typeface="DejaVu Sans"/>
              </a:rPr>
              <a:t>Configurable model</a:t>
            </a:r>
          </a:p>
        </p:txBody>
      </p:sp>
      <p:sp>
        <p:nvSpPr>
          <p:cNvPr id="43" name="panel-81">
            <a:extLst xmlns:a="http://schemas.openxmlformats.org/drawingml/2006/main">
              <a:ext uri="{FF2B5EF4-FFF2-40B4-BE49-F238E27FC236}">
                <a16:creationId xmlns:a16="http://schemas.microsoft.com/office/drawing/2014/main" id="{B7F176EA-33ED-42C1-AE79-8B6573AF3B8E}"/>
              </a:ext>
            </a:extLst>
          </p:cNvPr>
          <p:cNvSpPr>
            <a:spLocks xmlns:a="http://schemas.openxmlformats.org/drawingml/2006/main" noGrp="1"/>
          </p:cNvSpPr>
          <p:nvPr/>
        </p:nvSpPr>
        <p:spPr>
          <a:xfrm xmlns:a="http://schemas.openxmlformats.org/drawingml/2006/main">
            <a:off x="8982075" y="1771650"/>
            <a:ext cx="2600325" cy="3952875"/>
          </a:xfrm>
          <a:prstGeom xmlns:a="http://schemas.openxmlformats.org/drawingml/2006/main" prst="roundRect">
            <a:avLst>
              <a:gd name="adj" fmla="val 5128"/>
            </a:avLst>
          </a:prstGeom>
          <a:solidFill xmlns:a="http://schemas.openxmlformats.org/drawingml/2006/main">
            <a:srgbClr val="F2F7FA"/>
          </a:solidFill>
          <a:ln xmlns:a="http://schemas.openxmlformats.org/drawingml/2006/main" w="9525">
            <a:solidFill>
              <a:srgbClr val="D9E5EC"/>
            </a:solidFill>
            <a:prstDash val="solid"/>
          </a:ln>
        </p:spPr>
      </p:sp>
      <p:sp>
        <p:nvSpPr>
          <p:cNvPr id="44" name="panel-82">
            <a:extLst xmlns:a="http://schemas.openxmlformats.org/drawingml/2006/main">
              <a:ext uri="{FF2B5EF4-FFF2-40B4-BE49-F238E27FC236}">
                <a16:creationId xmlns:a16="http://schemas.microsoft.com/office/drawing/2014/main" id="{140BD92D-5D54-4388-8C07-25BA8C03F9E4}"/>
              </a:ext>
            </a:extLst>
          </p:cNvPr>
          <p:cNvSpPr>
            <a:spLocks xmlns:a="http://schemas.openxmlformats.org/drawingml/2006/main" noGrp="1"/>
          </p:cNvSpPr>
          <p:nvPr/>
        </p:nvSpPr>
        <p:spPr>
          <a:xfrm xmlns:a="http://schemas.openxmlformats.org/drawingml/2006/main">
            <a:off x="9925050" y="2019300"/>
            <a:ext cx="685800" cy="685800"/>
          </a:xfrm>
          <a:prstGeom xmlns:a="http://schemas.openxmlformats.org/drawingml/2006/main" prst="roundRect">
            <a:avLst>
              <a:gd name="adj" fmla="val 50000"/>
            </a:avLst>
          </a:prstGeom>
          <a:solidFill xmlns:a="http://schemas.openxmlformats.org/drawingml/2006/main">
            <a:srgbClr val="247E91"/>
          </a:solidFill>
          <a:ln xmlns:a="http://schemas.openxmlformats.org/drawingml/2006/main" w="0">
            <a:noFill/>
            <a:prstDash val="solid"/>
          </a:ln>
        </p:spPr>
      </p:sp>
      <p:pic>
        <p:nvPicPr>
          <p:cNvPr id="45" name="">
            <a:extLst xmlns:a="http://schemas.openxmlformats.org/drawingml/2006/main">
              <a:ext uri="{FF2B5EF4-FFF2-40B4-BE49-F238E27FC236}">
                <a16:creationId xmlns:a16="http://schemas.microsoft.com/office/drawing/2014/main" id="{680213E3-4873-4AD7-B951-D78FB25E80EA}"/>
              </a:ext>
            </a:extLst>
          </p:cNvPr>
          <p:cNvPicPr>
            <a:picLocks xmlns:a="http://schemas.openxmlformats.org/drawingml/2006/main" noChangeAspect="1"/>
          </p:cNvPicPr>
          <p:nvPr/>
        </p:nvPicPr>
        <p:blipFill>
          <a:blip xmlns:r="http://schemas.openxmlformats.org/officeDocument/2006/relationships" xmlns:a="http://schemas.openxmlformats.org/drawingml/2006/main" r:embed="R41ad10b88080433f">
            <a:extLst>
              <a:ext uri="{96DAC541-7B7A-43D3-8B79-37D633B846F1}">
                <asvg:svgBlip xmlns:asvg="http://schemas.microsoft.com/office/drawing/2016/SVG/main" r:embed="Rbfcec6d02d944e36"/>
              </a:ext>
            </a:extLst>
          </a:blip>
          <a:stretch xmlns:a="http://schemas.openxmlformats.org/drawingml/2006/main"/>
        </p:blipFill>
        <p:spPr>
          <a:xfrm xmlns:a="http://schemas.openxmlformats.org/drawingml/2006/main">
            <a:off x="10089642" y="2183892"/>
            <a:ext cx="356616" cy="356616"/>
          </a:xfrm>
          <a:prstGeom xmlns:a="http://schemas.openxmlformats.org/drawingml/2006/main" prst="rect">
            <a:avLst/>
          </a:prstGeom>
        </p:spPr>
      </p:pic>
      <p:sp>
        <p:nvSpPr>
          <p:cNvPr id="46" name="text-83">
            <a:extLst xmlns:a="http://schemas.openxmlformats.org/drawingml/2006/main">
              <a:ext uri="{FF2B5EF4-FFF2-40B4-BE49-F238E27FC236}">
                <a16:creationId xmlns:a16="http://schemas.microsoft.com/office/drawing/2014/main" id="{5414874E-9A84-486F-9DE8-92841693FF68}"/>
              </a:ext>
            </a:extLst>
          </p:cNvPr>
          <p:cNvSpPr>
            <a:spLocks xmlns:a="http://schemas.openxmlformats.org/drawingml/2006/main" noGrp="1"/>
          </p:cNvSpPr>
          <p:nvPr/>
        </p:nvSpPr>
        <p:spPr>
          <a:xfrm xmlns:a="http://schemas.openxmlformats.org/drawingml/2006/main">
            <a:off x="9153525" y="2943225"/>
            <a:ext cx="22574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1">
                <a:solidFill>
                  <a:srgbClr val="162C45"/>
                </a:solidFill>
                <a:latin typeface="DejaVu Serif"/>
                <a:ea typeface="DejaVu Serif"/>
                <a:cs typeface="DejaVu Serif"/>
              </a:defRPr>
            </a:defPPr>
            <a:lvl1pPr algn="ctr">
              <a:defRPr sz="1725" b="1">
                <a:solidFill>
                  <a:srgbClr val="162C45"/>
                </a:solidFill>
                <a:latin typeface="DejaVu Serif"/>
                <a:ea typeface="DejaVu Serif"/>
                <a:cs typeface="DejaVu Serif"/>
              </a:defRPr>
            </a:lvl1pPr>
            <a:lvl2pPr algn="ctr">
              <a:defRPr sz="1725" b="1">
                <a:solidFill>
                  <a:srgbClr val="162C45"/>
                </a:solidFill>
                <a:latin typeface="DejaVu Serif"/>
                <a:ea typeface="DejaVu Serif"/>
                <a:cs typeface="DejaVu Serif"/>
              </a:defRPr>
            </a:lvl2pPr>
            <a:lvl3pPr algn="ctr">
              <a:defRPr sz="1725" b="1">
                <a:solidFill>
                  <a:srgbClr val="162C45"/>
                </a:solidFill>
                <a:latin typeface="DejaVu Serif"/>
                <a:ea typeface="DejaVu Serif"/>
                <a:cs typeface="DejaVu Serif"/>
              </a:defRPr>
            </a:lvl3pPr>
            <a:lvl4pPr algn="ctr">
              <a:defRPr sz="1725" b="1">
                <a:solidFill>
                  <a:srgbClr val="162C45"/>
                </a:solidFill>
                <a:latin typeface="DejaVu Serif"/>
                <a:ea typeface="DejaVu Serif"/>
                <a:cs typeface="DejaVu Serif"/>
              </a:defRPr>
            </a:lvl4pPr>
            <a:lvl5pPr algn="ctr">
              <a:defRPr sz="1725" b="1">
                <a:solidFill>
                  <a:srgbClr val="162C45"/>
                </a:solidFill>
                <a:latin typeface="DejaVu Serif"/>
                <a:ea typeface="DejaVu Serif"/>
                <a:cs typeface="DejaVu Serif"/>
              </a:defRPr>
            </a:lvl5pPr>
            <a:lvl6pPr algn="ctr">
              <a:defRPr sz="1725" b="1">
                <a:solidFill>
                  <a:srgbClr val="162C45"/>
                </a:solidFill>
                <a:latin typeface="DejaVu Serif"/>
                <a:ea typeface="DejaVu Serif"/>
                <a:cs typeface="DejaVu Serif"/>
              </a:defRPr>
            </a:lvl6pPr>
            <a:lvl7pPr algn="ctr">
              <a:defRPr sz="1725" b="1">
                <a:solidFill>
                  <a:srgbClr val="162C45"/>
                </a:solidFill>
                <a:latin typeface="DejaVu Serif"/>
                <a:ea typeface="DejaVu Serif"/>
                <a:cs typeface="DejaVu Serif"/>
              </a:defRPr>
            </a:lvl7pPr>
            <a:lvl8pPr algn="ctr">
              <a:defRPr sz="1725" b="1">
                <a:solidFill>
                  <a:srgbClr val="162C45"/>
                </a:solidFill>
                <a:latin typeface="DejaVu Serif"/>
                <a:ea typeface="DejaVu Serif"/>
                <a:cs typeface="DejaVu Serif"/>
              </a:defRPr>
            </a:lvl8pPr>
            <a:lvl9pPr algn="ctr">
              <a:defRPr sz="1725" b="1">
                <a:solidFill>
                  <a:srgbClr val="162C45"/>
                </a:solidFill>
                <a:latin typeface="DejaVu Serif"/>
                <a:ea typeface="DejaVu Serif"/>
                <a:cs typeface="DejaVu Serif"/>
              </a:defRPr>
            </a:lvl9pPr>
          </a:lstStyle>
          <a:p xmlns:a="http://schemas.openxmlformats.org/drawingml/2006/main">
            <a:pPr algn="ctr">
              <a:defRPr sz="1725" b="1">
                <a:solidFill>
                  <a:srgbClr val="162C45"/>
                </a:solidFill>
                <a:latin typeface="DejaVu Serif"/>
                <a:ea typeface="DejaVu Serif"/>
                <a:cs typeface="DejaVu Serif"/>
              </a:defRPr>
            </a:pPr>
            <a:r>
              <a:rPr sz="1725" b="1">
                <a:solidFill>
                  <a:srgbClr val="162C45"/>
                </a:solidFill>
                <a:latin typeface="DejaVu Serif"/>
                <a:ea typeface="DejaVu Serif"/>
                <a:cs typeface="DejaVu Serif"/>
              </a:rPr>
              <a:t>User Experience</a:t>
            </a:r>
          </a:p>
        </p:txBody>
      </p:sp>
      <p:sp>
        <p:nvSpPr>
          <p:cNvPr id="47" name="panel-84">
            <a:extLst xmlns:a="http://schemas.openxmlformats.org/drawingml/2006/main">
              <a:ext uri="{FF2B5EF4-FFF2-40B4-BE49-F238E27FC236}">
                <a16:creationId xmlns:a16="http://schemas.microsoft.com/office/drawing/2014/main" id="{69CB9269-D24A-4534-9666-74EC625FD17B}"/>
              </a:ext>
            </a:extLst>
          </p:cNvPr>
          <p:cNvSpPr>
            <a:spLocks xmlns:a="http://schemas.openxmlformats.org/drawingml/2006/main" noGrp="1"/>
          </p:cNvSpPr>
          <p:nvPr/>
        </p:nvSpPr>
        <p:spPr>
          <a:xfrm xmlns:a="http://schemas.openxmlformats.org/drawingml/2006/main">
            <a:off x="9220200" y="3781425"/>
            <a:ext cx="57150" cy="57150"/>
          </a:xfrm>
          <a:prstGeom xmlns:a="http://schemas.openxmlformats.org/drawingml/2006/main" prst="roundRect">
            <a:avLst>
              <a:gd name="adj" fmla="val 50000"/>
            </a:avLst>
          </a:prstGeom>
          <a:solidFill xmlns:a="http://schemas.openxmlformats.org/drawingml/2006/main">
            <a:srgbClr val="247E91"/>
          </a:solidFill>
          <a:ln xmlns:a="http://schemas.openxmlformats.org/drawingml/2006/main" w="0">
            <a:noFill/>
            <a:prstDash val="solid"/>
          </a:ln>
        </p:spPr>
      </p:sp>
      <p:sp>
        <p:nvSpPr>
          <p:cNvPr id="48" name="text-85">
            <a:extLst xmlns:a="http://schemas.openxmlformats.org/drawingml/2006/main">
              <a:ext uri="{FF2B5EF4-FFF2-40B4-BE49-F238E27FC236}">
                <a16:creationId xmlns:a16="http://schemas.microsoft.com/office/drawing/2014/main" id="{E213AB1C-7B0B-42A0-9E56-02AD86395DC3}"/>
              </a:ext>
            </a:extLst>
          </p:cNvPr>
          <p:cNvSpPr>
            <a:spLocks xmlns:a="http://schemas.openxmlformats.org/drawingml/2006/main" noGrp="1"/>
          </p:cNvSpPr>
          <p:nvPr/>
        </p:nvSpPr>
        <p:spPr>
          <a:xfrm xmlns:a="http://schemas.openxmlformats.org/drawingml/2006/main">
            <a:off x="9420225" y="3676650"/>
            <a:ext cx="20097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354A5F"/>
                </a:solidFill>
                <a:latin typeface="DejaVu Sans"/>
                <a:ea typeface="DejaVu Sans"/>
                <a:cs typeface="DejaVu Sans"/>
              </a:defRPr>
            </a:defPPr>
            <a:lvl1pPr algn="l">
              <a:defRPr sz="1425" b="0">
                <a:solidFill>
                  <a:srgbClr val="354A5F"/>
                </a:solidFill>
                <a:latin typeface="DejaVu Sans"/>
                <a:ea typeface="DejaVu Sans"/>
                <a:cs typeface="DejaVu Sans"/>
              </a:defRPr>
            </a:lvl1pPr>
            <a:lvl2pPr algn="l">
              <a:defRPr sz="1425" b="0">
                <a:solidFill>
                  <a:srgbClr val="354A5F"/>
                </a:solidFill>
                <a:latin typeface="DejaVu Sans"/>
                <a:ea typeface="DejaVu Sans"/>
                <a:cs typeface="DejaVu Sans"/>
              </a:defRPr>
            </a:lvl2pPr>
            <a:lvl3pPr algn="l">
              <a:defRPr sz="1425" b="0">
                <a:solidFill>
                  <a:srgbClr val="354A5F"/>
                </a:solidFill>
                <a:latin typeface="DejaVu Sans"/>
                <a:ea typeface="DejaVu Sans"/>
                <a:cs typeface="DejaVu Sans"/>
              </a:defRPr>
            </a:lvl3pPr>
            <a:lvl4pPr algn="l">
              <a:defRPr sz="1425" b="0">
                <a:solidFill>
                  <a:srgbClr val="354A5F"/>
                </a:solidFill>
                <a:latin typeface="DejaVu Sans"/>
                <a:ea typeface="DejaVu Sans"/>
                <a:cs typeface="DejaVu Sans"/>
              </a:defRPr>
            </a:lvl4pPr>
            <a:lvl5pPr algn="l">
              <a:defRPr sz="1425" b="0">
                <a:solidFill>
                  <a:srgbClr val="354A5F"/>
                </a:solidFill>
                <a:latin typeface="DejaVu Sans"/>
                <a:ea typeface="DejaVu Sans"/>
                <a:cs typeface="DejaVu Sans"/>
              </a:defRPr>
            </a:lvl5pPr>
            <a:lvl6pPr algn="l">
              <a:defRPr sz="1425" b="0">
                <a:solidFill>
                  <a:srgbClr val="354A5F"/>
                </a:solidFill>
                <a:latin typeface="DejaVu Sans"/>
                <a:ea typeface="DejaVu Sans"/>
                <a:cs typeface="DejaVu Sans"/>
              </a:defRPr>
            </a:lvl6pPr>
            <a:lvl7pPr algn="l">
              <a:defRPr sz="1425" b="0">
                <a:solidFill>
                  <a:srgbClr val="354A5F"/>
                </a:solidFill>
                <a:latin typeface="DejaVu Sans"/>
                <a:ea typeface="DejaVu Sans"/>
                <a:cs typeface="DejaVu Sans"/>
              </a:defRPr>
            </a:lvl7pPr>
            <a:lvl8pPr algn="l">
              <a:defRPr sz="1425" b="0">
                <a:solidFill>
                  <a:srgbClr val="354A5F"/>
                </a:solidFill>
                <a:latin typeface="DejaVu Sans"/>
                <a:ea typeface="DejaVu Sans"/>
                <a:cs typeface="DejaVu Sans"/>
              </a:defRPr>
            </a:lvl8pPr>
            <a:lvl9pPr algn="l">
              <a:defRPr sz="1425" b="0">
                <a:solidFill>
                  <a:srgbClr val="354A5F"/>
                </a:solidFill>
                <a:latin typeface="DejaVu Sans"/>
                <a:ea typeface="DejaVu Sans"/>
                <a:cs typeface="DejaVu Sans"/>
              </a:defRPr>
            </a:lvl9pPr>
          </a:lstStyle>
          <a:p xmlns:a="http://schemas.openxmlformats.org/drawingml/2006/main">
            <a:pPr algn="l">
              <a:defRPr sz="1425" b="0">
                <a:solidFill>
                  <a:srgbClr val="354A5F"/>
                </a:solidFill>
                <a:latin typeface="DejaVu Sans"/>
                <a:ea typeface="DejaVu Sans"/>
                <a:cs typeface="DejaVu Sans"/>
              </a:defRPr>
            </a:pPr>
            <a:r>
              <a:rPr sz="1425" b="0">
                <a:solidFill>
                  <a:srgbClr val="354A5F"/>
                </a:solidFill>
                <a:latin typeface="DejaVu Sans"/>
                <a:ea typeface="DejaVu Sans"/>
                <a:cs typeface="DejaVu Sans"/>
              </a:rPr>
              <a:t>React + Vite</a:t>
            </a:r>
          </a:p>
        </p:txBody>
      </p:sp>
      <p:sp>
        <p:nvSpPr>
          <p:cNvPr id="49" name="panel-86">
            <a:extLst xmlns:a="http://schemas.openxmlformats.org/drawingml/2006/main">
              <a:ext uri="{FF2B5EF4-FFF2-40B4-BE49-F238E27FC236}">
                <a16:creationId xmlns:a16="http://schemas.microsoft.com/office/drawing/2014/main" id="{39B4A737-DA05-42C0-9743-3A0ADFB04F82}"/>
              </a:ext>
            </a:extLst>
          </p:cNvPr>
          <p:cNvSpPr>
            <a:spLocks xmlns:a="http://schemas.openxmlformats.org/drawingml/2006/main" noGrp="1"/>
          </p:cNvSpPr>
          <p:nvPr/>
        </p:nvSpPr>
        <p:spPr>
          <a:xfrm xmlns:a="http://schemas.openxmlformats.org/drawingml/2006/main">
            <a:off x="9220200" y="4229100"/>
            <a:ext cx="57150" cy="57150"/>
          </a:xfrm>
          <a:prstGeom xmlns:a="http://schemas.openxmlformats.org/drawingml/2006/main" prst="roundRect">
            <a:avLst>
              <a:gd name="adj" fmla="val 50000"/>
            </a:avLst>
          </a:prstGeom>
          <a:solidFill xmlns:a="http://schemas.openxmlformats.org/drawingml/2006/main">
            <a:srgbClr val="247E91"/>
          </a:solidFill>
          <a:ln xmlns:a="http://schemas.openxmlformats.org/drawingml/2006/main" w="0">
            <a:noFill/>
            <a:prstDash val="solid"/>
          </a:ln>
        </p:spPr>
      </p:sp>
      <p:sp>
        <p:nvSpPr>
          <p:cNvPr id="50" name="text-87">
            <a:extLst xmlns:a="http://schemas.openxmlformats.org/drawingml/2006/main">
              <a:ext uri="{FF2B5EF4-FFF2-40B4-BE49-F238E27FC236}">
                <a16:creationId xmlns:a16="http://schemas.microsoft.com/office/drawing/2014/main" id="{7EEA280C-6961-452E-91D4-C44A7A4586C0}"/>
              </a:ext>
            </a:extLst>
          </p:cNvPr>
          <p:cNvSpPr>
            <a:spLocks xmlns:a="http://schemas.openxmlformats.org/drawingml/2006/main" noGrp="1"/>
          </p:cNvSpPr>
          <p:nvPr/>
        </p:nvSpPr>
        <p:spPr>
          <a:xfrm xmlns:a="http://schemas.openxmlformats.org/drawingml/2006/main">
            <a:off x="9420225" y="4124325"/>
            <a:ext cx="20097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354A5F"/>
                </a:solidFill>
                <a:latin typeface="DejaVu Sans"/>
                <a:ea typeface="DejaVu Sans"/>
                <a:cs typeface="DejaVu Sans"/>
              </a:defRPr>
            </a:defPPr>
            <a:lvl1pPr algn="l">
              <a:defRPr sz="1425" b="0">
                <a:solidFill>
                  <a:srgbClr val="354A5F"/>
                </a:solidFill>
                <a:latin typeface="DejaVu Sans"/>
                <a:ea typeface="DejaVu Sans"/>
                <a:cs typeface="DejaVu Sans"/>
              </a:defRPr>
            </a:lvl1pPr>
            <a:lvl2pPr algn="l">
              <a:defRPr sz="1425" b="0">
                <a:solidFill>
                  <a:srgbClr val="354A5F"/>
                </a:solidFill>
                <a:latin typeface="DejaVu Sans"/>
                <a:ea typeface="DejaVu Sans"/>
                <a:cs typeface="DejaVu Sans"/>
              </a:defRPr>
            </a:lvl2pPr>
            <a:lvl3pPr algn="l">
              <a:defRPr sz="1425" b="0">
                <a:solidFill>
                  <a:srgbClr val="354A5F"/>
                </a:solidFill>
                <a:latin typeface="DejaVu Sans"/>
                <a:ea typeface="DejaVu Sans"/>
                <a:cs typeface="DejaVu Sans"/>
              </a:defRPr>
            </a:lvl3pPr>
            <a:lvl4pPr algn="l">
              <a:defRPr sz="1425" b="0">
                <a:solidFill>
                  <a:srgbClr val="354A5F"/>
                </a:solidFill>
                <a:latin typeface="DejaVu Sans"/>
                <a:ea typeface="DejaVu Sans"/>
                <a:cs typeface="DejaVu Sans"/>
              </a:defRPr>
            </a:lvl4pPr>
            <a:lvl5pPr algn="l">
              <a:defRPr sz="1425" b="0">
                <a:solidFill>
                  <a:srgbClr val="354A5F"/>
                </a:solidFill>
                <a:latin typeface="DejaVu Sans"/>
                <a:ea typeface="DejaVu Sans"/>
                <a:cs typeface="DejaVu Sans"/>
              </a:defRPr>
            </a:lvl5pPr>
            <a:lvl6pPr algn="l">
              <a:defRPr sz="1425" b="0">
                <a:solidFill>
                  <a:srgbClr val="354A5F"/>
                </a:solidFill>
                <a:latin typeface="DejaVu Sans"/>
                <a:ea typeface="DejaVu Sans"/>
                <a:cs typeface="DejaVu Sans"/>
              </a:defRPr>
            </a:lvl6pPr>
            <a:lvl7pPr algn="l">
              <a:defRPr sz="1425" b="0">
                <a:solidFill>
                  <a:srgbClr val="354A5F"/>
                </a:solidFill>
                <a:latin typeface="DejaVu Sans"/>
                <a:ea typeface="DejaVu Sans"/>
                <a:cs typeface="DejaVu Sans"/>
              </a:defRPr>
            </a:lvl7pPr>
            <a:lvl8pPr algn="l">
              <a:defRPr sz="1425" b="0">
                <a:solidFill>
                  <a:srgbClr val="354A5F"/>
                </a:solidFill>
                <a:latin typeface="DejaVu Sans"/>
                <a:ea typeface="DejaVu Sans"/>
                <a:cs typeface="DejaVu Sans"/>
              </a:defRPr>
            </a:lvl8pPr>
            <a:lvl9pPr algn="l">
              <a:defRPr sz="1425" b="0">
                <a:solidFill>
                  <a:srgbClr val="354A5F"/>
                </a:solidFill>
                <a:latin typeface="DejaVu Sans"/>
                <a:ea typeface="DejaVu Sans"/>
                <a:cs typeface="DejaVu Sans"/>
              </a:defRPr>
            </a:lvl9pPr>
          </a:lstStyle>
          <a:p xmlns:a="http://schemas.openxmlformats.org/drawingml/2006/main">
            <a:pPr algn="l">
              <a:defRPr sz="1425" b="0">
                <a:solidFill>
                  <a:srgbClr val="354A5F"/>
                </a:solidFill>
                <a:latin typeface="DejaVu Sans"/>
                <a:ea typeface="DejaVu Sans"/>
                <a:cs typeface="DejaVu Sans"/>
              </a:defRPr>
            </a:pPr>
            <a:r>
              <a:rPr sz="1425" b="0">
                <a:solidFill>
                  <a:srgbClr val="354A5F"/>
                </a:solidFill>
                <a:latin typeface="DejaVu Sans"/>
                <a:ea typeface="DejaVu Sans"/>
                <a:cs typeface="DejaVu Sans"/>
              </a:rPr>
              <a:t>TypeScript</a:t>
            </a:r>
          </a:p>
        </p:txBody>
      </p:sp>
      <p:sp>
        <p:nvSpPr>
          <p:cNvPr id="51" name="panel-88">
            <a:extLst xmlns:a="http://schemas.openxmlformats.org/drawingml/2006/main">
              <a:ext uri="{FF2B5EF4-FFF2-40B4-BE49-F238E27FC236}">
                <a16:creationId xmlns:a16="http://schemas.microsoft.com/office/drawing/2014/main" id="{ECD0FEC7-4D51-4B40-A16A-558682D7658F}"/>
              </a:ext>
            </a:extLst>
          </p:cNvPr>
          <p:cNvSpPr>
            <a:spLocks xmlns:a="http://schemas.openxmlformats.org/drawingml/2006/main" noGrp="1"/>
          </p:cNvSpPr>
          <p:nvPr/>
        </p:nvSpPr>
        <p:spPr>
          <a:xfrm xmlns:a="http://schemas.openxmlformats.org/drawingml/2006/main">
            <a:off x="9220200" y="4676775"/>
            <a:ext cx="57150" cy="57150"/>
          </a:xfrm>
          <a:prstGeom xmlns:a="http://schemas.openxmlformats.org/drawingml/2006/main" prst="roundRect">
            <a:avLst>
              <a:gd name="adj" fmla="val 50000"/>
            </a:avLst>
          </a:prstGeom>
          <a:solidFill xmlns:a="http://schemas.openxmlformats.org/drawingml/2006/main">
            <a:srgbClr val="247E91"/>
          </a:solidFill>
          <a:ln xmlns:a="http://schemas.openxmlformats.org/drawingml/2006/main" w="0">
            <a:noFill/>
            <a:prstDash val="solid"/>
          </a:ln>
        </p:spPr>
      </p:sp>
      <p:sp>
        <p:nvSpPr>
          <p:cNvPr id="52" name="text-89">
            <a:extLst xmlns:a="http://schemas.openxmlformats.org/drawingml/2006/main">
              <a:ext uri="{FF2B5EF4-FFF2-40B4-BE49-F238E27FC236}">
                <a16:creationId xmlns:a16="http://schemas.microsoft.com/office/drawing/2014/main" id="{BBDDF82F-702D-479C-A1F7-CC624EA9EFCF}"/>
              </a:ext>
            </a:extLst>
          </p:cNvPr>
          <p:cNvSpPr>
            <a:spLocks xmlns:a="http://schemas.openxmlformats.org/drawingml/2006/main" noGrp="1"/>
          </p:cNvSpPr>
          <p:nvPr/>
        </p:nvSpPr>
        <p:spPr>
          <a:xfrm xmlns:a="http://schemas.openxmlformats.org/drawingml/2006/main">
            <a:off x="9420225" y="4572000"/>
            <a:ext cx="20097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354A5F"/>
                </a:solidFill>
                <a:latin typeface="DejaVu Sans"/>
                <a:ea typeface="DejaVu Sans"/>
                <a:cs typeface="DejaVu Sans"/>
              </a:defRPr>
            </a:defPPr>
            <a:lvl1pPr algn="l">
              <a:defRPr sz="1425" b="0">
                <a:solidFill>
                  <a:srgbClr val="354A5F"/>
                </a:solidFill>
                <a:latin typeface="DejaVu Sans"/>
                <a:ea typeface="DejaVu Sans"/>
                <a:cs typeface="DejaVu Sans"/>
              </a:defRPr>
            </a:lvl1pPr>
            <a:lvl2pPr algn="l">
              <a:defRPr sz="1425" b="0">
                <a:solidFill>
                  <a:srgbClr val="354A5F"/>
                </a:solidFill>
                <a:latin typeface="DejaVu Sans"/>
                <a:ea typeface="DejaVu Sans"/>
                <a:cs typeface="DejaVu Sans"/>
              </a:defRPr>
            </a:lvl2pPr>
            <a:lvl3pPr algn="l">
              <a:defRPr sz="1425" b="0">
                <a:solidFill>
                  <a:srgbClr val="354A5F"/>
                </a:solidFill>
                <a:latin typeface="DejaVu Sans"/>
                <a:ea typeface="DejaVu Sans"/>
                <a:cs typeface="DejaVu Sans"/>
              </a:defRPr>
            </a:lvl3pPr>
            <a:lvl4pPr algn="l">
              <a:defRPr sz="1425" b="0">
                <a:solidFill>
                  <a:srgbClr val="354A5F"/>
                </a:solidFill>
                <a:latin typeface="DejaVu Sans"/>
                <a:ea typeface="DejaVu Sans"/>
                <a:cs typeface="DejaVu Sans"/>
              </a:defRPr>
            </a:lvl4pPr>
            <a:lvl5pPr algn="l">
              <a:defRPr sz="1425" b="0">
                <a:solidFill>
                  <a:srgbClr val="354A5F"/>
                </a:solidFill>
                <a:latin typeface="DejaVu Sans"/>
                <a:ea typeface="DejaVu Sans"/>
                <a:cs typeface="DejaVu Sans"/>
              </a:defRPr>
            </a:lvl5pPr>
            <a:lvl6pPr algn="l">
              <a:defRPr sz="1425" b="0">
                <a:solidFill>
                  <a:srgbClr val="354A5F"/>
                </a:solidFill>
                <a:latin typeface="DejaVu Sans"/>
                <a:ea typeface="DejaVu Sans"/>
                <a:cs typeface="DejaVu Sans"/>
              </a:defRPr>
            </a:lvl6pPr>
            <a:lvl7pPr algn="l">
              <a:defRPr sz="1425" b="0">
                <a:solidFill>
                  <a:srgbClr val="354A5F"/>
                </a:solidFill>
                <a:latin typeface="DejaVu Sans"/>
                <a:ea typeface="DejaVu Sans"/>
                <a:cs typeface="DejaVu Sans"/>
              </a:defRPr>
            </a:lvl7pPr>
            <a:lvl8pPr algn="l">
              <a:defRPr sz="1425" b="0">
                <a:solidFill>
                  <a:srgbClr val="354A5F"/>
                </a:solidFill>
                <a:latin typeface="DejaVu Sans"/>
                <a:ea typeface="DejaVu Sans"/>
                <a:cs typeface="DejaVu Sans"/>
              </a:defRPr>
            </a:lvl8pPr>
            <a:lvl9pPr algn="l">
              <a:defRPr sz="1425" b="0">
                <a:solidFill>
                  <a:srgbClr val="354A5F"/>
                </a:solidFill>
                <a:latin typeface="DejaVu Sans"/>
                <a:ea typeface="DejaVu Sans"/>
                <a:cs typeface="DejaVu Sans"/>
              </a:defRPr>
            </a:lvl9pPr>
          </a:lstStyle>
          <a:p xmlns:a="http://schemas.openxmlformats.org/drawingml/2006/main">
            <a:pPr algn="l">
              <a:defRPr sz="1425" b="0">
                <a:solidFill>
                  <a:srgbClr val="354A5F"/>
                </a:solidFill>
                <a:latin typeface="DejaVu Sans"/>
                <a:ea typeface="DejaVu Sans"/>
                <a:cs typeface="DejaVu Sans"/>
              </a:defRPr>
            </a:pPr>
            <a:r>
              <a:rPr sz="1425" b="0">
                <a:solidFill>
                  <a:srgbClr val="354A5F"/>
                </a:solidFill>
                <a:latin typeface="DejaVu Sans"/>
                <a:ea typeface="DejaVu Sans"/>
                <a:cs typeface="DejaVu Sans"/>
              </a:rPr>
              <a:t>TanStack Query</a:t>
            </a:r>
          </a:p>
        </p:txBody>
      </p:sp>
      <p:sp>
        <p:nvSpPr>
          <p:cNvPr id="53" name="panel-90">
            <a:extLst xmlns:a="http://schemas.openxmlformats.org/drawingml/2006/main">
              <a:ext uri="{FF2B5EF4-FFF2-40B4-BE49-F238E27FC236}">
                <a16:creationId xmlns:a16="http://schemas.microsoft.com/office/drawing/2014/main" id="{D288D919-BA6D-4A46-9EDB-22914244FB9A}"/>
              </a:ext>
            </a:extLst>
          </p:cNvPr>
          <p:cNvSpPr>
            <a:spLocks xmlns:a="http://schemas.openxmlformats.org/drawingml/2006/main" noGrp="1"/>
          </p:cNvSpPr>
          <p:nvPr/>
        </p:nvSpPr>
        <p:spPr>
          <a:xfrm xmlns:a="http://schemas.openxmlformats.org/drawingml/2006/main">
            <a:off x="9220200" y="5124450"/>
            <a:ext cx="57150" cy="57150"/>
          </a:xfrm>
          <a:prstGeom xmlns:a="http://schemas.openxmlformats.org/drawingml/2006/main" prst="roundRect">
            <a:avLst>
              <a:gd name="adj" fmla="val 50000"/>
            </a:avLst>
          </a:prstGeom>
          <a:solidFill xmlns:a="http://schemas.openxmlformats.org/drawingml/2006/main">
            <a:srgbClr val="247E91"/>
          </a:solidFill>
          <a:ln xmlns:a="http://schemas.openxmlformats.org/drawingml/2006/main" w="0">
            <a:noFill/>
            <a:prstDash val="solid"/>
          </a:ln>
        </p:spPr>
      </p:sp>
      <p:sp>
        <p:nvSpPr>
          <p:cNvPr id="54" name="text-91">
            <a:extLst xmlns:a="http://schemas.openxmlformats.org/drawingml/2006/main">
              <a:ext uri="{FF2B5EF4-FFF2-40B4-BE49-F238E27FC236}">
                <a16:creationId xmlns:a16="http://schemas.microsoft.com/office/drawing/2014/main" id="{3A6DF064-AA85-46BE-B69C-3E04AB48C659}"/>
              </a:ext>
            </a:extLst>
          </p:cNvPr>
          <p:cNvSpPr>
            <a:spLocks xmlns:a="http://schemas.openxmlformats.org/drawingml/2006/main" noGrp="1"/>
          </p:cNvSpPr>
          <p:nvPr/>
        </p:nvSpPr>
        <p:spPr>
          <a:xfrm xmlns:a="http://schemas.openxmlformats.org/drawingml/2006/main">
            <a:off x="9420225" y="5019675"/>
            <a:ext cx="20097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354A5F"/>
                </a:solidFill>
                <a:latin typeface="DejaVu Sans"/>
                <a:ea typeface="DejaVu Sans"/>
                <a:cs typeface="DejaVu Sans"/>
              </a:defRPr>
            </a:defPPr>
            <a:lvl1pPr algn="l">
              <a:defRPr sz="1425" b="0">
                <a:solidFill>
                  <a:srgbClr val="354A5F"/>
                </a:solidFill>
                <a:latin typeface="DejaVu Sans"/>
                <a:ea typeface="DejaVu Sans"/>
                <a:cs typeface="DejaVu Sans"/>
              </a:defRPr>
            </a:lvl1pPr>
            <a:lvl2pPr algn="l">
              <a:defRPr sz="1425" b="0">
                <a:solidFill>
                  <a:srgbClr val="354A5F"/>
                </a:solidFill>
                <a:latin typeface="DejaVu Sans"/>
                <a:ea typeface="DejaVu Sans"/>
                <a:cs typeface="DejaVu Sans"/>
              </a:defRPr>
            </a:lvl2pPr>
            <a:lvl3pPr algn="l">
              <a:defRPr sz="1425" b="0">
                <a:solidFill>
                  <a:srgbClr val="354A5F"/>
                </a:solidFill>
                <a:latin typeface="DejaVu Sans"/>
                <a:ea typeface="DejaVu Sans"/>
                <a:cs typeface="DejaVu Sans"/>
              </a:defRPr>
            </a:lvl3pPr>
            <a:lvl4pPr algn="l">
              <a:defRPr sz="1425" b="0">
                <a:solidFill>
                  <a:srgbClr val="354A5F"/>
                </a:solidFill>
                <a:latin typeface="DejaVu Sans"/>
                <a:ea typeface="DejaVu Sans"/>
                <a:cs typeface="DejaVu Sans"/>
              </a:defRPr>
            </a:lvl4pPr>
            <a:lvl5pPr algn="l">
              <a:defRPr sz="1425" b="0">
                <a:solidFill>
                  <a:srgbClr val="354A5F"/>
                </a:solidFill>
                <a:latin typeface="DejaVu Sans"/>
                <a:ea typeface="DejaVu Sans"/>
                <a:cs typeface="DejaVu Sans"/>
              </a:defRPr>
            </a:lvl5pPr>
            <a:lvl6pPr algn="l">
              <a:defRPr sz="1425" b="0">
                <a:solidFill>
                  <a:srgbClr val="354A5F"/>
                </a:solidFill>
                <a:latin typeface="DejaVu Sans"/>
                <a:ea typeface="DejaVu Sans"/>
                <a:cs typeface="DejaVu Sans"/>
              </a:defRPr>
            </a:lvl6pPr>
            <a:lvl7pPr algn="l">
              <a:defRPr sz="1425" b="0">
                <a:solidFill>
                  <a:srgbClr val="354A5F"/>
                </a:solidFill>
                <a:latin typeface="DejaVu Sans"/>
                <a:ea typeface="DejaVu Sans"/>
                <a:cs typeface="DejaVu Sans"/>
              </a:defRPr>
            </a:lvl7pPr>
            <a:lvl8pPr algn="l">
              <a:defRPr sz="1425" b="0">
                <a:solidFill>
                  <a:srgbClr val="354A5F"/>
                </a:solidFill>
                <a:latin typeface="DejaVu Sans"/>
                <a:ea typeface="DejaVu Sans"/>
                <a:cs typeface="DejaVu Sans"/>
              </a:defRPr>
            </a:lvl8pPr>
            <a:lvl9pPr algn="l">
              <a:defRPr sz="1425" b="0">
                <a:solidFill>
                  <a:srgbClr val="354A5F"/>
                </a:solidFill>
                <a:latin typeface="DejaVu Sans"/>
                <a:ea typeface="DejaVu Sans"/>
                <a:cs typeface="DejaVu Sans"/>
              </a:defRPr>
            </a:lvl9pPr>
          </a:lstStyle>
          <a:p xmlns:a="http://schemas.openxmlformats.org/drawingml/2006/main">
            <a:pPr algn="l">
              <a:defRPr sz="1425" b="0">
                <a:solidFill>
                  <a:srgbClr val="354A5F"/>
                </a:solidFill>
                <a:latin typeface="DejaVu Sans"/>
                <a:ea typeface="DejaVu Sans"/>
                <a:cs typeface="DejaVu Sans"/>
              </a:defRPr>
            </a:pPr>
            <a:r>
              <a:rPr sz="1425" b="0">
                <a:solidFill>
                  <a:srgbClr val="354A5F"/>
                </a:solidFill>
                <a:latin typeface="DejaVu Sans"/>
                <a:ea typeface="DejaVu Sans"/>
                <a:cs typeface="DejaVu Sans"/>
              </a:rPr>
              <a:t>React Flow</a:t>
            </a:r>
          </a:p>
        </p:txBody>
      </p:sp>
    </p:spTree>
    <p:extLst>
      <p:ext uri="{BB962C8B-B14F-4D97-AF65-F5344CB8AC3E}">
        <p14:creationId xmlns:p14="http://schemas.microsoft.com/office/powerpoint/2010/main" val="150450631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text-92">
            <a:extLst xmlns:a="http://schemas.openxmlformats.org/drawingml/2006/main">
              <a:ext uri="{FF2B5EF4-FFF2-40B4-BE49-F238E27FC236}">
                <a16:creationId xmlns:a16="http://schemas.microsoft.com/office/drawing/2014/main" id="{7207C912-195E-4312-B323-21AA4546E6BF}"/>
              </a:ext>
            </a:extLst>
          </p:cNvPr>
          <p:cNvSpPr>
            <a:spLocks xmlns:a="http://schemas.openxmlformats.org/drawingml/2006/main" noGrp="1"/>
          </p:cNvSpPr>
          <p:nvPr/>
        </p:nvSpPr>
        <p:spPr>
          <a:xfrm xmlns:a="http://schemas.openxmlformats.org/drawingml/2006/main">
            <a:off x="609600" y="428625"/>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247E91"/>
                </a:solidFill>
                <a:latin typeface="DejaVu Sans"/>
                <a:ea typeface="DejaVu Sans"/>
                <a:cs typeface="DejaVu Sans"/>
              </a:defRPr>
            </a:defPPr>
            <a:lvl1pPr algn="l">
              <a:defRPr sz="1125" b="1">
                <a:solidFill>
                  <a:srgbClr val="247E91"/>
                </a:solidFill>
                <a:latin typeface="DejaVu Sans"/>
                <a:ea typeface="DejaVu Sans"/>
                <a:cs typeface="DejaVu Sans"/>
              </a:defRPr>
            </a:lvl1pPr>
            <a:lvl2pPr algn="l">
              <a:defRPr sz="1125" b="1">
                <a:solidFill>
                  <a:srgbClr val="247E91"/>
                </a:solidFill>
                <a:latin typeface="DejaVu Sans"/>
                <a:ea typeface="DejaVu Sans"/>
                <a:cs typeface="DejaVu Sans"/>
              </a:defRPr>
            </a:lvl2pPr>
            <a:lvl3pPr algn="l">
              <a:defRPr sz="1125" b="1">
                <a:solidFill>
                  <a:srgbClr val="247E91"/>
                </a:solidFill>
                <a:latin typeface="DejaVu Sans"/>
                <a:ea typeface="DejaVu Sans"/>
                <a:cs typeface="DejaVu Sans"/>
              </a:defRPr>
            </a:lvl3pPr>
            <a:lvl4pPr algn="l">
              <a:defRPr sz="1125" b="1">
                <a:solidFill>
                  <a:srgbClr val="247E91"/>
                </a:solidFill>
                <a:latin typeface="DejaVu Sans"/>
                <a:ea typeface="DejaVu Sans"/>
                <a:cs typeface="DejaVu Sans"/>
              </a:defRPr>
            </a:lvl4pPr>
            <a:lvl5pPr algn="l">
              <a:defRPr sz="1125" b="1">
                <a:solidFill>
                  <a:srgbClr val="247E91"/>
                </a:solidFill>
                <a:latin typeface="DejaVu Sans"/>
                <a:ea typeface="DejaVu Sans"/>
                <a:cs typeface="DejaVu Sans"/>
              </a:defRPr>
            </a:lvl5pPr>
            <a:lvl6pPr algn="l">
              <a:defRPr sz="1125" b="1">
                <a:solidFill>
                  <a:srgbClr val="247E91"/>
                </a:solidFill>
                <a:latin typeface="DejaVu Sans"/>
                <a:ea typeface="DejaVu Sans"/>
                <a:cs typeface="DejaVu Sans"/>
              </a:defRPr>
            </a:lvl6pPr>
            <a:lvl7pPr algn="l">
              <a:defRPr sz="1125" b="1">
                <a:solidFill>
                  <a:srgbClr val="247E91"/>
                </a:solidFill>
                <a:latin typeface="DejaVu Sans"/>
                <a:ea typeface="DejaVu Sans"/>
                <a:cs typeface="DejaVu Sans"/>
              </a:defRPr>
            </a:lvl7pPr>
            <a:lvl8pPr algn="l">
              <a:defRPr sz="1125" b="1">
                <a:solidFill>
                  <a:srgbClr val="247E91"/>
                </a:solidFill>
                <a:latin typeface="DejaVu Sans"/>
                <a:ea typeface="DejaVu Sans"/>
                <a:cs typeface="DejaVu Sans"/>
              </a:defRPr>
            </a:lvl8pPr>
            <a:lvl9pPr algn="l">
              <a:defRPr sz="1125" b="1">
                <a:solidFill>
                  <a:srgbClr val="247E91"/>
                </a:solidFill>
                <a:latin typeface="DejaVu Sans"/>
                <a:ea typeface="DejaVu Sans"/>
                <a:cs typeface="DejaVu Sans"/>
              </a:defRPr>
            </a:lvl9pPr>
          </a:lstStyle>
          <a:p xmlns:a="http://schemas.openxmlformats.org/drawingml/2006/main">
            <a:pPr algn="l">
              <a:defRPr sz="1125" b="1">
                <a:solidFill>
                  <a:srgbClr val="247E91"/>
                </a:solidFill>
                <a:latin typeface="DejaVu Sans"/>
                <a:ea typeface="DejaVu Sans"/>
                <a:cs typeface="DejaVu Sans"/>
              </a:defRPr>
            </a:pPr>
            <a:r>
              <a:rPr sz="1125" b="1">
                <a:solidFill>
                  <a:srgbClr val="247E91"/>
                </a:solidFill>
                <a:latin typeface="DejaVu Sans"/>
                <a:ea typeface="DejaVu Sans"/>
                <a:cs typeface="DejaVu Sans"/>
              </a:rPr>
              <a:t>THE BUSINESS PROBLEM</a:t>
            </a:r>
          </a:p>
        </p:txBody>
      </p:sp>
      <p:sp>
        <p:nvSpPr>
          <p:cNvPr id="2" name="text-93">
            <a:extLst xmlns:a="http://schemas.openxmlformats.org/drawingml/2006/main">
              <a:ext uri="{FF2B5EF4-FFF2-40B4-BE49-F238E27FC236}">
                <a16:creationId xmlns:a16="http://schemas.microsoft.com/office/drawing/2014/main" id="{163EE30C-D713-4E9F-B599-7906E50D6D69}"/>
              </a:ext>
            </a:extLst>
          </p:cNvPr>
          <p:cNvSpPr>
            <a:spLocks xmlns:a="http://schemas.openxmlformats.org/drawingml/2006/main" noGrp="1"/>
          </p:cNvSpPr>
          <p:nvPr/>
        </p:nvSpPr>
        <p:spPr>
          <a:xfrm xmlns:a="http://schemas.openxmlformats.org/drawingml/2006/main">
            <a:off x="609600" y="828675"/>
            <a:ext cx="109728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162C45"/>
                </a:solidFill>
                <a:latin typeface="DejaVu Serif"/>
                <a:ea typeface="DejaVu Serif"/>
                <a:cs typeface="DejaVu Serif"/>
              </a:defRPr>
            </a:defPPr>
            <a:lvl1pPr algn="l">
              <a:defRPr sz="2850" b="1">
                <a:solidFill>
                  <a:srgbClr val="162C45"/>
                </a:solidFill>
                <a:latin typeface="DejaVu Serif"/>
                <a:ea typeface="DejaVu Serif"/>
                <a:cs typeface="DejaVu Serif"/>
              </a:defRPr>
            </a:lvl1pPr>
            <a:lvl2pPr algn="l">
              <a:defRPr sz="2850" b="1">
                <a:solidFill>
                  <a:srgbClr val="162C45"/>
                </a:solidFill>
                <a:latin typeface="DejaVu Serif"/>
                <a:ea typeface="DejaVu Serif"/>
                <a:cs typeface="DejaVu Serif"/>
              </a:defRPr>
            </a:lvl2pPr>
            <a:lvl3pPr algn="l">
              <a:defRPr sz="2850" b="1">
                <a:solidFill>
                  <a:srgbClr val="162C45"/>
                </a:solidFill>
                <a:latin typeface="DejaVu Serif"/>
                <a:ea typeface="DejaVu Serif"/>
                <a:cs typeface="DejaVu Serif"/>
              </a:defRPr>
            </a:lvl3pPr>
            <a:lvl4pPr algn="l">
              <a:defRPr sz="2850" b="1">
                <a:solidFill>
                  <a:srgbClr val="162C45"/>
                </a:solidFill>
                <a:latin typeface="DejaVu Serif"/>
                <a:ea typeface="DejaVu Serif"/>
                <a:cs typeface="DejaVu Serif"/>
              </a:defRPr>
            </a:lvl4pPr>
            <a:lvl5pPr algn="l">
              <a:defRPr sz="2850" b="1">
                <a:solidFill>
                  <a:srgbClr val="162C45"/>
                </a:solidFill>
                <a:latin typeface="DejaVu Serif"/>
                <a:ea typeface="DejaVu Serif"/>
                <a:cs typeface="DejaVu Serif"/>
              </a:defRPr>
            </a:lvl5pPr>
            <a:lvl6pPr algn="l">
              <a:defRPr sz="2850" b="1">
                <a:solidFill>
                  <a:srgbClr val="162C45"/>
                </a:solidFill>
                <a:latin typeface="DejaVu Serif"/>
                <a:ea typeface="DejaVu Serif"/>
                <a:cs typeface="DejaVu Serif"/>
              </a:defRPr>
            </a:lvl6pPr>
            <a:lvl7pPr algn="l">
              <a:defRPr sz="2850" b="1">
                <a:solidFill>
                  <a:srgbClr val="162C45"/>
                </a:solidFill>
                <a:latin typeface="DejaVu Serif"/>
                <a:ea typeface="DejaVu Serif"/>
                <a:cs typeface="DejaVu Serif"/>
              </a:defRPr>
            </a:lvl7pPr>
            <a:lvl8pPr algn="l">
              <a:defRPr sz="2850" b="1">
                <a:solidFill>
                  <a:srgbClr val="162C45"/>
                </a:solidFill>
                <a:latin typeface="DejaVu Serif"/>
                <a:ea typeface="DejaVu Serif"/>
                <a:cs typeface="DejaVu Serif"/>
              </a:defRPr>
            </a:lvl8pPr>
            <a:lvl9pPr algn="l">
              <a:defRPr sz="2850" b="1">
                <a:solidFill>
                  <a:srgbClr val="162C45"/>
                </a:solidFill>
                <a:latin typeface="DejaVu Serif"/>
                <a:ea typeface="DejaVu Serif"/>
                <a:cs typeface="DejaVu Serif"/>
              </a:defRPr>
            </a:lvl9pPr>
          </a:lstStyle>
          <a:p xmlns:a="http://schemas.openxmlformats.org/drawingml/2006/main">
            <a:pPr algn="l">
              <a:defRPr sz="2850" b="1">
                <a:solidFill>
                  <a:srgbClr val="162C45"/>
                </a:solidFill>
                <a:latin typeface="DejaVu Serif"/>
                <a:ea typeface="DejaVu Serif"/>
                <a:cs typeface="DejaVu Serif"/>
              </a:defRPr>
            </a:pPr>
            <a:r>
              <a:rPr sz="2850" b="1">
                <a:solidFill>
                  <a:srgbClr val="162C45"/>
                </a:solidFill>
                <a:latin typeface="DejaVu Serif"/>
                <a:ea typeface="DejaVu Serif"/>
                <a:cs typeface="DejaVu Serif"/>
              </a:rPr>
              <a:t>Data Quality Rules Require Context</a:t>
            </a:r>
          </a:p>
        </p:txBody>
      </p:sp>
      <p:pic>
        <p:nvPicPr>
          <p:cNvPr id="3" name="">
            <a:extLst xmlns:a="http://schemas.openxmlformats.org/drawingml/2006/main">
              <a:ext uri="{FF2B5EF4-FFF2-40B4-BE49-F238E27FC236}">
                <a16:creationId xmlns:a16="http://schemas.microsoft.com/office/drawing/2014/main" id="{2E1231C9-31C3-4CAA-A859-C7D5D6958F13}"/>
              </a:ext>
            </a:extLst>
          </p:cNvPr>
          <p:cNvPicPr>
            <a:picLocks xmlns:a="http://schemas.openxmlformats.org/drawingml/2006/main" noChangeAspect="1"/>
          </p:cNvPicPr>
          <p:nvPr/>
        </p:nvPicPr>
        <p:blipFill>
          <a:blip xmlns:r="http://schemas.openxmlformats.org/officeDocument/2006/relationships" xmlns:a="http://schemas.openxmlformats.org/drawingml/2006/main" r:embed="R07797a5ad2fe4910"/>
          <a:stretch xmlns:a="http://schemas.openxmlformats.org/drawingml/2006/main"/>
        </p:blipFill>
        <p:spPr>
          <a:xfrm xmlns:a="http://schemas.openxmlformats.org/drawingml/2006/main">
            <a:off x="740111" y="6210300"/>
            <a:ext cx="1339177" cy="419100"/>
          </a:xfrm>
          <a:prstGeom xmlns:a="http://schemas.openxmlformats.org/drawingml/2006/main" prst="rect">
            <a:avLst/>
          </a:prstGeom>
        </p:spPr>
      </p:pic>
      <p:sp>
        <p:nvSpPr>
          <p:cNvPr id="4" name="panel-95">
            <a:extLst xmlns:a="http://schemas.openxmlformats.org/drawingml/2006/main">
              <a:ext uri="{FF2B5EF4-FFF2-40B4-BE49-F238E27FC236}">
                <a16:creationId xmlns:a16="http://schemas.microsoft.com/office/drawing/2014/main" id="{F01E2285-70D8-4405-9391-290905D04931}"/>
              </a:ext>
            </a:extLst>
          </p:cNvPr>
          <p:cNvSpPr>
            <a:spLocks xmlns:a="http://schemas.openxmlformats.org/drawingml/2006/main" noGrp="1"/>
          </p:cNvSpPr>
          <p:nvPr/>
        </p:nvSpPr>
        <p:spPr>
          <a:xfrm xmlns:a="http://schemas.openxmlformats.org/drawingml/2006/main">
            <a:off x="11010900" y="6105525"/>
            <a:ext cx="571500" cy="571500"/>
          </a:xfrm>
          <a:prstGeom xmlns:a="http://schemas.openxmlformats.org/drawingml/2006/main" prst="rect">
            <a:avLst/>
          </a:prstGeom>
          <a:solidFill xmlns:a="http://schemas.openxmlformats.org/drawingml/2006/main">
            <a:srgbClr val="14253D"/>
          </a:solidFill>
          <a:ln xmlns:a="http://schemas.openxmlformats.org/drawingml/2006/main" w="0">
            <a:noFill/>
            <a:prstDash val="solid"/>
          </a:ln>
        </p:spPr>
      </p:sp>
      <p:pic>
        <p:nvPicPr>
          <p:cNvPr id="5" name="">
            <a:extLst xmlns:a="http://schemas.openxmlformats.org/drawingml/2006/main">
              <a:ext uri="{FF2B5EF4-FFF2-40B4-BE49-F238E27FC236}">
                <a16:creationId xmlns:a16="http://schemas.microsoft.com/office/drawing/2014/main" id="{B43F81E5-392F-41A0-87AB-7ABBFCB1FDF4}"/>
              </a:ext>
            </a:extLst>
          </p:cNvPr>
          <p:cNvPicPr>
            <a:picLocks xmlns:a="http://schemas.openxmlformats.org/drawingml/2006/main" noChangeAspect="1"/>
          </p:cNvPicPr>
          <p:nvPr/>
        </p:nvPicPr>
        <p:blipFill>
          <a:blip xmlns:r="http://schemas.openxmlformats.org/officeDocument/2006/relationships" xmlns:a="http://schemas.openxmlformats.org/drawingml/2006/main" r:embed="Rf7f77d13754a41d3">
            <a:extLst>
              <a:ext uri="{96DAC541-7B7A-43D3-8B79-37D633B846F1}">
                <asvg:svgBlip xmlns:asvg="http://schemas.microsoft.com/office/drawing/2016/SVG/main" r:embed="R368d335395034837"/>
              </a:ext>
            </a:extLst>
          </a:blip>
          <a:stretch xmlns:a="http://schemas.openxmlformats.org/drawingml/2006/main"/>
        </p:blipFill>
        <p:spPr>
          <a:xfrm xmlns:a="http://schemas.openxmlformats.org/drawingml/2006/main">
            <a:off x="11087100" y="6181725"/>
            <a:ext cx="419100" cy="409575"/>
          </a:xfrm>
          <a:prstGeom xmlns:a="http://schemas.openxmlformats.org/drawingml/2006/main" prst="rect">
            <a:avLst/>
          </a:prstGeom>
        </p:spPr>
      </p:pic>
      <p:sp>
        <p:nvSpPr>
          <p:cNvPr id="6" name="text-97">
            <a:extLst xmlns:a="http://schemas.openxmlformats.org/drawingml/2006/main">
              <a:ext uri="{FF2B5EF4-FFF2-40B4-BE49-F238E27FC236}">
                <a16:creationId xmlns:a16="http://schemas.microsoft.com/office/drawing/2014/main" id="{2B34A07D-6C87-4D7F-A48C-EAA139D4D71C}"/>
              </a:ext>
            </a:extLst>
          </p:cNvPr>
          <p:cNvSpPr>
            <a:spLocks xmlns:a="http://schemas.openxmlformats.org/drawingml/2006/main" noGrp="1"/>
          </p:cNvSpPr>
          <p:nvPr/>
        </p:nvSpPr>
        <p:spPr>
          <a:xfrm xmlns:a="http://schemas.openxmlformats.org/drawingml/2006/main">
            <a:off x="5810250" y="6353175"/>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75" b="0">
                <a:solidFill>
                  <a:srgbClr val="5E7285"/>
                </a:solidFill>
                <a:latin typeface="DejaVu Sans"/>
                <a:ea typeface="DejaVu Sans"/>
                <a:cs typeface="DejaVu Sans"/>
              </a:defRPr>
            </a:defPPr>
            <a:lvl1pPr algn="ctr">
              <a:defRPr sz="975" b="0">
                <a:solidFill>
                  <a:srgbClr val="5E7285"/>
                </a:solidFill>
                <a:latin typeface="DejaVu Sans"/>
                <a:ea typeface="DejaVu Sans"/>
                <a:cs typeface="DejaVu Sans"/>
              </a:defRPr>
            </a:lvl1pPr>
            <a:lvl2pPr algn="ctr">
              <a:defRPr sz="975" b="0">
                <a:solidFill>
                  <a:srgbClr val="5E7285"/>
                </a:solidFill>
                <a:latin typeface="DejaVu Sans"/>
                <a:ea typeface="DejaVu Sans"/>
                <a:cs typeface="DejaVu Sans"/>
              </a:defRPr>
            </a:lvl2pPr>
            <a:lvl3pPr algn="ctr">
              <a:defRPr sz="975" b="0">
                <a:solidFill>
                  <a:srgbClr val="5E7285"/>
                </a:solidFill>
                <a:latin typeface="DejaVu Sans"/>
                <a:ea typeface="DejaVu Sans"/>
                <a:cs typeface="DejaVu Sans"/>
              </a:defRPr>
            </a:lvl3pPr>
            <a:lvl4pPr algn="ctr">
              <a:defRPr sz="975" b="0">
                <a:solidFill>
                  <a:srgbClr val="5E7285"/>
                </a:solidFill>
                <a:latin typeface="DejaVu Sans"/>
                <a:ea typeface="DejaVu Sans"/>
                <a:cs typeface="DejaVu Sans"/>
              </a:defRPr>
            </a:lvl4pPr>
            <a:lvl5pPr algn="ctr">
              <a:defRPr sz="975" b="0">
                <a:solidFill>
                  <a:srgbClr val="5E7285"/>
                </a:solidFill>
                <a:latin typeface="DejaVu Sans"/>
                <a:ea typeface="DejaVu Sans"/>
                <a:cs typeface="DejaVu Sans"/>
              </a:defRPr>
            </a:lvl5pPr>
            <a:lvl6pPr algn="ctr">
              <a:defRPr sz="975" b="0">
                <a:solidFill>
                  <a:srgbClr val="5E7285"/>
                </a:solidFill>
                <a:latin typeface="DejaVu Sans"/>
                <a:ea typeface="DejaVu Sans"/>
                <a:cs typeface="DejaVu Sans"/>
              </a:defRPr>
            </a:lvl6pPr>
            <a:lvl7pPr algn="ctr">
              <a:defRPr sz="975" b="0">
                <a:solidFill>
                  <a:srgbClr val="5E7285"/>
                </a:solidFill>
                <a:latin typeface="DejaVu Sans"/>
                <a:ea typeface="DejaVu Sans"/>
                <a:cs typeface="DejaVu Sans"/>
              </a:defRPr>
            </a:lvl7pPr>
            <a:lvl8pPr algn="ctr">
              <a:defRPr sz="975" b="0">
                <a:solidFill>
                  <a:srgbClr val="5E7285"/>
                </a:solidFill>
                <a:latin typeface="DejaVu Sans"/>
                <a:ea typeface="DejaVu Sans"/>
                <a:cs typeface="DejaVu Sans"/>
              </a:defRPr>
            </a:lvl8pPr>
            <a:lvl9pPr algn="ctr">
              <a:defRPr sz="975" b="0">
                <a:solidFill>
                  <a:srgbClr val="5E7285"/>
                </a:solidFill>
                <a:latin typeface="DejaVu Sans"/>
                <a:ea typeface="DejaVu Sans"/>
                <a:cs typeface="DejaVu Sans"/>
              </a:defRPr>
            </a:lvl9pPr>
          </a:lstStyle>
          <a:p xmlns:a="http://schemas.openxmlformats.org/drawingml/2006/main">
            <a:pPr algn="ctr">
              <a:defRPr sz="975" b="0">
                <a:solidFill>
                  <a:srgbClr val="5E7285"/>
                </a:solidFill>
                <a:latin typeface="DejaVu Sans"/>
                <a:ea typeface="DejaVu Sans"/>
                <a:cs typeface="DejaVu Sans"/>
              </a:defRPr>
            </a:pPr>
            <a:r>
              <a:rPr sz="975" b="0">
                <a:solidFill>
                  <a:srgbClr val="5E7285"/>
                </a:solidFill>
                <a:latin typeface="DejaVu Sans"/>
                <a:ea typeface="DejaVu Sans"/>
                <a:cs typeface="DejaVu Sans"/>
              </a:rPr>
              <a:t>04</a:t>
            </a:r>
          </a:p>
        </p:txBody>
      </p:sp>
      <p:sp>
        <p:nvSpPr>
          <p:cNvPr id="7" name="text-98">
            <a:extLst xmlns:a="http://schemas.openxmlformats.org/drawingml/2006/main">
              <a:ext uri="{FF2B5EF4-FFF2-40B4-BE49-F238E27FC236}">
                <a16:creationId xmlns:a16="http://schemas.microsoft.com/office/drawing/2014/main" id="{C33ACAA1-E747-4423-AF93-A7334BC91E56}"/>
              </a:ext>
            </a:extLst>
          </p:cNvPr>
          <p:cNvSpPr>
            <a:spLocks xmlns:a="http://schemas.openxmlformats.org/drawingml/2006/main" noGrp="1"/>
          </p:cNvSpPr>
          <p:nvPr/>
        </p:nvSpPr>
        <p:spPr>
          <a:xfrm xmlns:a="http://schemas.openxmlformats.org/drawingml/2006/main">
            <a:off x="609600" y="1657350"/>
            <a:ext cx="10763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354A5F"/>
                </a:solidFill>
                <a:latin typeface="DejaVu Sans"/>
                <a:ea typeface="DejaVu Sans"/>
                <a:cs typeface="DejaVu Sans"/>
              </a:defRPr>
            </a:defPPr>
            <a:lvl1pPr algn="l">
              <a:defRPr sz="1950" b="0">
                <a:solidFill>
                  <a:srgbClr val="354A5F"/>
                </a:solidFill>
                <a:latin typeface="DejaVu Sans"/>
                <a:ea typeface="DejaVu Sans"/>
                <a:cs typeface="DejaVu Sans"/>
              </a:defRPr>
            </a:lvl1pPr>
            <a:lvl2pPr algn="l">
              <a:defRPr sz="1950" b="0">
                <a:solidFill>
                  <a:srgbClr val="354A5F"/>
                </a:solidFill>
                <a:latin typeface="DejaVu Sans"/>
                <a:ea typeface="DejaVu Sans"/>
                <a:cs typeface="DejaVu Sans"/>
              </a:defRPr>
            </a:lvl2pPr>
            <a:lvl3pPr algn="l">
              <a:defRPr sz="1950" b="0">
                <a:solidFill>
                  <a:srgbClr val="354A5F"/>
                </a:solidFill>
                <a:latin typeface="DejaVu Sans"/>
                <a:ea typeface="DejaVu Sans"/>
                <a:cs typeface="DejaVu Sans"/>
              </a:defRPr>
            </a:lvl3pPr>
            <a:lvl4pPr algn="l">
              <a:defRPr sz="1950" b="0">
                <a:solidFill>
                  <a:srgbClr val="354A5F"/>
                </a:solidFill>
                <a:latin typeface="DejaVu Sans"/>
                <a:ea typeface="DejaVu Sans"/>
                <a:cs typeface="DejaVu Sans"/>
              </a:defRPr>
            </a:lvl4pPr>
            <a:lvl5pPr algn="l">
              <a:defRPr sz="1950" b="0">
                <a:solidFill>
                  <a:srgbClr val="354A5F"/>
                </a:solidFill>
                <a:latin typeface="DejaVu Sans"/>
                <a:ea typeface="DejaVu Sans"/>
                <a:cs typeface="DejaVu Sans"/>
              </a:defRPr>
            </a:lvl5pPr>
            <a:lvl6pPr algn="l">
              <a:defRPr sz="1950" b="0">
                <a:solidFill>
                  <a:srgbClr val="354A5F"/>
                </a:solidFill>
                <a:latin typeface="DejaVu Sans"/>
                <a:ea typeface="DejaVu Sans"/>
                <a:cs typeface="DejaVu Sans"/>
              </a:defRPr>
            </a:lvl6pPr>
            <a:lvl7pPr algn="l">
              <a:defRPr sz="1950" b="0">
                <a:solidFill>
                  <a:srgbClr val="354A5F"/>
                </a:solidFill>
                <a:latin typeface="DejaVu Sans"/>
                <a:ea typeface="DejaVu Sans"/>
                <a:cs typeface="DejaVu Sans"/>
              </a:defRPr>
            </a:lvl7pPr>
            <a:lvl8pPr algn="l">
              <a:defRPr sz="1950" b="0">
                <a:solidFill>
                  <a:srgbClr val="354A5F"/>
                </a:solidFill>
                <a:latin typeface="DejaVu Sans"/>
                <a:ea typeface="DejaVu Sans"/>
                <a:cs typeface="DejaVu Sans"/>
              </a:defRPr>
            </a:lvl8pPr>
            <a:lvl9pPr algn="l">
              <a:defRPr sz="1950" b="0">
                <a:solidFill>
                  <a:srgbClr val="354A5F"/>
                </a:solidFill>
                <a:latin typeface="DejaVu Sans"/>
                <a:ea typeface="DejaVu Sans"/>
                <a:cs typeface="DejaVu Sans"/>
              </a:defRPr>
            </a:lvl9pPr>
          </a:lstStyle>
          <a:p xmlns:a="http://schemas.openxmlformats.org/drawingml/2006/main">
            <a:pPr algn="l">
              <a:defRPr sz="1950" b="0">
                <a:solidFill>
                  <a:srgbClr val="354A5F"/>
                </a:solidFill>
                <a:latin typeface="DejaVu Sans"/>
                <a:ea typeface="DejaVu Sans"/>
                <a:cs typeface="DejaVu Sans"/>
              </a:defRPr>
            </a:pPr>
            <a:r>
              <a:rPr sz="1950" b="0">
                <a:solidFill>
                  <a:srgbClr val="354A5F"/>
                </a:solidFill>
                <a:latin typeface="DejaVu Sans"/>
                <a:ea typeface="DejaVu Sans"/>
                <a:cs typeface="DejaVu Sans"/>
              </a:rPr>
              <a:t>Teams must translate dataset structure and business meaning into useful checks.</a:t>
            </a:r>
          </a:p>
        </p:txBody>
      </p:sp>
      <p:sp>
        <p:nvSpPr>
          <p:cNvPr id="8" name="text-99">
            <a:extLst xmlns:a="http://schemas.openxmlformats.org/drawingml/2006/main">
              <a:ext uri="{FF2B5EF4-FFF2-40B4-BE49-F238E27FC236}">
                <a16:creationId xmlns:a16="http://schemas.microsoft.com/office/drawing/2014/main" id="{217CC9CA-F59B-46CB-8CEB-0CF4492B155D}"/>
              </a:ext>
            </a:extLst>
          </p:cNvPr>
          <p:cNvSpPr>
            <a:spLocks xmlns:a="http://schemas.openxmlformats.org/drawingml/2006/main" noGrp="1"/>
          </p:cNvSpPr>
          <p:nvPr/>
        </p:nvSpPr>
        <p:spPr>
          <a:xfrm xmlns:a="http://schemas.openxmlformats.org/drawingml/2006/main">
            <a:off x="609600" y="2276475"/>
            <a:ext cx="107156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E7285"/>
                </a:solidFill>
                <a:latin typeface="DejaVu Sans"/>
                <a:ea typeface="DejaVu Sans"/>
                <a:cs typeface="DejaVu Sans"/>
              </a:defRPr>
            </a:defPPr>
            <a:lvl1pPr algn="l">
              <a:defRPr sz="1650" b="0">
                <a:solidFill>
                  <a:srgbClr val="5E7285"/>
                </a:solidFill>
                <a:latin typeface="DejaVu Sans"/>
                <a:ea typeface="DejaVu Sans"/>
                <a:cs typeface="DejaVu Sans"/>
              </a:defRPr>
            </a:lvl1pPr>
            <a:lvl2pPr algn="l">
              <a:defRPr sz="1650" b="0">
                <a:solidFill>
                  <a:srgbClr val="5E7285"/>
                </a:solidFill>
                <a:latin typeface="DejaVu Sans"/>
                <a:ea typeface="DejaVu Sans"/>
                <a:cs typeface="DejaVu Sans"/>
              </a:defRPr>
            </a:lvl2pPr>
            <a:lvl3pPr algn="l">
              <a:defRPr sz="1650" b="0">
                <a:solidFill>
                  <a:srgbClr val="5E7285"/>
                </a:solidFill>
                <a:latin typeface="DejaVu Sans"/>
                <a:ea typeface="DejaVu Sans"/>
                <a:cs typeface="DejaVu Sans"/>
              </a:defRPr>
            </a:lvl3pPr>
            <a:lvl4pPr algn="l">
              <a:defRPr sz="1650" b="0">
                <a:solidFill>
                  <a:srgbClr val="5E7285"/>
                </a:solidFill>
                <a:latin typeface="DejaVu Sans"/>
                <a:ea typeface="DejaVu Sans"/>
                <a:cs typeface="DejaVu Sans"/>
              </a:defRPr>
            </a:lvl4pPr>
            <a:lvl5pPr algn="l">
              <a:defRPr sz="1650" b="0">
                <a:solidFill>
                  <a:srgbClr val="5E7285"/>
                </a:solidFill>
                <a:latin typeface="DejaVu Sans"/>
                <a:ea typeface="DejaVu Sans"/>
                <a:cs typeface="DejaVu Sans"/>
              </a:defRPr>
            </a:lvl5pPr>
            <a:lvl6pPr algn="l">
              <a:defRPr sz="1650" b="0">
                <a:solidFill>
                  <a:srgbClr val="5E7285"/>
                </a:solidFill>
                <a:latin typeface="DejaVu Sans"/>
                <a:ea typeface="DejaVu Sans"/>
                <a:cs typeface="DejaVu Sans"/>
              </a:defRPr>
            </a:lvl6pPr>
            <a:lvl7pPr algn="l">
              <a:defRPr sz="1650" b="0">
                <a:solidFill>
                  <a:srgbClr val="5E7285"/>
                </a:solidFill>
                <a:latin typeface="DejaVu Sans"/>
                <a:ea typeface="DejaVu Sans"/>
                <a:cs typeface="DejaVu Sans"/>
              </a:defRPr>
            </a:lvl7pPr>
            <a:lvl8pPr algn="l">
              <a:defRPr sz="1650" b="0">
                <a:solidFill>
                  <a:srgbClr val="5E7285"/>
                </a:solidFill>
                <a:latin typeface="DejaVu Sans"/>
                <a:ea typeface="DejaVu Sans"/>
                <a:cs typeface="DejaVu Sans"/>
              </a:defRPr>
            </a:lvl8pPr>
            <a:lvl9pPr algn="l">
              <a:defRPr sz="1650" b="0">
                <a:solidFill>
                  <a:srgbClr val="5E7285"/>
                </a:solidFill>
                <a:latin typeface="DejaVu Sans"/>
                <a:ea typeface="DejaVu Sans"/>
                <a:cs typeface="DejaVu Sans"/>
              </a:defRPr>
            </a:lvl9pPr>
          </a:lstStyle>
          <a:p xmlns:a="http://schemas.openxmlformats.org/drawingml/2006/main">
            <a:pPr algn="l">
              <a:defRPr sz="1650" b="0">
                <a:solidFill>
                  <a:srgbClr val="5E7285"/>
                </a:solidFill>
                <a:latin typeface="DejaVu Sans"/>
                <a:ea typeface="DejaVu Sans"/>
                <a:cs typeface="DejaVu Sans"/>
              </a:defRPr>
            </a:pPr>
            <a:r>
              <a:rPr sz="1650" b="0">
                <a:solidFill>
                  <a:srgbClr val="5E7285"/>
                </a:solidFill>
                <a:latin typeface="DejaVu Sans"/>
                <a:ea typeface="DejaVu Sans"/>
                <a:cs typeface="DejaVu Sans"/>
              </a:rPr>
              <a:t>Column names and datatypes are a starting point. Relationships and intended use</a:t>
            </a:r>
          </a:p>
          <a:p xmlns:a="http://schemas.openxmlformats.org/drawingml/2006/main">
            <a:pPr algn="l">
              <a:defRPr sz="1650" b="0">
                <a:solidFill>
                  <a:srgbClr val="5E7285"/>
                </a:solidFill>
                <a:latin typeface="DejaVu Sans"/>
                <a:ea typeface="DejaVu Sans"/>
                <a:cs typeface="DejaVu Sans"/>
              </a:defRPr>
            </a:pPr>
            <a:r>
              <a:rPr sz="1650" b="0">
                <a:solidFill>
                  <a:srgbClr val="5E7285"/>
                </a:solidFill>
                <a:latin typeface="DejaVu Sans"/>
                <a:ea typeface="DejaVu Sans"/>
                <a:cs typeface="DejaVu Sans"/>
              </a:rPr>
              <a:t>also determine which rules matter.</a:t>
            </a:r>
          </a:p>
        </p:txBody>
      </p:sp>
      <p:sp>
        <p:nvSpPr>
          <p:cNvPr id="9" name="panel-100">
            <a:extLst xmlns:a="http://schemas.openxmlformats.org/drawingml/2006/main">
              <a:ext uri="{FF2B5EF4-FFF2-40B4-BE49-F238E27FC236}">
                <a16:creationId xmlns:a16="http://schemas.microsoft.com/office/drawing/2014/main" id="{9A17F06D-F638-4F1B-B8F5-62AD9BF81748}"/>
              </a:ext>
            </a:extLst>
          </p:cNvPr>
          <p:cNvSpPr>
            <a:spLocks xmlns:a="http://schemas.openxmlformats.org/drawingml/2006/main" noGrp="1"/>
          </p:cNvSpPr>
          <p:nvPr/>
        </p:nvSpPr>
        <p:spPr>
          <a:xfrm xmlns:a="http://schemas.openxmlformats.org/drawingml/2006/main">
            <a:off x="609600" y="3333750"/>
            <a:ext cx="2600325" cy="2305050"/>
          </a:xfrm>
          <a:prstGeom xmlns:a="http://schemas.openxmlformats.org/drawingml/2006/main" prst="roundRect">
            <a:avLst>
              <a:gd name="adj" fmla="val 5785"/>
            </a:avLst>
          </a:prstGeom>
          <a:solidFill xmlns:a="http://schemas.openxmlformats.org/drawingml/2006/main">
            <a:srgbClr val="F2F7FA"/>
          </a:solidFill>
          <a:ln xmlns:a="http://schemas.openxmlformats.org/drawingml/2006/main" w="9525">
            <a:solidFill>
              <a:srgbClr val="D9E5EC"/>
            </a:solidFill>
            <a:prstDash val="solid"/>
          </a:ln>
        </p:spPr>
      </p:sp>
      <p:sp>
        <p:nvSpPr>
          <p:cNvPr id="10" name="panel-101">
            <a:extLst xmlns:a="http://schemas.openxmlformats.org/drawingml/2006/main">
              <a:ext uri="{FF2B5EF4-FFF2-40B4-BE49-F238E27FC236}">
                <a16:creationId xmlns:a16="http://schemas.microsoft.com/office/drawing/2014/main" id="{34D39D2F-4682-4642-BE68-BA5EA0B4021E}"/>
              </a:ext>
            </a:extLst>
          </p:cNvPr>
          <p:cNvSpPr>
            <a:spLocks xmlns:a="http://schemas.openxmlformats.org/drawingml/2006/main" noGrp="1"/>
          </p:cNvSpPr>
          <p:nvPr/>
        </p:nvSpPr>
        <p:spPr>
          <a:xfrm xmlns:a="http://schemas.openxmlformats.org/drawingml/2006/main">
            <a:off x="838200" y="3562350"/>
            <a:ext cx="495300" cy="495300"/>
          </a:xfrm>
          <a:prstGeom xmlns:a="http://schemas.openxmlformats.org/drawingml/2006/main" prst="roundRect">
            <a:avLst>
              <a:gd name="adj" fmla="val 50000"/>
            </a:avLst>
          </a:prstGeom>
          <a:solidFill xmlns:a="http://schemas.openxmlformats.org/drawingml/2006/main">
            <a:srgbClr val="247E91"/>
          </a:solidFill>
          <a:ln xmlns:a="http://schemas.openxmlformats.org/drawingml/2006/main" w="0">
            <a:noFill/>
            <a:prstDash val="solid"/>
          </a:ln>
        </p:spPr>
      </p:sp>
      <p:pic>
        <p:nvPicPr>
          <p:cNvPr id="11" name="">
            <a:extLst xmlns:a="http://schemas.openxmlformats.org/drawingml/2006/main">
              <a:ext uri="{FF2B5EF4-FFF2-40B4-BE49-F238E27FC236}">
                <a16:creationId xmlns:a16="http://schemas.microsoft.com/office/drawing/2014/main" id="{42395CED-204F-4941-8167-D51F29F3B654}"/>
              </a:ext>
            </a:extLst>
          </p:cNvPr>
          <p:cNvPicPr>
            <a:picLocks xmlns:a="http://schemas.openxmlformats.org/drawingml/2006/main" noChangeAspect="1"/>
          </p:cNvPicPr>
          <p:nvPr/>
        </p:nvPicPr>
        <p:blipFill>
          <a:blip xmlns:r="http://schemas.openxmlformats.org/officeDocument/2006/relationships" xmlns:a="http://schemas.openxmlformats.org/drawingml/2006/main" r:embed="R3af49be05cd14d5d">
            <a:extLst>
              <a:ext uri="{96DAC541-7B7A-43D3-8B79-37D633B846F1}">
                <asvg:svgBlip xmlns:asvg="http://schemas.microsoft.com/office/drawing/2016/SVG/main" r:embed="R15c54f11b9ec40f6"/>
              </a:ext>
            </a:extLst>
          </a:blip>
          <a:stretch xmlns:a="http://schemas.openxmlformats.org/drawingml/2006/main"/>
        </p:blipFill>
        <p:spPr>
          <a:xfrm xmlns:a="http://schemas.openxmlformats.org/drawingml/2006/main">
            <a:off x="957072" y="3681222"/>
            <a:ext cx="257556" cy="257556"/>
          </a:xfrm>
          <a:prstGeom xmlns:a="http://schemas.openxmlformats.org/drawingml/2006/main" prst="rect">
            <a:avLst/>
          </a:prstGeom>
        </p:spPr>
      </p:pic>
      <p:sp>
        <p:nvSpPr>
          <p:cNvPr id="12" name="text-102">
            <a:extLst xmlns:a="http://schemas.openxmlformats.org/drawingml/2006/main">
              <a:ext uri="{FF2B5EF4-FFF2-40B4-BE49-F238E27FC236}">
                <a16:creationId xmlns:a16="http://schemas.microsoft.com/office/drawing/2014/main" id="{D46BEF69-F9FA-44F4-8454-DEB003990922}"/>
              </a:ext>
            </a:extLst>
          </p:cNvPr>
          <p:cNvSpPr>
            <a:spLocks xmlns:a="http://schemas.openxmlformats.org/drawingml/2006/main" noGrp="1"/>
          </p:cNvSpPr>
          <p:nvPr/>
        </p:nvSpPr>
        <p:spPr>
          <a:xfrm xmlns:a="http://schemas.openxmlformats.org/drawingml/2006/main">
            <a:off x="1485900" y="3571875"/>
            <a:ext cx="14954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162C45"/>
                </a:solidFill>
                <a:latin typeface="DejaVu Serif"/>
                <a:ea typeface="DejaVu Serif"/>
                <a:cs typeface="DejaVu Serif"/>
              </a:defRPr>
            </a:defPPr>
            <a:lvl1pPr algn="l">
              <a:defRPr sz="1650" b="1">
                <a:solidFill>
                  <a:srgbClr val="162C45"/>
                </a:solidFill>
                <a:latin typeface="DejaVu Serif"/>
                <a:ea typeface="DejaVu Serif"/>
                <a:cs typeface="DejaVu Serif"/>
              </a:defRPr>
            </a:lvl1pPr>
            <a:lvl2pPr algn="l">
              <a:defRPr sz="1650" b="1">
                <a:solidFill>
                  <a:srgbClr val="162C45"/>
                </a:solidFill>
                <a:latin typeface="DejaVu Serif"/>
                <a:ea typeface="DejaVu Serif"/>
                <a:cs typeface="DejaVu Serif"/>
              </a:defRPr>
            </a:lvl2pPr>
            <a:lvl3pPr algn="l">
              <a:defRPr sz="1650" b="1">
                <a:solidFill>
                  <a:srgbClr val="162C45"/>
                </a:solidFill>
                <a:latin typeface="DejaVu Serif"/>
                <a:ea typeface="DejaVu Serif"/>
                <a:cs typeface="DejaVu Serif"/>
              </a:defRPr>
            </a:lvl3pPr>
            <a:lvl4pPr algn="l">
              <a:defRPr sz="1650" b="1">
                <a:solidFill>
                  <a:srgbClr val="162C45"/>
                </a:solidFill>
                <a:latin typeface="DejaVu Serif"/>
                <a:ea typeface="DejaVu Serif"/>
                <a:cs typeface="DejaVu Serif"/>
              </a:defRPr>
            </a:lvl4pPr>
            <a:lvl5pPr algn="l">
              <a:defRPr sz="1650" b="1">
                <a:solidFill>
                  <a:srgbClr val="162C45"/>
                </a:solidFill>
                <a:latin typeface="DejaVu Serif"/>
                <a:ea typeface="DejaVu Serif"/>
                <a:cs typeface="DejaVu Serif"/>
              </a:defRPr>
            </a:lvl5pPr>
            <a:lvl6pPr algn="l">
              <a:defRPr sz="1650" b="1">
                <a:solidFill>
                  <a:srgbClr val="162C45"/>
                </a:solidFill>
                <a:latin typeface="DejaVu Serif"/>
                <a:ea typeface="DejaVu Serif"/>
                <a:cs typeface="DejaVu Serif"/>
              </a:defRPr>
            </a:lvl6pPr>
            <a:lvl7pPr algn="l">
              <a:defRPr sz="1650" b="1">
                <a:solidFill>
                  <a:srgbClr val="162C45"/>
                </a:solidFill>
                <a:latin typeface="DejaVu Serif"/>
                <a:ea typeface="DejaVu Serif"/>
                <a:cs typeface="DejaVu Serif"/>
              </a:defRPr>
            </a:lvl7pPr>
            <a:lvl8pPr algn="l">
              <a:defRPr sz="1650" b="1">
                <a:solidFill>
                  <a:srgbClr val="162C45"/>
                </a:solidFill>
                <a:latin typeface="DejaVu Serif"/>
                <a:ea typeface="DejaVu Serif"/>
                <a:cs typeface="DejaVu Serif"/>
              </a:defRPr>
            </a:lvl8pPr>
            <a:lvl9pPr algn="l">
              <a:defRPr sz="1650" b="1">
                <a:solidFill>
                  <a:srgbClr val="162C45"/>
                </a:solidFill>
                <a:latin typeface="DejaVu Serif"/>
                <a:ea typeface="DejaVu Serif"/>
                <a:cs typeface="DejaVu Serif"/>
              </a:defRPr>
            </a:lvl9pPr>
          </a:lstStyle>
          <a:p xmlns:a="http://schemas.openxmlformats.org/drawingml/2006/main">
            <a:pPr algn="l">
              <a:defRPr sz="1650" b="1">
                <a:solidFill>
                  <a:srgbClr val="162C45"/>
                </a:solidFill>
                <a:latin typeface="DejaVu Serif"/>
                <a:ea typeface="DejaVu Serif"/>
                <a:cs typeface="DejaVu Serif"/>
              </a:defRPr>
            </a:pPr>
            <a:r>
              <a:rPr sz="1650" b="1">
                <a:solidFill>
                  <a:srgbClr val="162C45"/>
                </a:solidFill>
                <a:latin typeface="DejaVu Serif"/>
                <a:ea typeface="DejaVu Serif"/>
                <a:cs typeface="DejaVu Serif"/>
              </a:rPr>
              <a:t>Manual Authoring</a:t>
            </a:r>
          </a:p>
        </p:txBody>
      </p:sp>
      <p:sp>
        <p:nvSpPr>
          <p:cNvPr id="13" name="text-103">
            <a:extLst xmlns:a="http://schemas.openxmlformats.org/drawingml/2006/main">
              <a:ext uri="{FF2B5EF4-FFF2-40B4-BE49-F238E27FC236}">
                <a16:creationId xmlns:a16="http://schemas.microsoft.com/office/drawing/2014/main" id="{B645A0FA-F4C2-4B3B-843D-D75626A36976}"/>
              </a:ext>
            </a:extLst>
          </p:cNvPr>
          <p:cNvSpPr>
            <a:spLocks xmlns:a="http://schemas.openxmlformats.org/drawingml/2006/main" noGrp="1"/>
          </p:cNvSpPr>
          <p:nvPr/>
        </p:nvSpPr>
        <p:spPr>
          <a:xfrm xmlns:a="http://schemas.openxmlformats.org/drawingml/2006/main">
            <a:off x="838200" y="4324350"/>
            <a:ext cx="2143125"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354A5F"/>
                </a:solidFill>
                <a:latin typeface="DejaVu Sans"/>
                <a:ea typeface="DejaVu Sans"/>
                <a:cs typeface="DejaVu Sans"/>
              </a:defRPr>
            </a:defPPr>
            <a:lvl1pPr algn="l">
              <a:defRPr sz="1500" b="0">
                <a:solidFill>
                  <a:srgbClr val="354A5F"/>
                </a:solidFill>
                <a:latin typeface="DejaVu Sans"/>
                <a:ea typeface="DejaVu Sans"/>
                <a:cs typeface="DejaVu Sans"/>
              </a:defRPr>
            </a:lvl1pPr>
            <a:lvl2pPr algn="l">
              <a:defRPr sz="1500" b="0">
                <a:solidFill>
                  <a:srgbClr val="354A5F"/>
                </a:solidFill>
                <a:latin typeface="DejaVu Sans"/>
                <a:ea typeface="DejaVu Sans"/>
                <a:cs typeface="DejaVu Sans"/>
              </a:defRPr>
            </a:lvl2pPr>
            <a:lvl3pPr algn="l">
              <a:defRPr sz="1500" b="0">
                <a:solidFill>
                  <a:srgbClr val="354A5F"/>
                </a:solidFill>
                <a:latin typeface="DejaVu Sans"/>
                <a:ea typeface="DejaVu Sans"/>
                <a:cs typeface="DejaVu Sans"/>
              </a:defRPr>
            </a:lvl3pPr>
            <a:lvl4pPr algn="l">
              <a:defRPr sz="1500" b="0">
                <a:solidFill>
                  <a:srgbClr val="354A5F"/>
                </a:solidFill>
                <a:latin typeface="DejaVu Sans"/>
                <a:ea typeface="DejaVu Sans"/>
                <a:cs typeface="DejaVu Sans"/>
              </a:defRPr>
            </a:lvl4pPr>
            <a:lvl5pPr algn="l">
              <a:defRPr sz="1500" b="0">
                <a:solidFill>
                  <a:srgbClr val="354A5F"/>
                </a:solidFill>
                <a:latin typeface="DejaVu Sans"/>
                <a:ea typeface="DejaVu Sans"/>
                <a:cs typeface="DejaVu Sans"/>
              </a:defRPr>
            </a:lvl5pPr>
            <a:lvl6pPr algn="l">
              <a:defRPr sz="1500" b="0">
                <a:solidFill>
                  <a:srgbClr val="354A5F"/>
                </a:solidFill>
                <a:latin typeface="DejaVu Sans"/>
                <a:ea typeface="DejaVu Sans"/>
                <a:cs typeface="DejaVu Sans"/>
              </a:defRPr>
            </a:lvl6pPr>
            <a:lvl7pPr algn="l">
              <a:defRPr sz="1500" b="0">
                <a:solidFill>
                  <a:srgbClr val="354A5F"/>
                </a:solidFill>
                <a:latin typeface="DejaVu Sans"/>
                <a:ea typeface="DejaVu Sans"/>
                <a:cs typeface="DejaVu Sans"/>
              </a:defRPr>
            </a:lvl7pPr>
            <a:lvl8pPr algn="l">
              <a:defRPr sz="1500" b="0">
                <a:solidFill>
                  <a:srgbClr val="354A5F"/>
                </a:solidFill>
                <a:latin typeface="DejaVu Sans"/>
                <a:ea typeface="DejaVu Sans"/>
                <a:cs typeface="DejaVu Sans"/>
              </a:defRPr>
            </a:lvl8pPr>
            <a:lvl9pPr algn="l">
              <a:defRPr sz="1500" b="0">
                <a:solidFill>
                  <a:srgbClr val="354A5F"/>
                </a:solidFill>
                <a:latin typeface="DejaVu Sans"/>
                <a:ea typeface="DejaVu Sans"/>
                <a:cs typeface="DejaVu Sans"/>
              </a:defRPr>
            </a:lvl9pPr>
          </a:lstStyle>
          <a:p xmlns:a="http://schemas.openxmlformats.org/drawingml/2006/main">
            <a:pPr algn="l">
              <a:defRPr sz="1500" b="0">
                <a:solidFill>
                  <a:srgbClr val="354A5F"/>
                </a:solidFill>
                <a:latin typeface="DejaVu Sans"/>
                <a:ea typeface="DejaVu Sans"/>
                <a:cs typeface="DejaVu Sans"/>
              </a:defRPr>
            </a:pPr>
            <a:r>
              <a:rPr sz="1500" b="0">
                <a:solidFill>
                  <a:srgbClr val="354A5F"/>
                </a:solidFill>
                <a:latin typeface="DejaVu Sans"/>
                <a:ea typeface="DejaVu Sans"/>
                <a:cs typeface="DejaVu Sans"/>
              </a:rPr>
              <a:t>Engineers repeatedly inspect tables and write SQL checks.</a:t>
            </a:r>
          </a:p>
        </p:txBody>
      </p:sp>
      <p:sp>
        <p:nvSpPr>
          <p:cNvPr id="14" name="panel-104">
            <a:extLst xmlns:a="http://schemas.openxmlformats.org/drawingml/2006/main">
              <a:ext uri="{FF2B5EF4-FFF2-40B4-BE49-F238E27FC236}">
                <a16:creationId xmlns:a16="http://schemas.microsoft.com/office/drawing/2014/main" id="{5F31BE79-C7BC-4941-A9D4-E2997EFFCD77}"/>
              </a:ext>
            </a:extLst>
          </p:cNvPr>
          <p:cNvSpPr>
            <a:spLocks xmlns:a="http://schemas.openxmlformats.org/drawingml/2006/main" noGrp="1"/>
          </p:cNvSpPr>
          <p:nvPr/>
        </p:nvSpPr>
        <p:spPr>
          <a:xfrm xmlns:a="http://schemas.openxmlformats.org/drawingml/2006/main">
            <a:off x="3400425" y="3333750"/>
            <a:ext cx="2600325" cy="2305050"/>
          </a:xfrm>
          <a:prstGeom xmlns:a="http://schemas.openxmlformats.org/drawingml/2006/main" prst="roundRect">
            <a:avLst>
              <a:gd name="adj" fmla="val 5785"/>
            </a:avLst>
          </a:prstGeom>
          <a:solidFill xmlns:a="http://schemas.openxmlformats.org/drawingml/2006/main">
            <a:srgbClr val="F2F7FA"/>
          </a:solidFill>
          <a:ln xmlns:a="http://schemas.openxmlformats.org/drawingml/2006/main" w="9525">
            <a:solidFill>
              <a:srgbClr val="D9E5EC"/>
            </a:solidFill>
            <a:prstDash val="solid"/>
          </a:ln>
        </p:spPr>
      </p:sp>
      <p:sp>
        <p:nvSpPr>
          <p:cNvPr id="15" name="panel-105">
            <a:extLst xmlns:a="http://schemas.openxmlformats.org/drawingml/2006/main">
              <a:ext uri="{FF2B5EF4-FFF2-40B4-BE49-F238E27FC236}">
                <a16:creationId xmlns:a16="http://schemas.microsoft.com/office/drawing/2014/main" id="{AD02F8BE-DE73-4F0E-9920-CB83C1EC9D65}"/>
              </a:ext>
            </a:extLst>
          </p:cNvPr>
          <p:cNvSpPr>
            <a:spLocks xmlns:a="http://schemas.openxmlformats.org/drawingml/2006/main" noGrp="1"/>
          </p:cNvSpPr>
          <p:nvPr/>
        </p:nvSpPr>
        <p:spPr>
          <a:xfrm xmlns:a="http://schemas.openxmlformats.org/drawingml/2006/main">
            <a:off x="3629025" y="3562350"/>
            <a:ext cx="495300" cy="495300"/>
          </a:xfrm>
          <a:prstGeom xmlns:a="http://schemas.openxmlformats.org/drawingml/2006/main" prst="roundRect">
            <a:avLst>
              <a:gd name="adj" fmla="val 50000"/>
            </a:avLst>
          </a:prstGeom>
          <a:solidFill xmlns:a="http://schemas.openxmlformats.org/drawingml/2006/main">
            <a:srgbClr val="247E91"/>
          </a:solidFill>
          <a:ln xmlns:a="http://schemas.openxmlformats.org/drawingml/2006/main" w="0">
            <a:noFill/>
            <a:prstDash val="solid"/>
          </a:ln>
        </p:spPr>
      </p:sp>
      <p:pic>
        <p:nvPicPr>
          <p:cNvPr id="16" name="">
            <a:extLst xmlns:a="http://schemas.openxmlformats.org/drawingml/2006/main">
              <a:ext uri="{FF2B5EF4-FFF2-40B4-BE49-F238E27FC236}">
                <a16:creationId xmlns:a16="http://schemas.microsoft.com/office/drawing/2014/main" id="{CAE92691-83FB-498D-8E2B-CE1D7AB23F60}"/>
              </a:ext>
            </a:extLst>
          </p:cNvPr>
          <p:cNvPicPr>
            <a:picLocks xmlns:a="http://schemas.openxmlformats.org/drawingml/2006/main" noChangeAspect="1"/>
          </p:cNvPicPr>
          <p:nvPr/>
        </p:nvPicPr>
        <p:blipFill>
          <a:blip xmlns:r="http://schemas.openxmlformats.org/officeDocument/2006/relationships" xmlns:a="http://schemas.openxmlformats.org/drawingml/2006/main" r:embed="R63f909788c194ca1">
            <a:extLst>
              <a:ext uri="{96DAC541-7B7A-43D3-8B79-37D633B846F1}">
                <asvg:svgBlip xmlns:asvg="http://schemas.microsoft.com/office/drawing/2016/SVG/main" r:embed="R0995f3577f4644d3"/>
              </a:ext>
            </a:extLst>
          </a:blip>
          <a:stretch xmlns:a="http://schemas.openxmlformats.org/drawingml/2006/main"/>
        </p:blipFill>
        <p:spPr>
          <a:xfrm xmlns:a="http://schemas.openxmlformats.org/drawingml/2006/main">
            <a:off x="3747897" y="3681222"/>
            <a:ext cx="257556" cy="257556"/>
          </a:xfrm>
          <a:prstGeom xmlns:a="http://schemas.openxmlformats.org/drawingml/2006/main" prst="rect">
            <a:avLst/>
          </a:prstGeom>
        </p:spPr>
      </p:pic>
      <p:sp>
        <p:nvSpPr>
          <p:cNvPr id="17" name="text-106">
            <a:extLst xmlns:a="http://schemas.openxmlformats.org/drawingml/2006/main">
              <a:ext uri="{FF2B5EF4-FFF2-40B4-BE49-F238E27FC236}">
                <a16:creationId xmlns:a16="http://schemas.microsoft.com/office/drawing/2014/main" id="{ECA9C905-2170-4474-92C3-2956883961D5}"/>
              </a:ext>
            </a:extLst>
          </p:cNvPr>
          <p:cNvSpPr>
            <a:spLocks xmlns:a="http://schemas.openxmlformats.org/drawingml/2006/main" noGrp="1"/>
          </p:cNvSpPr>
          <p:nvPr/>
        </p:nvSpPr>
        <p:spPr>
          <a:xfrm xmlns:a="http://schemas.openxmlformats.org/drawingml/2006/main">
            <a:off x="4276725" y="3571875"/>
            <a:ext cx="14954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162C45"/>
                </a:solidFill>
                <a:latin typeface="DejaVu Serif"/>
                <a:ea typeface="DejaVu Serif"/>
                <a:cs typeface="DejaVu Serif"/>
              </a:defRPr>
            </a:defPPr>
            <a:lvl1pPr algn="l">
              <a:defRPr sz="1650" b="1">
                <a:solidFill>
                  <a:srgbClr val="162C45"/>
                </a:solidFill>
                <a:latin typeface="DejaVu Serif"/>
                <a:ea typeface="DejaVu Serif"/>
                <a:cs typeface="DejaVu Serif"/>
              </a:defRPr>
            </a:lvl1pPr>
            <a:lvl2pPr algn="l">
              <a:defRPr sz="1650" b="1">
                <a:solidFill>
                  <a:srgbClr val="162C45"/>
                </a:solidFill>
                <a:latin typeface="DejaVu Serif"/>
                <a:ea typeface="DejaVu Serif"/>
                <a:cs typeface="DejaVu Serif"/>
              </a:defRPr>
            </a:lvl2pPr>
            <a:lvl3pPr algn="l">
              <a:defRPr sz="1650" b="1">
                <a:solidFill>
                  <a:srgbClr val="162C45"/>
                </a:solidFill>
                <a:latin typeface="DejaVu Serif"/>
                <a:ea typeface="DejaVu Serif"/>
                <a:cs typeface="DejaVu Serif"/>
              </a:defRPr>
            </a:lvl3pPr>
            <a:lvl4pPr algn="l">
              <a:defRPr sz="1650" b="1">
                <a:solidFill>
                  <a:srgbClr val="162C45"/>
                </a:solidFill>
                <a:latin typeface="DejaVu Serif"/>
                <a:ea typeface="DejaVu Serif"/>
                <a:cs typeface="DejaVu Serif"/>
              </a:defRPr>
            </a:lvl4pPr>
            <a:lvl5pPr algn="l">
              <a:defRPr sz="1650" b="1">
                <a:solidFill>
                  <a:srgbClr val="162C45"/>
                </a:solidFill>
                <a:latin typeface="DejaVu Serif"/>
                <a:ea typeface="DejaVu Serif"/>
                <a:cs typeface="DejaVu Serif"/>
              </a:defRPr>
            </a:lvl5pPr>
            <a:lvl6pPr algn="l">
              <a:defRPr sz="1650" b="1">
                <a:solidFill>
                  <a:srgbClr val="162C45"/>
                </a:solidFill>
                <a:latin typeface="DejaVu Serif"/>
                <a:ea typeface="DejaVu Serif"/>
                <a:cs typeface="DejaVu Serif"/>
              </a:defRPr>
            </a:lvl6pPr>
            <a:lvl7pPr algn="l">
              <a:defRPr sz="1650" b="1">
                <a:solidFill>
                  <a:srgbClr val="162C45"/>
                </a:solidFill>
                <a:latin typeface="DejaVu Serif"/>
                <a:ea typeface="DejaVu Serif"/>
                <a:cs typeface="DejaVu Serif"/>
              </a:defRPr>
            </a:lvl7pPr>
            <a:lvl8pPr algn="l">
              <a:defRPr sz="1650" b="1">
                <a:solidFill>
                  <a:srgbClr val="162C45"/>
                </a:solidFill>
                <a:latin typeface="DejaVu Serif"/>
                <a:ea typeface="DejaVu Serif"/>
                <a:cs typeface="DejaVu Serif"/>
              </a:defRPr>
            </a:lvl8pPr>
            <a:lvl9pPr algn="l">
              <a:defRPr sz="1650" b="1">
                <a:solidFill>
                  <a:srgbClr val="162C45"/>
                </a:solidFill>
                <a:latin typeface="DejaVu Serif"/>
                <a:ea typeface="DejaVu Serif"/>
                <a:cs typeface="DejaVu Serif"/>
              </a:defRPr>
            </a:lvl9pPr>
          </a:lstStyle>
          <a:p xmlns:a="http://schemas.openxmlformats.org/drawingml/2006/main">
            <a:pPr algn="l">
              <a:defRPr sz="1650" b="1">
                <a:solidFill>
                  <a:srgbClr val="162C45"/>
                </a:solidFill>
                <a:latin typeface="DejaVu Serif"/>
                <a:ea typeface="DejaVu Serif"/>
                <a:cs typeface="DejaVu Serif"/>
              </a:defRPr>
            </a:pPr>
            <a:r>
              <a:rPr sz="1650" b="1">
                <a:solidFill>
                  <a:srgbClr val="162C45"/>
                </a:solidFill>
                <a:latin typeface="DejaVu Serif"/>
                <a:ea typeface="DejaVu Serif"/>
                <a:cs typeface="DejaVu Serif"/>
              </a:rPr>
              <a:t>Context Gaps</a:t>
            </a:r>
          </a:p>
        </p:txBody>
      </p:sp>
      <p:sp>
        <p:nvSpPr>
          <p:cNvPr id="18" name="text-107">
            <a:extLst xmlns:a="http://schemas.openxmlformats.org/drawingml/2006/main">
              <a:ext uri="{FF2B5EF4-FFF2-40B4-BE49-F238E27FC236}">
                <a16:creationId xmlns:a16="http://schemas.microsoft.com/office/drawing/2014/main" id="{5B71B8D0-EF4D-4E21-B68B-C22D5E249CC1}"/>
              </a:ext>
            </a:extLst>
          </p:cNvPr>
          <p:cNvSpPr>
            <a:spLocks xmlns:a="http://schemas.openxmlformats.org/drawingml/2006/main" noGrp="1"/>
          </p:cNvSpPr>
          <p:nvPr/>
        </p:nvSpPr>
        <p:spPr>
          <a:xfrm xmlns:a="http://schemas.openxmlformats.org/drawingml/2006/main">
            <a:off x="3629025" y="4324350"/>
            <a:ext cx="2143125"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354A5F"/>
                </a:solidFill>
                <a:latin typeface="DejaVu Sans"/>
                <a:ea typeface="DejaVu Sans"/>
                <a:cs typeface="DejaVu Sans"/>
              </a:defRPr>
            </a:defPPr>
            <a:lvl1pPr algn="l">
              <a:defRPr sz="1500" b="0">
                <a:solidFill>
                  <a:srgbClr val="354A5F"/>
                </a:solidFill>
                <a:latin typeface="DejaVu Sans"/>
                <a:ea typeface="DejaVu Sans"/>
                <a:cs typeface="DejaVu Sans"/>
              </a:defRPr>
            </a:lvl1pPr>
            <a:lvl2pPr algn="l">
              <a:defRPr sz="1500" b="0">
                <a:solidFill>
                  <a:srgbClr val="354A5F"/>
                </a:solidFill>
                <a:latin typeface="DejaVu Sans"/>
                <a:ea typeface="DejaVu Sans"/>
                <a:cs typeface="DejaVu Sans"/>
              </a:defRPr>
            </a:lvl2pPr>
            <a:lvl3pPr algn="l">
              <a:defRPr sz="1500" b="0">
                <a:solidFill>
                  <a:srgbClr val="354A5F"/>
                </a:solidFill>
                <a:latin typeface="DejaVu Sans"/>
                <a:ea typeface="DejaVu Sans"/>
                <a:cs typeface="DejaVu Sans"/>
              </a:defRPr>
            </a:lvl3pPr>
            <a:lvl4pPr algn="l">
              <a:defRPr sz="1500" b="0">
                <a:solidFill>
                  <a:srgbClr val="354A5F"/>
                </a:solidFill>
                <a:latin typeface="DejaVu Sans"/>
                <a:ea typeface="DejaVu Sans"/>
                <a:cs typeface="DejaVu Sans"/>
              </a:defRPr>
            </a:lvl4pPr>
            <a:lvl5pPr algn="l">
              <a:defRPr sz="1500" b="0">
                <a:solidFill>
                  <a:srgbClr val="354A5F"/>
                </a:solidFill>
                <a:latin typeface="DejaVu Sans"/>
                <a:ea typeface="DejaVu Sans"/>
                <a:cs typeface="DejaVu Sans"/>
              </a:defRPr>
            </a:lvl5pPr>
            <a:lvl6pPr algn="l">
              <a:defRPr sz="1500" b="0">
                <a:solidFill>
                  <a:srgbClr val="354A5F"/>
                </a:solidFill>
                <a:latin typeface="DejaVu Sans"/>
                <a:ea typeface="DejaVu Sans"/>
                <a:cs typeface="DejaVu Sans"/>
              </a:defRPr>
            </a:lvl6pPr>
            <a:lvl7pPr algn="l">
              <a:defRPr sz="1500" b="0">
                <a:solidFill>
                  <a:srgbClr val="354A5F"/>
                </a:solidFill>
                <a:latin typeface="DejaVu Sans"/>
                <a:ea typeface="DejaVu Sans"/>
                <a:cs typeface="DejaVu Sans"/>
              </a:defRPr>
            </a:lvl7pPr>
            <a:lvl8pPr algn="l">
              <a:defRPr sz="1500" b="0">
                <a:solidFill>
                  <a:srgbClr val="354A5F"/>
                </a:solidFill>
                <a:latin typeface="DejaVu Sans"/>
                <a:ea typeface="DejaVu Sans"/>
                <a:cs typeface="DejaVu Sans"/>
              </a:defRPr>
            </a:lvl8pPr>
            <a:lvl9pPr algn="l">
              <a:defRPr sz="1500" b="0">
                <a:solidFill>
                  <a:srgbClr val="354A5F"/>
                </a:solidFill>
                <a:latin typeface="DejaVu Sans"/>
                <a:ea typeface="DejaVu Sans"/>
                <a:cs typeface="DejaVu Sans"/>
              </a:defRPr>
            </a:lvl9pPr>
          </a:lstStyle>
          <a:p xmlns:a="http://schemas.openxmlformats.org/drawingml/2006/main">
            <a:pPr algn="l">
              <a:defRPr sz="1500" b="0">
                <a:solidFill>
                  <a:srgbClr val="354A5F"/>
                </a:solidFill>
                <a:latin typeface="DejaVu Sans"/>
                <a:ea typeface="DejaVu Sans"/>
                <a:cs typeface="DejaVu Sans"/>
              </a:defRPr>
            </a:pPr>
            <a:r>
              <a:rPr sz="1500" b="0">
                <a:solidFill>
                  <a:srgbClr val="354A5F"/>
                </a:solidFill>
                <a:latin typeface="DejaVu Sans"/>
                <a:ea typeface="DejaVu Sans"/>
                <a:cs typeface="DejaVu Sans"/>
              </a:rPr>
              <a:t>Useful constraints depend on what each field represents.</a:t>
            </a:r>
          </a:p>
        </p:txBody>
      </p:sp>
      <p:sp>
        <p:nvSpPr>
          <p:cNvPr id="19" name="panel-108">
            <a:extLst xmlns:a="http://schemas.openxmlformats.org/drawingml/2006/main">
              <a:ext uri="{FF2B5EF4-FFF2-40B4-BE49-F238E27FC236}">
                <a16:creationId xmlns:a16="http://schemas.microsoft.com/office/drawing/2014/main" id="{B17822A7-FB1B-4ED4-A935-972FE982B2BB}"/>
              </a:ext>
            </a:extLst>
          </p:cNvPr>
          <p:cNvSpPr>
            <a:spLocks xmlns:a="http://schemas.openxmlformats.org/drawingml/2006/main" noGrp="1"/>
          </p:cNvSpPr>
          <p:nvPr/>
        </p:nvSpPr>
        <p:spPr>
          <a:xfrm xmlns:a="http://schemas.openxmlformats.org/drawingml/2006/main">
            <a:off x="6191250" y="3333750"/>
            <a:ext cx="2600325" cy="2305050"/>
          </a:xfrm>
          <a:prstGeom xmlns:a="http://schemas.openxmlformats.org/drawingml/2006/main" prst="roundRect">
            <a:avLst>
              <a:gd name="adj" fmla="val 5785"/>
            </a:avLst>
          </a:prstGeom>
          <a:solidFill xmlns:a="http://schemas.openxmlformats.org/drawingml/2006/main">
            <a:srgbClr val="F2F7FA"/>
          </a:solidFill>
          <a:ln xmlns:a="http://schemas.openxmlformats.org/drawingml/2006/main" w="9525">
            <a:solidFill>
              <a:srgbClr val="D9E5EC"/>
            </a:solidFill>
            <a:prstDash val="solid"/>
          </a:ln>
        </p:spPr>
      </p:sp>
      <p:sp>
        <p:nvSpPr>
          <p:cNvPr id="20" name="panel-109">
            <a:extLst xmlns:a="http://schemas.openxmlformats.org/drawingml/2006/main">
              <a:ext uri="{FF2B5EF4-FFF2-40B4-BE49-F238E27FC236}">
                <a16:creationId xmlns:a16="http://schemas.microsoft.com/office/drawing/2014/main" id="{C16D5962-0D28-4C94-8B41-A28822EF3B31}"/>
              </a:ext>
            </a:extLst>
          </p:cNvPr>
          <p:cNvSpPr>
            <a:spLocks xmlns:a="http://schemas.openxmlformats.org/drawingml/2006/main" noGrp="1"/>
          </p:cNvSpPr>
          <p:nvPr/>
        </p:nvSpPr>
        <p:spPr>
          <a:xfrm xmlns:a="http://schemas.openxmlformats.org/drawingml/2006/main">
            <a:off x="6419850" y="3562350"/>
            <a:ext cx="495300" cy="495300"/>
          </a:xfrm>
          <a:prstGeom xmlns:a="http://schemas.openxmlformats.org/drawingml/2006/main" prst="roundRect">
            <a:avLst>
              <a:gd name="adj" fmla="val 50000"/>
            </a:avLst>
          </a:prstGeom>
          <a:solidFill xmlns:a="http://schemas.openxmlformats.org/drawingml/2006/main">
            <a:srgbClr val="247E91"/>
          </a:solidFill>
          <a:ln xmlns:a="http://schemas.openxmlformats.org/drawingml/2006/main" w="0">
            <a:noFill/>
            <a:prstDash val="solid"/>
          </a:ln>
        </p:spPr>
      </p:sp>
      <p:pic>
        <p:nvPicPr>
          <p:cNvPr id="21" name="">
            <a:extLst xmlns:a="http://schemas.openxmlformats.org/drawingml/2006/main">
              <a:ext uri="{FF2B5EF4-FFF2-40B4-BE49-F238E27FC236}">
                <a16:creationId xmlns:a16="http://schemas.microsoft.com/office/drawing/2014/main" id="{C53F4FEB-AB93-4589-842C-7D807839B7D5}"/>
              </a:ext>
            </a:extLst>
          </p:cNvPr>
          <p:cNvPicPr>
            <a:picLocks xmlns:a="http://schemas.openxmlformats.org/drawingml/2006/main" noChangeAspect="1"/>
          </p:cNvPicPr>
          <p:nvPr/>
        </p:nvPicPr>
        <p:blipFill>
          <a:blip xmlns:r="http://schemas.openxmlformats.org/officeDocument/2006/relationships" xmlns:a="http://schemas.openxmlformats.org/drawingml/2006/main" r:embed="R71511ec3b9284e61">
            <a:extLst>
              <a:ext uri="{96DAC541-7B7A-43D3-8B79-37D633B846F1}">
                <asvg:svgBlip xmlns:asvg="http://schemas.microsoft.com/office/drawing/2016/SVG/main" r:embed="R208709c8a9984457"/>
              </a:ext>
            </a:extLst>
          </a:blip>
          <a:stretch xmlns:a="http://schemas.openxmlformats.org/drawingml/2006/main"/>
        </p:blipFill>
        <p:spPr>
          <a:xfrm xmlns:a="http://schemas.openxmlformats.org/drawingml/2006/main">
            <a:off x="6538722" y="3681222"/>
            <a:ext cx="257556" cy="257556"/>
          </a:xfrm>
          <a:prstGeom xmlns:a="http://schemas.openxmlformats.org/drawingml/2006/main" prst="rect">
            <a:avLst/>
          </a:prstGeom>
        </p:spPr>
      </p:pic>
      <p:sp>
        <p:nvSpPr>
          <p:cNvPr id="22" name="text-110">
            <a:extLst xmlns:a="http://schemas.openxmlformats.org/drawingml/2006/main">
              <a:ext uri="{FF2B5EF4-FFF2-40B4-BE49-F238E27FC236}">
                <a16:creationId xmlns:a16="http://schemas.microsoft.com/office/drawing/2014/main" id="{FF1CF67F-99DA-42DD-9645-793F2FEC5A19}"/>
              </a:ext>
            </a:extLst>
          </p:cNvPr>
          <p:cNvSpPr>
            <a:spLocks xmlns:a="http://schemas.openxmlformats.org/drawingml/2006/main" noGrp="1"/>
          </p:cNvSpPr>
          <p:nvPr/>
        </p:nvSpPr>
        <p:spPr>
          <a:xfrm xmlns:a="http://schemas.openxmlformats.org/drawingml/2006/main">
            <a:off x="7067550" y="3571875"/>
            <a:ext cx="14954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162C45"/>
                </a:solidFill>
                <a:latin typeface="DejaVu Serif"/>
                <a:ea typeface="DejaVu Serif"/>
                <a:cs typeface="DejaVu Serif"/>
              </a:defRPr>
            </a:defPPr>
            <a:lvl1pPr algn="l">
              <a:defRPr sz="1650" b="1">
                <a:solidFill>
                  <a:srgbClr val="162C45"/>
                </a:solidFill>
                <a:latin typeface="DejaVu Serif"/>
                <a:ea typeface="DejaVu Serif"/>
                <a:cs typeface="DejaVu Serif"/>
              </a:defRPr>
            </a:lvl1pPr>
            <a:lvl2pPr algn="l">
              <a:defRPr sz="1650" b="1">
                <a:solidFill>
                  <a:srgbClr val="162C45"/>
                </a:solidFill>
                <a:latin typeface="DejaVu Serif"/>
                <a:ea typeface="DejaVu Serif"/>
                <a:cs typeface="DejaVu Serif"/>
              </a:defRPr>
            </a:lvl2pPr>
            <a:lvl3pPr algn="l">
              <a:defRPr sz="1650" b="1">
                <a:solidFill>
                  <a:srgbClr val="162C45"/>
                </a:solidFill>
                <a:latin typeface="DejaVu Serif"/>
                <a:ea typeface="DejaVu Serif"/>
                <a:cs typeface="DejaVu Serif"/>
              </a:defRPr>
            </a:lvl3pPr>
            <a:lvl4pPr algn="l">
              <a:defRPr sz="1650" b="1">
                <a:solidFill>
                  <a:srgbClr val="162C45"/>
                </a:solidFill>
                <a:latin typeface="DejaVu Serif"/>
                <a:ea typeface="DejaVu Serif"/>
                <a:cs typeface="DejaVu Serif"/>
              </a:defRPr>
            </a:lvl4pPr>
            <a:lvl5pPr algn="l">
              <a:defRPr sz="1650" b="1">
                <a:solidFill>
                  <a:srgbClr val="162C45"/>
                </a:solidFill>
                <a:latin typeface="DejaVu Serif"/>
                <a:ea typeface="DejaVu Serif"/>
                <a:cs typeface="DejaVu Serif"/>
              </a:defRPr>
            </a:lvl5pPr>
            <a:lvl6pPr algn="l">
              <a:defRPr sz="1650" b="1">
                <a:solidFill>
                  <a:srgbClr val="162C45"/>
                </a:solidFill>
                <a:latin typeface="DejaVu Serif"/>
                <a:ea typeface="DejaVu Serif"/>
                <a:cs typeface="DejaVu Serif"/>
              </a:defRPr>
            </a:lvl6pPr>
            <a:lvl7pPr algn="l">
              <a:defRPr sz="1650" b="1">
                <a:solidFill>
                  <a:srgbClr val="162C45"/>
                </a:solidFill>
                <a:latin typeface="DejaVu Serif"/>
                <a:ea typeface="DejaVu Serif"/>
                <a:cs typeface="DejaVu Serif"/>
              </a:defRPr>
            </a:lvl7pPr>
            <a:lvl8pPr algn="l">
              <a:defRPr sz="1650" b="1">
                <a:solidFill>
                  <a:srgbClr val="162C45"/>
                </a:solidFill>
                <a:latin typeface="DejaVu Serif"/>
                <a:ea typeface="DejaVu Serif"/>
                <a:cs typeface="DejaVu Serif"/>
              </a:defRPr>
            </a:lvl8pPr>
            <a:lvl9pPr algn="l">
              <a:defRPr sz="1650" b="1">
                <a:solidFill>
                  <a:srgbClr val="162C45"/>
                </a:solidFill>
                <a:latin typeface="DejaVu Serif"/>
                <a:ea typeface="DejaVu Serif"/>
                <a:cs typeface="DejaVu Serif"/>
              </a:defRPr>
            </a:lvl9pPr>
          </a:lstStyle>
          <a:p xmlns:a="http://schemas.openxmlformats.org/drawingml/2006/main">
            <a:pPr algn="l">
              <a:defRPr sz="1650" b="1">
                <a:solidFill>
                  <a:srgbClr val="162C45"/>
                </a:solidFill>
                <a:latin typeface="DejaVu Serif"/>
                <a:ea typeface="DejaVu Serif"/>
                <a:cs typeface="DejaVu Serif"/>
              </a:defRPr>
            </a:pPr>
            <a:r>
              <a:rPr sz="1650" b="1">
                <a:solidFill>
                  <a:srgbClr val="162C45"/>
                </a:solidFill>
                <a:latin typeface="DejaVu Serif"/>
                <a:ea typeface="DejaVu Serif"/>
                <a:cs typeface="DejaVu Serif"/>
              </a:rPr>
              <a:t>Hidden Links</a:t>
            </a:r>
          </a:p>
        </p:txBody>
      </p:sp>
      <p:sp>
        <p:nvSpPr>
          <p:cNvPr id="23" name="text-111">
            <a:extLst xmlns:a="http://schemas.openxmlformats.org/drawingml/2006/main">
              <a:ext uri="{FF2B5EF4-FFF2-40B4-BE49-F238E27FC236}">
                <a16:creationId xmlns:a16="http://schemas.microsoft.com/office/drawing/2014/main" id="{B8E73CEF-AB53-4096-A335-17F05B754AB1}"/>
              </a:ext>
            </a:extLst>
          </p:cNvPr>
          <p:cNvSpPr>
            <a:spLocks xmlns:a="http://schemas.openxmlformats.org/drawingml/2006/main" noGrp="1"/>
          </p:cNvSpPr>
          <p:nvPr/>
        </p:nvSpPr>
        <p:spPr>
          <a:xfrm xmlns:a="http://schemas.openxmlformats.org/drawingml/2006/main">
            <a:off x="6419850" y="4324350"/>
            <a:ext cx="2143125"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354A5F"/>
                </a:solidFill>
                <a:latin typeface="DejaVu Sans"/>
                <a:ea typeface="DejaVu Sans"/>
                <a:cs typeface="DejaVu Sans"/>
              </a:defRPr>
            </a:defPPr>
            <a:lvl1pPr algn="l">
              <a:defRPr sz="1500" b="0">
                <a:solidFill>
                  <a:srgbClr val="354A5F"/>
                </a:solidFill>
                <a:latin typeface="DejaVu Sans"/>
                <a:ea typeface="DejaVu Sans"/>
                <a:cs typeface="DejaVu Sans"/>
              </a:defRPr>
            </a:lvl1pPr>
            <a:lvl2pPr algn="l">
              <a:defRPr sz="1500" b="0">
                <a:solidFill>
                  <a:srgbClr val="354A5F"/>
                </a:solidFill>
                <a:latin typeface="DejaVu Sans"/>
                <a:ea typeface="DejaVu Sans"/>
                <a:cs typeface="DejaVu Sans"/>
              </a:defRPr>
            </a:lvl2pPr>
            <a:lvl3pPr algn="l">
              <a:defRPr sz="1500" b="0">
                <a:solidFill>
                  <a:srgbClr val="354A5F"/>
                </a:solidFill>
                <a:latin typeface="DejaVu Sans"/>
                <a:ea typeface="DejaVu Sans"/>
                <a:cs typeface="DejaVu Sans"/>
              </a:defRPr>
            </a:lvl3pPr>
            <a:lvl4pPr algn="l">
              <a:defRPr sz="1500" b="0">
                <a:solidFill>
                  <a:srgbClr val="354A5F"/>
                </a:solidFill>
                <a:latin typeface="DejaVu Sans"/>
                <a:ea typeface="DejaVu Sans"/>
                <a:cs typeface="DejaVu Sans"/>
              </a:defRPr>
            </a:lvl4pPr>
            <a:lvl5pPr algn="l">
              <a:defRPr sz="1500" b="0">
                <a:solidFill>
                  <a:srgbClr val="354A5F"/>
                </a:solidFill>
                <a:latin typeface="DejaVu Sans"/>
                <a:ea typeface="DejaVu Sans"/>
                <a:cs typeface="DejaVu Sans"/>
              </a:defRPr>
            </a:lvl5pPr>
            <a:lvl6pPr algn="l">
              <a:defRPr sz="1500" b="0">
                <a:solidFill>
                  <a:srgbClr val="354A5F"/>
                </a:solidFill>
                <a:latin typeface="DejaVu Sans"/>
                <a:ea typeface="DejaVu Sans"/>
                <a:cs typeface="DejaVu Sans"/>
              </a:defRPr>
            </a:lvl6pPr>
            <a:lvl7pPr algn="l">
              <a:defRPr sz="1500" b="0">
                <a:solidFill>
                  <a:srgbClr val="354A5F"/>
                </a:solidFill>
                <a:latin typeface="DejaVu Sans"/>
                <a:ea typeface="DejaVu Sans"/>
                <a:cs typeface="DejaVu Sans"/>
              </a:defRPr>
            </a:lvl7pPr>
            <a:lvl8pPr algn="l">
              <a:defRPr sz="1500" b="0">
                <a:solidFill>
                  <a:srgbClr val="354A5F"/>
                </a:solidFill>
                <a:latin typeface="DejaVu Sans"/>
                <a:ea typeface="DejaVu Sans"/>
                <a:cs typeface="DejaVu Sans"/>
              </a:defRPr>
            </a:lvl8pPr>
            <a:lvl9pPr algn="l">
              <a:defRPr sz="1500" b="0">
                <a:solidFill>
                  <a:srgbClr val="354A5F"/>
                </a:solidFill>
                <a:latin typeface="DejaVu Sans"/>
                <a:ea typeface="DejaVu Sans"/>
                <a:cs typeface="DejaVu Sans"/>
              </a:defRPr>
            </a:lvl9pPr>
          </a:lstStyle>
          <a:p xmlns:a="http://schemas.openxmlformats.org/drawingml/2006/main">
            <a:pPr algn="l">
              <a:defRPr sz="1500" b="0">
                <a:solidFill>
                  <a:srgbClr val="354A5F"/>
                </a:solidFill>
                <a:latin typeface="DejaVu Sans"/>
                <a:ea typeface="DejaVu Sans"/>
                <a:cs typeface="DejaVu Sans"/>
              </a:defRPr>
            </a:pPr>
            <a:r>
              <a:rPr sz="1500" b="0">
                <a:solidFill>
                  <a:srgbClr val="354A5F"/>
                </a:solidFill>
                <a:latin typeface="DejaVu Sans"/>
                <a:ea typeface="DejaVu Sans"/>
                <a:cs typeface="DejaVu Sans"/>
              </a:rPr>
              <a:t>Checks across columns and tables are easy to overlook.</a:t>
            </a:r>
          </a:p>
        </p:txBody>
      </p:sp>
      <p:sp>
        <p:nvSpPr>
          <p:cNvPr id="24" name="panel-112">
            <a:extLst xmlns:a="http://schemas.openxmlformats.org/drawingml/2006/main">
              <a:ext uri="{FF2B5EF4-FFF2-40B4-BE49-F238E27FC236}">
                <a16:creationId xmlns:a16="http://schemas.microsoft.com/office/drawing/2014/main" id="{54EB1B5C-CF4F-4E69-BC37-1213212CF5BA}"/>
              </a:ext>
            </a:extLst>
          </p:cNvPr>
          <p:cNvSpPr>
            <a:spLocks xmlns:a="http://schemas.openxmlformats.org/drawingml/2006/main" noGrp="1"/>
          </p:cNvSpPr>
          <p:nvPr/>
        </p:nvSpPr>
        <p:spPr>
          <a:xfrm xmlns:a="http://schemas.openxmlformats.org/drawingml/2006/main">
            <a:off x="8982075" y="3333750"/>
            <a:ext cx="2600325" cy="2305050"/>
          </a:xfrm>
          <a:prstGeom xmlns:a="http://schemas.openxmlformats.org/drawingml/2006/main" prst="roundRect">
            <a:avLst>
              <a:gd name="adj" fmla="val 5785"/>
            </a:avLst>
          </a:prstGeom>
          <a:solidFill xmlns:a="http://schemas.openxmlformats.org/drawingml/2006/main">
            <a:srgbClr val="F2F7FA"/>
          </a:solidFill>
          <a:ln xmlns:a="http://schemas.openxmlformats.org/drawingml/2006/main" w="9525">
            <a:solidFill>
              <a:srgbClr val="D9E5EC"/>
            </a:solidFill>
            <a:prstDash val="solid"/>
          </a:ln>
        </p:spPr>
      </p:sp>
      <p:sp>
        <p:nvSpPr>
          <p:cNvPr id="25" name="panel-113">
            <a:extLst xmlns:a="http://schemas.openxmlformats.org/drawingml/2006/main">
              <a:ext uri="{FF2B5EF4-FFF2-40B4-BE49-F238E27FC236}">
                <a16:creationId xmlns:a16="http://schemas.microsoft.com/office/drawing/2014/main" id="{EF43347E-F9CD-46C6-A751-5EF1FBFCADF6}"/>
              </a:ext>
            </a:extLst>
          </p:cNvPr>
          <p:cNvSpPr>
            <a:spLocks xmlns:a="http://schemas.openxmlformats.org/drawingml/2006/main" noGrp="1"/>
          </p:cNvSpPr>
          <p:nvPr/>
        </p:nvSpPr>
        <p:spPr>
          <a:xfrm xmlns:a="http://schemas.openxmlformats.org/drawingml/2006/main">
            <a:off x="9210675" y="3562350"/>
            <a:ext cx="495300" cy="495300"/>
          </a:xfrm>
          <a:prstGeom xmlns:a="http://schemas.openxmlformats.org/drawingml/2006/main" prst="roundRect">
            <a:avLst>
              <a:gd name="adj" fmla="val 50000"/>
            </a:avLst>
          </a:prstGeom>
          <a:solidFill xmlns:a="http://schemas.openxmlformats.org/drawingml/2006/main">
            <a:srgbClr val="247E91"/>
          </a:solidFill>
          <a:ln xmlns:a="http://schemas.openxmlformats.org/drawingml/2006/main" w="0">
            <a:noFill/>
            <a:prstDash val="solid"/>
          </a:ln>
        </p:spPr>
      </p:sp>
      <p:pic>
        <p:nvPicPr>
          <p:cNvPr id="26" name="">
            <a:extLst xmlns:a="http://schemas.openxmlformats.org/drawingml/2006/main">
              <a:ext uri="{FF2B5EF4-FFF2-40B4-BE49-F238E27FC236}">
                <a16:creationId xmlns:a16="http://schemas.microsoft.com/office/drawing/2014/main" id="{2EF71915-800E-49E0-8648-4B709876ADF8}"/>
              </a:ext>
            </a:extLst>
          </p:cNvPr>
          <p:cNvPicPr>
            <a:picLocks xmlns:a="http://schemas.openxmlformats.org/drawingml/2006/main" noChangeAspect="1"/>
          </p:cNvPicPr>
          <p:nvPr/>
        </p:nvPicPr>
        <p:blipFill>
          <a:blip xmlns:r="http://schemas.openxmlformats.org/officeDocument/2006/relationships" xmlns:a="http://schemas.openxmlformats.org/drawingml/2006/main" r:embed="R3b1791476ae1411e">
            <a:extLst>
              <a:ext uri="{96DAC541-7B7A-43D3-8B79-37D633B846F1}">
                <asvg:svgBlip xmlns:asvg="http://schemas.microsoft.com/office/drawing/2016/SVG/main" r:embed="R322de1ee56734fb4"/>
              </a:ext>
            </a:extLst>
          </a:blip>
          <a:stretch xmlns:a="http://schemas.openxmlformats.org/drawingml/2006/main"/>
        </p:blipFill>
        <p:spPr>
          <a:xfrm xmlns:a="http://schemas.openxmlformats.org/drawingml/2006/main">
            <a:off x="9329547" y="3681222"/>
            <a:ext cx="257556" cy="257556"/>
          </a:xfrm>
          <a:prstGeom xmlns:a="http://schemas.openxmlformats.org/drawingml/2006/main" prst="rect">
            <a:avLst/>
          </a:prstGeom>
        </p:spPr>
      </p:pic>
      <p:sp>
        <p:nvSpPr>
          <p:cNvPr id="27" name="text-114">
            <a:extLst xmlns:a="http://schemas.openxmlformats.org/drawingml/2006/main">
              <a:ext uri="{FF2B5EF4-FFF2-40B4-BE49-F238E27FC236}">
                <a16:creationId xmlns:a16="http://schemas.microsoft.com/office/drawing/2014/main" id="{CCA39372-B23E-4BE8-BBC6-6CC34B32EFD9}"/>
              </a:ext>
            </a:extLst>
          </p:cNvPr>
          <p:cNvSpPr>
            <a:spLocks xmlns:a="http://schemas.openxmlformats.org/drawingml/2006/main" noGrp="1"/>
          </p:cNvSpPr>
          <p:nvPr/>
        </p:nvSpPr>
        <p:spPr>
          <a:xfrm xmlns:a="http://schemas.openxmlformats.org/drawingml/2006/main">
            <a:off x="9858375" y="3571875"/>
            <a:ext cx="14954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162C45"/>
                </a:solidFill>
                <a:latin typeface="DejaVu Serif"/>
                <a:ea typeface="DejaVu Serif"/>
                <a:cs typeface="DejaVu Serif"/>
              </a:defRPr>
            </a:defPPr>
            <a:lvl1pPr algn="l">
              <a:defRPr sz="1650" b="1">
                <a:solidFill>
                  <a:srgbClr val="162C45"/>
                </a:solidFill>
                <a:latin typeface="DejaVu Serif"/>
                <a:ea typeface="DejaVu Serif"/>
                <a:cs typeface="DejaVu Serif"/>
              </a:defRPr>
            </a:lvl1pPr>
            <a:lvl2pPr algn="l">
              <a:defRPr sz="1650" b="1">
                <a:solidFill>
                  <a:srgbClr val="162C45"/>
                </a:solidFill>
                <a:latin typeface="DejaVu Serif"/>
                <a:ea typeface="DejaVu Serif"/>
                <a:cs typeface="DejaVu Serif"/>
              </a:defRPr>
            </a:lvl2pPr>
            <a:lvl3pPr algn="l">
              <a:defRPr sz="1650" b="1">
                <a:solidFill>
                  <a:srgbClr val="162C45"/>
                </a:solidFill>
                <a:latin typeface="DejaVu Serif"/>
                <a:ea typeface="DejaVu Serif"/>
                <a:cs typeface="DejaVu Serif"/>
              </a:defRPr>
            </a:lvl3pPr>
            <a:lvl4pPr algn="l">
              <a:defRPr sz="1650" b="1">
                <a:solidFill>
                  <a:srgbClr val="162C45"/>
                </a:solidFill>
                <a:latin typeface="DejaVu Serif"/>
                <a:ea typeface="DejaVu Serif"/>
                <a:cs typeface="DejaVu Serif"/>
              </a:defRPr>
            </a:lvl4pPr>
            <a:lvl5pPr algn="l">
              <a:defRPr sz="1650" b="1">
                <a:solidFill>
                  <a:srgbClr val="162C45"/>
                </a:solidFill>
                <a:latin typeface="DejaVu Serif"/>
                <a:ea typeface="DejaVu Serif"/>
                <a:cs typeface="DejaVu Serif"/>
              </a:defRPr>
            </a:lvl5pPr>
            <a:lvl6pPr algn="l">
              <a:defRPr sz="1650" b="1">
                <a:solidFill>
                  <a:srgbClr val="162C45"/>
                </a:solidFill>
                <a:latin typeface="DejaVu Serif"/>
                <a:ea typeface="DejaVu Serif"/>
                <a:cs typeface="DejaVu Serif"/>
              </a:defRPr>
            </a:lvl6pPr>
            <a:lvl7pPr algn="l">
              <a:defRPr sz="1650" b="1">
                <a:solidFill>
                  <a:srgbClr val="162C45"/>
                </a:solidFill>
                <a:latin typeface="DejaVu Serif"/>
                <a:ea typeface="DejaVu Serif"/>
                <a:cs typeface="DejaVu Serif"/>
              </a:defRPr>
            </a:lvl7pPr>
            <a:lvl8pPr algn="l">
              <a:defRPr sz="1650" b="1">
                <a:solidFill>
                  <a:srgbClr val="162C45"/>
                </a:solidFill>
                <a:latin typeface="DejaVu Serif"/>
                <a:ea typeface="DejaVu Serif"/>
                <a:cs typeface="DejaVu Serif"/>
              </a:defRPr>
            </a:lvl8pPr>
            <a:lvl9pPr algn="l">
              <a:defRPr sz="1650" b="1">
                <a:solidFill>
                  <a:srgbClr val="162C45"/>
                </a:solidFill>
                <a:latin typeface="DejaVu Serif"/>
                <a:ea typeface="DejaVu Serif"/>
                <a:cs typeface="DejaVu Serif"/>
              </a:defRPr>
            </a:lvl9pPr>
          </a:lstStyle>
          <a:p xmlns:a="http://schemas.openxmlformats.org/drawingml/2006/main">
            <a:pPr algn="l">
              <a:defRPr sz="1650" b="1">
                <a:solidFill>
                  <a:srgbClr val="162C45"/>
                </a:solidFill>
                <a:latin typeface="DejaVu Serif"/>
                <a:ea typeface="DejaVu Serif"/>
                <a:cs typeface="DejaVu Serif"/>
              </a:defRPr>
            </a:pPr>
            <a:r>
              <a:rPr sz="1650" b="1">
                <a:solidFill>
                  <a:srgbClr val="162C45"/>
                </a:solidFill>
                <a:latin typeface="DejaVu Serif"/>
                <a:ea typeface="DejaVu Serif"/>
                <a:cs typeface="DejaVu Serif"/>
              </a:rPr>
              <a:t>Uneven Coverage</a:t>
            </a:r>
          </a:p>
        </p:txBody>
      </p:sp>
      <p:sp>
        <p:nvSpPr>
          <p:cNvPr id="28" name="text-115">
            <a:extLst xmlns:a="http://schemas.openxmlformats.org/drawingml/2006/main">
              <a:ext uri="{FF2B5EF4-FFF2-40B4-BE49-F238E27FC236}">
                <a16:creationId xmlns:a16="http://schemas.microsoft.com/office/drawing/2014/main" id="{255D7610-741F-4F64-9033-E9BC3D619350}"/>
              </a:ext>
            </a:extLst>
          </p:cNvPr>
          <p:cNvSpPr>
            <a:spLocks xmlns:a="http://schemas.openxmlformats.org/drawingml/2006/main" noGrp="1"/>
          </p:cNvSpPr>
          <p:nvPr/>
        </p:nvSpPr>
        <p:spPr>
          <a:xfrm xmlns:a="http://schemas.openxmlformats.org/drawingml/2006/main">
            <a:off x="9210675" y="4324350"/>
            <a:ext cx="2143125"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354A5F"/>
                </a:solidFill>
                <a:latin typeface="DejaVu Sans"/>
                <a:ea typeface="DejaVu Sans"/>
                <a:cs typeface="DejaVu Sans"/>
              </a:defRPr>
            </a:defPPr>
            <a:lvl1pPr algn="l">
              <a:defRPr sz="1500" b="0">
                <a:solidFill>
                  <a:srgbClr val="354A5F"/>
                </a:solidFill>
                <a:latin typeface="DejaVu Sans"/>
                <a:ea typeface="DejaVu Sans"/>
                <a:cs typeface="DejaVu Sans"/>
              </a:defRPr>
            </a:lvl1pPr>
            <a:lvl2pPr algn="l">
              <a:defRPr sz="1500" b="0">
                <a:solidFill>
                  <a:srgbClr val="354A5F"/>
                </a:solidFill>
                <a:latin typeface="DejaVu Sans"/>
                <a:ea typeface="DejaVu Sans"/>
                <a:cs typeface="DejaVu Sans"/>
              </a:defRPr>
            </a:lvl2pPr>
            <a:lvl3pPr algn="l">
              <a:defRPr sz="1500" b="0">
                <a:solidFill>
                  <a:srgbClr val="354A5F"/>
                </a:solidFill>
                <a:latin typeface="DejaVu Sans"/>
                <a:ea typeface="DejaVu Sans"/>
                <a:cs typeface="DejaVu Sans"/>
              </a:defRPr>
            </a:lvl3pPr>
            <a:lvl4pPr algn="l">
              <a:defRPr sz="1500" b="0">
                <a:solidFill>
                  <a:srgbClr val="354A5F"/>
                </a:solidFill>
                <a:latin typeface="DejaVu Sans"/>
                <a:ea typeface="DejaVu Sans"/>
                <a:cs typeface="DejaVu Sans"/>
              </a:defRPr>
            </a:lvl4pPr>
            <a:lvl5pPr algn="l">
              <a:defRPr sz="1500" b="0">
                <a:solidFill>
                  <a:srgbClr val="354A5F"/>
                </a:solidFill>
                <a:latin typeface="DejaVu Sans"/>
                <a:ea typeface="DejaVu Sans"/>
                <a:cs typeface="DejaVu Sans"/>
              </a:defRPr>
            </a:lvl5pPr>
            <a:lvl6pPr algn="l">
              <a:defRPr sz="1500" b="0">
                <a:solidFill>
                  <a:srgbClr val="354A5F"/>
                </a:solidFill>
                <a:latin typeface="DejaVu Sans"/>
                <a:ea typeface="DejaVu Sans"/>
                <a:cs typeface="DejaVu Sans"/>
              </a:defRPr>
            </a:lvl6pPr>
            <a:lvl7pPr algn="l">
              <a:defRPr sz="1500" b="0">
                <a:solidFill>
                  <a:srgbClr val="354A5F"/>
                </a:solidFill>
                <a:latin typeface="DejaVu Sans"/>
                <a:ea typeface="DejaVu Sans"/>
                <a:cs typeface="DejaVu Sans"/>
              </a:defRPr>
            </a:lvl7pPr>
            <a:lvl8pPr algn="l">
              <a:defRPr sz="1500" b="0">
                <a:solidFill>
                  <a:srgbClr val="354A5F"/>
                </a:solidFill>
                <a:latin typeface="DejaVu Sans"/>
                <a:ea typeface="DejaVu Sans"/>
                <a:cs typeface="DejaVu Sans"/>
              </a:defRPr>
            </a:lvl8pPr>
            <a:lvl9pPr algn="l">
              <a:defRPr sz="1500" b="0">
                <a:solidFill>
                  <a:srgbClr val="354A5F"/>
                </a:solidFill>
                <a:latin typeface="DejaVu Sans"/>
                <a:ea typeface="DejaVu Sans"/>
                <a:cs typeface="DejaVu Sans"/>
              </a:defRPr>
            </a:lvl9pPr>
          </a:lstStyle>
          <a:p xmlns:a="http://schemas.openxmlformats.org/drawingml/2006/main">
            <a:pPr algn="l">
              <a:defRPr sz="1500" b="0">
                <a:solidFill>
                  <a:srgbClr val="354A5F"/>
                </a:solidFill>
                <a:latin typeface="DejaVu Sans"/>
                <a:ea typeface="DejaVu Sans"/>
                <a:cs typeface="DejaVu Sans"/>
              </a:defRPr>
            </a:pPr>
            <a:r>
              <a:rPr sz="1500" b="0">
                <a:solidFill>
                  <a:srgbClr val="354A5F"/>
                </a:solidFill>
                <a:latin typeface="DejaVu Sans"/>
                <a:ea typeface="DejaVu Sans"/>
                <a:cs typeface="DejaVu Sans"/>
              </a:rPr>
              <a:t>Different datasets receive different levels of attention.</a:t>
            </a:r>
          </a:p>
        </p:txBody>
      </p:sp>
    </p:spTree>
    <p:extLst>
      <p:ext uri="{BB962C8B-B14F-4D97-AF65-F5344CB8AC3E}">
        <p14:creationId xmlns:p14="http://schemas.microsoft.com/office/powerpoint/2010/main" val="131676124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text-116">
            <a:extLst xmlns:a="http://schemas.openxmlformats.org/drawingml/2006/main">
              <a:ext uri="{FF2B5EF4-FFF2-40B4-BE49-F238E27FC236}">
                <a16:creationId xmlns:a16="http://schemas.microsoft.com/office/drawing/2014/main" id="{E7E569BD-7933-47A0-AD0B-827CDE1A4DC3}"/>
              </a:ext>
            </a:extLst>
          </p:cNvPr>
          <p:cNvSpPr>
            <a:spLocks xmlns:a="http://schemas.openxmlformats.org/drawingml/2006/main" noGrp="1"/>
          </p:cNvSpPr>
          <p:nvPr/>
        </p:nvSpPr>
        <p:spPr>
          <a:xfrm xmlns:a="http://schemas.openxmlformats.org/drawingml/2006/main">
            <a:off x="609600" y="428625"/>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247E91"/>
                </a:solidFill>
                <a:latin typeface="DejaVu Sans"/>
                <a:ea typeface="DejaVu Sans"/>
                <a:cs typeface="DejaVu Sans"/>
              </a:defRPr>
            </a:defPPr>
            <a:lvl1pPr algn="l">
              <a:defRPr sz="1125" b="1">
                <a:solidFill>
                  <a:srgbClr val="247E91"/>
                </a:solidFill>
                <a:latin typeface="DejaVu Sans"/>
                <a:ea typeface="DejaVu Sans"/>
                <a:cs typeface="DejaVu Sans"/>
              </a:defRPr>
            </a:lvl1pPr>
            <a:lvl2pPr algn="l">
              <a:defRPr sz="1125" b="1">
                <a:solidFill>
                  <a:srgbClr val="247E91"/>
                </a:solidFill>
                <a:latin typeface="DejaVu Sans"/>
                <a:ea typeface="DejaVu Sans"/>
                <a:cs typeface="DejaVu Sans"/>
              </a:defRPr>
            </a:lvl2pPr>
            <a:lvl3pPr algn="l">
              <a:defRPr sz="1125" b="1">
                <a:solidFill>
                  <a:srgbClr val="247E91"/>
                </a:solidFill>
                <a:latin typeface="DejaVu Sans"/>
                <a:ea typeface="DejaVu Sans"/>
                <a:cs typeface="DejaVu Sans"/>
              </a:defRPr>
            </a:lvl3pPr>
            <a:lvl4pPr algn="l">
              <a:defRPr sz="1125" b="1">
                <a:solidFill>
                  <a:srgbClr val="247E91"/>
                </a:solidFill>
                <a:latin typeface="DejaVu Sans"/>
                <a:ea typeface="DejaVu Sans"/>
                <a:cs typeface="DejaVu Sans"/>
              </a:defRPr>
            </a:lvl4pPr>
            <a:lvl5pPr algn="l">
              <a:defRPr sz="1125" b="1">
                <a:solidFill>
                  <a:srgbClr val="247E91"/>
                </a:solidFill>
                <a:latin typeface="DejaVu Sans"/>
                <a:ea typeface="DejaVu Sans"/>
                <a:cs typeface="DejaVu Sans"/>
              </a:defRPr>
            </a:lvl5pPr>
            <a:lvl6pPr algn="l">
              <a:defRPr sz="1125" b="1">
                <a:solidFill>
                  <a:srgbClr val="247E91"/>
                </a:solidFill>
                <a:latin typeface="DejaVu Sans"/>
                <a:ea typeface="DejaVu Sans"/>
                <a:cs typeface="DejaVu Sans"/>
              </a:defRPr>
            </a:lvl6pPr>
            <a:lvl7pPr algn="l">
              <a:defRPr sz="1125" b="1">
                <a:solidFill>
                  <a:srgbClr val="247E91"/>
                </a:solidFill>
                <a:latin typeface="DejaVu Sans"/>
                <a:ea typeface="DejaVu Sans"/>
                <a:cs typeface="DejaVu Sans"/>
              </a:defRPr>
            </a:lvl7pPr>
            <a:lvl8pPr algn="l">
              <a:defRPr sz="1125" b="1">
                <a:solidFill>
                  <a:srgbClr val="247E91"/>
                </a:solidFill>
                <a:latin typeface="DejaVu Sans"/>
                <a:ea typeface="DejaVu Sans"/>
                <a:cs typeface="DejaVu Sans"/>
              </a:defRPr>
            </a:lvl8pPr>
            <a:lvl9pPr algn="l">
              <a:defRPr sz="1125" b="1">
                <a:solidFill>
                  <a:srgbClr val="247E91"/>
                </a:solidFill>
                <a:latin typeface="DejaVu Sans"/>
                <a:ea typeface="DejaVu Sans"/>
                <a:cs typeface="DejaVu Sans"/>
              </a:defRPr>
            </a:lvl9pPr>
          </a:lstStyle>
          <a:p xmlns:a="http://schemas.openxmlformats.org/drawingml/2006/main">
            <a:pPr algn="l">
              <a:defRPr sz="1125" b="1">
                <a:solidFill>
                  <a:srgbClr val="247E91"/>
                </a:solidFill>
                <a:latin typeface="DejaVu Sans"/>
                <a:ea typeface="DejaVu Sans"/>
                <a:cs typeface="DejaVu Sans"/>
              </a:defRPr>
            </a:pPr>
            <a:r>
              <a:rPr sz="1125" b="1">
                <a:solidFill>
                  <a:srgbClr val="247E91"/>
                </a:solidFill>
                <a:latin typeface="DejaVu Sans"/>
                <a:ea typeface="DejaVu Sans"/>
                <a:cs typeface="DejaVu Sans"/>
              </a:rPr>
              <a:t>OBJECTIVES</a:t>
            </a:r>
          </a:p>
        </p:txBody>
      </p:sp>
      <p:sp>
        <p:nvSpPr>
          <p:cNvPr id="2" name="text-117">
            <a:extLst xmlns:a="http://schemas.openxmlformats.org/drawingml/2006/main">
              <a:ext uri="{FF2B5EF4-FFF2-40B4-BE49-F238E27FC236}">
                <a16:creationId xmlns:a16="http://schemas.microsoft.com/office/drawing/2014/main" id="{51643E2B-D159-49CA-AB6E-6D9DB868B6E8}"/>
              </a:ext>
            </a:extLst>
          </p:cNvPr>
          <p:cNvSpPr>
            <a:spLocks xmlns:a="http://schemas.openxmlformats.org/drawingml/2006/main" noGrp="1"/>
          </p:cNvSpPr>
          <p:nvPr/>
        </p:nvSpPr>
        <p:spPr>
          <a:xfrm xmlns:a="http://schemas.openxmlformats.org/drawingml/2006/main">
            <a:off x="609600" y="828675"/>
            <a:ext cx="109728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62C45"/>
                </a:solidFill>
                <a:latin typeface="DejaVu Serif"/>
                <a:ea typeface="DejaVu Serif"/>
                <a:cs typeface="DejaVu Serif"/>
              </a:defRPr>
            </a:defPPr>
            <a:lvl1pPr algn="l">
              <a:defRPr sz="2700" b="1">
                <a:solidFill>
                  <a:srgbClr val="162C45"/>
                </a:solidFill>
                <a:latin typeface="DejaVu Serif"/>
                <a:ea typeface="DejaVu Serif"/>
                <a:cs typeface="DejaVu Serif"/>
              </a:defRPr>
            </a:lvl1pPr>
            <a:lvl2pPr algn="l">
              <a:defRPr sz="2700" b="1">
                <a:solidFill>
                  <a:srgbClr val="162C45"/>
                </a:solidFill>
                <a:latin typeface="DejaVu Serif"/>
                <a:ea typeface="DejaVu Serif"/>
                <a:cs typeface="DejaVu Serif"/>
              </a:defRPr>
            </a:lvl2pPr>
            <a:lvl3pPr algn="l">
              <a:defRPr sz="2700" b="1">
                <a:solidFill>
                  <a:srgbClr val="162C45"/>
                </a:solidFill>
                <a:latin typeface="DejaVu Serif"/>
                <a:ea typeface="DejaVu Serif"/>
                <a:cs typeface="DejaVu Serif"/>
              </a:defRPr>
            </a:lvl3pPr>
            <a:lvl4pPr algn="l">
              <a:defRPr sz="2700" b="1">
                <a:solidFill>
                  <a:srgbClr val="162C45"/>
                </a:solidFill>
                <a:latin typeface="DejaVu Serif"/>
                <a:ea typeface="DejaVu Serif"/>
                <a:cs typeface="DejaVu Serif"/>
              </a:defRPr>
            </a:lvl4pPr>
            <a:lvl5pPr algn="l">
              <a:defRPr sz="2700" b="1">
                <a:solidFill>
                  <a:srgbClr val="162C45"/>
                </a:solidFill>
                <a:latin typeface="DejaVu Serif"/>
                <a:ea typeface="DejaVu Serif"/>
                <a:cs typeface="DejaVu Serif"/>
              </a:defRPr>
            </a:lvl5pPr>
            <a:lvl6pPr algn="l">
              <a:defRPr sz="2700" b="1">
                <a:solidFill>
                  <a:srgbClr val="162C45"/>
                </a:solidFill>
                <a:latin typeface="DejaVu Serif"/>
                <a:ea typeface="DejaVu Serif"/>
                <a:cs typeface="DejaVu Serif"/>
              </a:defRPr>
            </a:lvl6pPr>
            <a:lvl7pPr algn="l">
              <a:defRPr sz="2700" b="1">
                <a:solidFill>
                  <a:srgbClr val="162C45"/>
                </a:solidFill>
                <a:latin typeface="DejaVu Serif"/>
                <a:ea typeface="DejaVu Serif"/>
                <a:cs typeface="DejaVu Serif"/>
              </a:defRPr>
            </a:lvl7pPr>
            <a:lvl8pPr algn="l">
              <a:defRPr sz="2700" b="1">
                <a:solidFill>
                  <a:srgbClr val="162C45"/>
                </a:solidFill>
                <a:latin typeface="DejaVu Serif"/>
                <a:ea typeface="DejaVu Serif"/>
                <a:cs typeface="DejaVu Serif"/>
              </a:defRPr>
            </a:lvl8pPr>
            <a:lvl9pPr algn="l">
              <a:defRPr sz="2700" b="1">
                <a:solidFill>
                  <a:srgbClr val="162C45"/>
                </a:solidFill>
                <a:latin typeface="DejaVu Serif"/>
                <a:ea typeface="DejaVu Serif"/>
                <a:cs typeface="DejaVu Serif"/>
              </a:defRPr>
            </a:lvl9pPr>
          </a:lstStyle>
          <a:p xmlns:a="http://schemas.openxmlformats.org/drawingml/2006/main">
            <a:pPr algn="l">
              <a:defRPr sz="2700" b="1">
                <a:solidFill>
                  <a:srgbClr val="162C45"/>
                </a:solidFill>
                <a:latin typeface="DejaVu Serif"/>
                <a:ea typeface="DejaVu Serif"/>
                <a:cs typeface="DejaVu Serif"/>
              </a:defRPr>
            </a:pPr>
            <a:r>
              <a:rPr sz="2700" b="1">
                <a:solidFill>
                  <a:srgbClr val="162C45"/>
                </a:solidFill>
                <a:latin typeface="DejaVu Serif"/>
                <a:ea typeface="DejaVu Serif"/>
                <a:cs typeface="DejaVu Serif"/>
              </a:rPr>
              <a:t>What the Solution Is Designed to Achieve</a:t>
            </a:r>
          </a:p>
        </p:txBody>
      </p:sp>
      <p:pic>
        <p:nvPicPr>
          <p:cNvPr id="3" name="">
            <a:extLst xmlns:a="http://schemas.openxmlformats.org/drawingml/2006/main">
              <a:ext uri="{FF2B5EF4-FFF2-40B4-BE49-F238E27FC236}">
                <a16:creationId xmlns:a16="http://schemas.microsoft.com/office/drawing/2014/main" id="{59D5BA16-F834-4626-BBB8-E65543B21175}"/>
              </a:ext>
            </a:extLst>
          </p:cNvPr>
          <p:cNvPicPr>
            <a:picLocks xmlns:a="http://schemas.openxmlformats.org/drawingml/2006/main" noChangeAspect="1"/>
          </p:cNvPicPr>
          <p:nvPr/>
        </p:nvPicPr>
        <p:blipFill>
          <a:blip xmlns:r="http://schemas.openxmlformats.org/officeDocument/2006/relationships" xmlns:a="http://schemas.openxmlformats.org/drawingml/2006/main" r:embed="R0782cc7af8824917"/>
          <a:stretch xmlns:a="http://schemas.openxmlformats.org/drawingml/2006/main"/>
        </p:blipFill>
        <p:spPr>
          <a:xfrm xmlns:a="http://schemas.openxmlformats.org/drawingml/2006/main">
            <a:off x="740111" y="6210300"/>
            <a:ext cx="1339177" cy="419100"/>
          </a:xfrm>
          <a:prstGeom xmlns:a="http://schemas.openxmlformats.org/drawingml/2006/main" prst="rect">
            <a:avLst/>
          </a:prstGeom>
        </p:spPr>
      </p:pic>
      <p:sp>
        <p:nvSpPr>
          <p:cNvPr id="4" name="panel-119">
            <a:extLst xmlns:a="http://schemas.openxmlformats.org/drawingml/2006/main">
              <a:ext uri="{FF2B5EF4-FFF2-40B4-BE49-F238E27FC236}">
                <a16:creationId xmlns:a16="http://schemas.microsoft.com/office/drawing/2014/main" id="{34E7F3A1-F2EF-4EEE-A7E2-A5B8DB5A9063}"/>
              </a:ext>
            </a:extLst>
          </p:cNvPr>
          <p:cNvSpPr>
            <a:spLocks xmlns:a="http://schemas.openxmlformats.org/drawingml/2006/main" noGrp="1"/>
          </p:cNvSpPr>
          <p:nvPr/>
        </p:nvSpPr>
        <p:spPr>
          <a:xfrm xmlns:a="http://schemas.openxmlformats.org/drawingml/2006/main">
            <a:off x="11010900" y="6105525"/>
            <a:ext cx="571500" cy="571500"/>
          </a:xfrm>
          <a:prstGeom xmlns:a="http://schemas.openxmlformats.org/drawingml/2006/main" prst="rect">
            <a:avLst/>
          </a:prstGeom>
          <a:solidFill xmlns:a="http://schemas.openxmlformats.org/drawingml/2006/main">
            <a:srgbClr val="14253D"/>
          </a:solidFill>
          <a:ln xmlns:a="http://schemas.openxmlformats.org/drawingml/2006/main" w="0">
            <a:noFill/>
            <a:prstDash val="solid"/>
          </a:ln>
        </p:spPr>
      </p:sp>
      <p:pic>
        <p:nvPicPr>
          <p:cNvPr id="5" name="">
            <a:extLst xmlns:a="http://schemas.openxmlformats.org/drawingml/2006/main">
              <a:ext uri="{FF2B5EF4-FFF2-40B4-BE49-F238E27FC236}">
                <a16:creationId xmlns:a16="http://schemas.microsoft.com/office/drawing/2014/main" id="{1EC4DA10-94D2-408E-84A3-900DC54AF2BE}"/>
              </a:ext>
            </a:extLst>
          </p:cNvPr>
          <p:cNvPicPr>
            <a:picLocks xmlns:a="http://schemas.openxmlformats.org/drawingml/2006/main" noChangeAspect="1"/>
          </p:cNvPicPr>
          <p:nvPr/>
        </p:nvPicPr>
        <p:blipFill>
          <a:blip xmlns:r="http://schemas.openxmlformats.org/officeDocument/2006/relationships" xmlns:a="http://schemas.openxmlformats.org/drawingml/2006/main" r:embed="R69d887db00664e3b">
            <a:extLst>
              <a:ext uri="{96DAC541-7B7A-43D3-8B79-37D633B846F1}">
                <asvg:svgBlip xmlns:asvg="http://schemas.microsoft.com/office/drawing/2016/SVG/main" r:embed="Rabdf88386a3544a4"/>
              </a:ext>
            </a:extLst>
          </a:blip>
          <a:stretch xmlns:a="http://schemas.openxmlformats.org/drawingml/2006/main"/>
        </p:blipFill>
        <p:spPr>
          <a:xfrm xmlns:a="http://schemas.openxmlformats.org/drawingml/2006/main">
            <a:off x="11087100" y="6181725"/>
            <a:ext cx="419100" cy="409575"/>
          </a:xfrm>
          <a:prstGeom xmlns:a="http://schemas.openxmlformats.org/drawingml/2006/main" prst="rect">
            <a:avLst/>
          </a:prstGeom>
        </p:spPr>
      </p:pic>
      <p:sp>
        <p:nvSpPr>
          <p:cNvPr id="6" name="text-121">
            <a:extLst xmlns:a="http://schemas.openxmlformats.org/drawingml/2006/main">
              <a:ext uri="{FF2B5EF4-FFF2-40B4-BE49-F238E27FC236}">
                <a16:creationId xmlns:a16="http://schemas.microsoft.com/office/drawing/2014/main" id="{98550620-987D-410A-81B2-2DB287750E8D}"/>
              </a:ext>
            </a:extLst>
          </p:cNvPr>
          <p:cNvSpPr>
            <a:spLocks xmlns:a="http://schemas.openxmlformats.org/drawingml/2006/main" noGrp="1"/>
          </p:cNvSpPr>
          <p:nvPr/>
        </p:nvSpPr>
        <p:spPr>
          <a:xfrm xmlns:a="http://schemas.openxmlformats.org/drawingml/2006/main">
            <a:off x="5810250" y="6353175"/>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75" b="0">
                <a:solidFill>
                  <a:srgbClr val="5E7285"/>
                </a:solidFill>
                <a:latin typeface="DejaVu Sans"/>
                <a:ea typeface="DejaVu Sans"/>
                <a:cs typeface="DejaVu Sans"/>
              </a:defRPr>
            </a:defPPr>
            <a:lvl1pPr algn="ctr">
              <a:defRPr sz="975" b="0">
                <a:solidFill>
                  <a:srgbClr val="5E7285"/>
                </a:solidFill>
                <a:latin typeface="DejaVu Sans"/>
                <a:ea typeface="DejaVu Sans"/>
                <a:cs typeface="DejaVu Sans"/>
              </a:defRPr>
            </a:lvl1pPr>
            <a:lvl2pPr algn="ctr">
              <a:defRPr sz="975" b="0">
                <a:solidFill>
                  <a:srgbClr val="5E7285"/>
                </a:solidFill>
                <a:latin typeface="DejaVu Sans"/>
                <a:ea typeface="DejaVu Sans"/>
                <a:cs typeface="DejaVu Sans"/>
              </a:defRPr>
            </a:lvl2pPr>
            <a:lvl3pPr algn="ctr">
              <a:defRPr sz="975" b="0">
                <a:solidFill>
                  <a:srgbClr val="5E7285"/>
                </a:solidFill>
                <a:latin typeface="DejaVu Sans"/>
                <a:ea typeface="DejaVu Sans"/>
                <a:cs typeface="DejaVu Sans"/>
              </a:defRPr>
            </a:lvl3pPr>
            <a:lvl4pPr algn="ctr">
              <a:defRPr sz="975" b="0">
                <a:solidFill>
                  <a:srgbClr val="5E7285"/>
                </a:solidFill>
                <a:latin typeface="DejaVu Sans"/>
                <a:ea typeface="DejaVu Sans"/>
                <a:cs typeface="DejaVu Sans"/>
              </a:defRPr>
            </a:lvl4pPr>
            <a:lvl5pPr algn="ctr">
              <a:defRPr sz="975" b="0">
                <a:solidFill>
                  <a:srgbClr val="5E7285"/>
                </a:solidFill>
                <a:latin typeface="DejaVu Sans"/>
                <a:ea typeface="DejaVu Sans"/>
                <a:cs typeface="DejaVu Sans"/>
              </a:defRPr>
            </a:lvl5pPr>
            <a:lvl6pPr algn="ctr">
              <a:defRPr sz="975" b="0">
                <a:solidFill>
                  <a:srgbClr val="5E7285"/>
                </a:solidFill>
                <a:latin typeface="DejaVu Sans"/>
                <a:ea typeface="DejaVu Sans"/>
                <a:cs typeface="DejaVu Sans"/>
              </a:defRPr>
            </a:lvl6pPr>
            <a:lvl7pPr algn="ctr">
              <a:defRPr sz="975" b="0">
                <a:solidFill>
                  <a:srgbClr val="5E7285"/>
                </a:solidFill>
                <a:latin typeface="DejaVu Sans"/>
                <a:ea typeface="DejaVu Sans"/>
                <a:cs typeface="DejaVu Sans"/>
              </a:defRPr>
            </a:lvl7pPr>
            <a:lvl8pPr algn="ctr">
              <a:defRPr sz="975" b="0">
                <a:solidFill>
                  <a:srgbClr val="5E7285"/>
                </a:solidFill>
                <a:latin typeface="DejaVu Sans"/>
                <a:ea typeface="DejaVu Sans"/>
                <a:cs typeface="DejaVu Sans"/>
              </a:defRPr>
            </a:lvl8pPr>
            <a:lvl9pPr algn="ctr">
              <a:defRPr sz="975" b="0">
                <a:solidFill>
                  <a:srgbClr val="5E7285"/>
                </a:solidFill>
                <a:latin typeface="DejaVu Sans"/>
                <a:ea typeface="DejaVu Sans"/>
                <a:cs typeface="DejaVu Sans"/>
              </a:defRPr>
            </a:lvl9pPr>
          </a:lstStyle>
          <a:p xmlns:a="http://schemas.openxmlformats.org/drawingml/2006/main">
            <a:pPr algn="ctr">
              <a:defRPr sz="975" b="0">
                <a:solidFill>
                  <a:srgbClr val="5E7285"/>
                </a:solidFill>
                <a:latin typeface="DejaVu Sans"/>
                <a:ea typeface="DejaVu Sans"/>
                <a:cs typeface="DejaVu Sans"/>
              </a:defRPr>
            </a:pPr>
            <a:r>
              <a:rPr sz="975" b="0">
                <a:solidFill>
                  <a:srgbClr val="5E7285"/>
                </a:solidFill>
                <a:latin typeface="DejaVu Sans"/>
                <a:ea typeface="DejaVu Sans"/>
                <a:cs typeface="DejaVu Sans"/>
              </a:rPr>
              <a:t>05</a:t>
            </a:r>
          </a:p>
        </p:txBody>
      </p:sp>
      <p:sp>
        <p:nvSpPr>
          <p:cNvPr id="7" name="panel-122">
            <a:extLst xmlns:a="http://schemas.openxmlformats.org/drawingml/2006/main">
              <a:ext uri="{FF2B5EF4-FFF2-40B4-BE49-F238E27FC236}">
                <a16:creationId xmlns:a16="http://schemas.microsoft.com/office/drawing/2014/main" id="{4DB0CA35-5E8A-4B3A-AC99-041B7B7ECC4D}"/>
              </a:ext>
            </a:extLst>
          </p:cNvPr>
          <p:cNvSpPr>
            <a:spLocks xmlns:a="http://schemas.openxmlformats.org/drawingml/2006/main" noGrp="1"/>
          </p:cNvSpPr>
          <p:nvPr/>
        </p:nvSpPr>
        <p:spPr>
          <a:xfrm xmlns:a="http://schemas.openxmlformats.org/drawingml/2006/main">
            <a:off x="609600" y="1809750"/>
            <a:ext cx="3524250" cy="1876425"/>
          </a:xfrm>
          <a:prstGeom xmlns:a="http://schemas.openxmlformats.org/drawingml/2006/main" prst="roundRect">
            <a:avLst>
              <a:gd name="adj" fmla="val 7107"/>
            </a:avLst>
          </a:prstGeom>
          <a:solidFill xmlns:a="http://schemas.openxmlformats.org/drawingml/2006/main">
            <a:srgbClr val="F2F7FA"/>
          </a:solidFill>
          <a:ln xmlns:a="http://schemas.openxmlformats.org/drawingml/2006/main" w="9525">
            <a:solidFill>
              <a:srgbClr val="D9E5EC"/>
            </a:solidFill>
            <a:prstDash val="solid"/>
          </a:ln>
        </p:spPr>
      </p:sp>
      <p:sp>
        <p:nvSpPr>
          <p:cNvPr id="8" name="panel-123">
            <a:extLst xmlns:a="http://schemas.openxmlformats.org/drawingml/2006/main">
              <a:ext uri="{FF2B5EF4-FFF2-40B4-BE49-F238E27FC236}">
                <a16:creationId xmlns:a16="http://schemas.microsoft.com/office/drawing/2014/main" id="{6032416E-6C55-452B-AA9F-08D0E1B558D1}"/>
              </a:ext>
            </a:extLst>
          </p:cNvPr>
          <p:cNvSpPr>
            <a:spLocks xmlns:a="http://schemas.openxmlformats.org/drawingml/2006/main" noGrp="1"/>
          </p:cNvSpPr>
          <p:nvPr/>
        </p:nvSpPr>
        <p:spPr>
          <a:xfrm xmlns:a="http://schemas.openxmlformats.org/drawingml/2006/main">
            <a:off x="838200" y="2038350"/>
            <a:ext cx="495300" cy="495300"/>
          </a:xfrm>
          <a:prstGeom xmlns:a="http://schemas.openxmlformats.org/drawingml/2006/main" prst="roundRect">
            <a:avLst>
              <a:gd name="adj" fmla="val 50000"/>
            </a:avLst>
          </a:prstGeom>
          <a:solidFill xmlns:a="http://schemas.openxmlformats.org/drawingml/2006/main">
            <a:srgbClr val="247E91"/>
          </a:solidFill>
          <a:ln xmlns:a="http://schemas.openxmlformats.org/drawingml/2006/main" w="0">
            <a:noFill/>
            <a:prstDash val="solid"/>
          </a:ln>
        </p:spPr>
      </p:sp>
      <p:pic>
        <p:nvPicPr>
          <p:cNvPr id="9" name="">
            <a:extLst xmlns:a="http://schemas.openxmlformats.org/drawingml/2006/main">
              <a:ext uri="{FF2B5EF4-FFF2-40B4-BE49-F238E27FC236}">
                <a16:creationId xmlns:a16="http://schemas.microsoft.com/office/drawing/2014/main" id="{2B795F9E-6FA5-427E-8EF6-BF013541779F}"/>
              </a:ext>
            </a:extLst>
          </p:cNvPr>
          <p:cNvPicPr>
            <a:picLocks xmlns:a="http://schemas.openxmlformats.org/drawingml/2006/main" noChangeAspect="1"/>
          </p:cNvPicPr>
          <p:nvPr/>
        </p:nvPicPr>
        <p:blipFill>
          <a:blip xmlns:r="http://schemas.openxmlformats.org/officeDocument/2006/relationships" xmlns:a="http://schemas.openxmlformats.org/drawingml/2006/main" r:embed="Rc453f522bb8e4d3f">
            <a:extLst>
              <a:ext uri="{96DAC541-7B7A-43D3-8B79-37D633B846F1}">
                <asvg:svgBlip xmlns:asvg="http://schemas.microsoft.com/office/drawing/2016/SVG/main" r:embed="Rfb7a607202774fa6"/>
              </a:ext>
            </a:extLst>
          </a:blip>
          <a:stretch xmlns:a="http://schemas.openxmlformats.org/drawingml/2006/main"/>
        </p:blipFill>
        <p:spPr>
          <a:xfrm xmlns:a="http://schemas.openxmlformats.org/drawingml/2006/main">
            <a:off x="957072" y="2157222"/>
            <a:ext cx="257556" cy="257556"/>
          </a:xfrm>
          <a:prstGeom xmlns:a="http://schemas.openxmlformats.org/drawingml/2006/main" prst="rect">
            <a:avLst/>
          </a:prstGeom>
        </p:spPr>
      </p:pic>
      <p:sp>
        <p:nvSpPr>
          <p:cNvPr id="10" name="text-124">
            <a:extLst xmlns:a="http://schemas.openxmlformats.org/drawingml/2006/main">
              <a:ext uri="{FF2B5EF4-FFF2-40B4-BE49-F238E27FC236}">
                <a16:creationId xmlns:a16="http://schemas.microsoft.com/office/drawing/2014/main" id="{CF7DA92B-521E-46E0-8E04-910074B9B950}"/>
              </a:ext>
            </a:extLst>
          </p:cNvPr>
          <p:cNvSpPr>
            <a:spLocks xmlns:a="http://schemas.openxmlformats.org/drawingml/2006/main" noGrp="1"/>
          </p:cNvSpPr>
          <p:nvPr/>
        </p:nvSpPr>
        <p:spPr>
          <a:xfrm xmlns:a="http://schemas.openxmlformats.org/drawingml/2006/main">
            <a:off x="1485900" y="2047875"/>
            <a:ext cx="2419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62C45"/>
                </a:solidFill>
                <a:latin typeface="DejaVu Serif"/>
                <a:ea typeface="DejaVu Serif"/>
                <a:cs typeface="DejaVu Serif"/>
              </a:defRPr>
            </a:defPPr>
            <a:lvl1pPr algn="l">
              <a:defRPr sz="1725" b="1">
                <a:solidFill>
                  <a:srgbClr val="162C45"/>
                </a:solidFill>
                <a:latin typeface="DejaVu Serif"/>
                <a:ea typeface="DejaVu Serif"/>
                <a:cs typeface="DejaVu Serif"/>
              </a:defRPr>
            </a:lvl1pPr>
            <a:lvl2pPr algn="l">
              <a:defRPr sz="1725" b="1">
                <a:solidFill>
                  <a:srgbClr val="162C45"/>
                </a:solidFill>
                <a:latin typeface="DejaVu Serif"/>
                <a:ea typeface="DejaVu Serif"/>
                <a:cs typeface="DejaVu Serif"/>
              </a:defRPr>
            </a:lvl2pPr>
            <a:lvl3pPr algn="l">
              <a:defRPr sz="1725" b="1">
                <a:solidFill>
                  <a:srgbClr val="162C45"/>
                </a:solidFill>
                <a:latin typeface="DejaVu Serif"/>
                <a:ea typeface="DejaVu Serif"/>
                <a:cs typeface="DejaVu Serif"/>
              </a:defRPr>
            </a:lvl3pPr>
            <a:lvl4pPr algn="l">
              <a:defRPr sz="1725" b="1">
                <a:solidFill>
                  <a:srgbClr val="162C45"/>
                </a:solidFill>
                <a:latin typeface="DejaVu Serif"/>
                <a:ea typeface="DejaVu Serif"/>
                <a:cs typeface="DejaVu Serif"/>
              </a:defRPr>
            </a:lvl4pPr>
            <a:lvl5pPr algn="l">
              <a:defRPr sz="1725" b="1">
                <a:solidFill>
                  <a:srgbClr val="162C45"/>
                </a:solidFill>
                <a:latin typeface="DejaVu Serif"/>
                <a:ea typeface="DejaVu Serif"/>
                <a:cs typeface="DejaVu Serif"/>
              </a:defRPr>
            </a:lvl5pPr>
            <a:lvl6pPr algn="l">
              <a:defRPr sz="1725" b="1">
                <a:solidFill>
                  <a:srgbClr val="162C45"/>
                </a:solidFill>
                <a:latin typeface="DejaVu Serif"/>
                <a:ea typeface="DejaVu Serif"/>
                <a:cs typeface="DejaVu Serif"/>
              </a:defRPr>
            </a:lvl6pPr>
            <a:lvl7pPr algn="l">
              <a:defRPr sz="1725" b="1">
                <a:solidFill>
                  <a:srgbClr val="162C45"/>
                </a:solidFill>
                <a:latin typeface="DejaVu Serif"/>
                <a:ea typeface="DejaVu Serif"/>
                <a:cs typeface="DejaVu Serif"/>
              </a:defRPr>
            </a:lvl7pPr>
            <a:lvl8pPr algn="l">
              <a:defRPr sz="1725" b="1">
                <a:solidFill>
                  <a:srgbClr val="162C45"/>
                </a:solidFill>
                <a:latin typeface="DejaVu Serif"/>
                <a:ea typeface="DejaVu Serif"/>
                <a:cs typeface="DejaVu Serif"/>
              </a:defRPr>
            </a:lvl8pPr>
            <a:lvl9pPr algn="l">
              <a:defRPr sz="1725" b="1">
                <a:solidFill>
                  <a:srgbClr val="162C45"/>
                </a:solidFill>
                <a:latin typeface="DejaVu Serif"/>
                <a:ea typeface="DejaVu Serif"/>
                <a:cs typeface="DejaVu Serif"/>
              </a:defRPr>
            </a:lvl9pPr>
          </a:lstStyle>
          <a:p xmlns:a="http://schemas.openxmlformats.org/drawingml/2006/main">
            <a:pPr algn="l">
              <a:defRPr sz="1725" b="1">
                <a:solidFill>
                  <a:srgbClr val="162C45"/>
                </a:solidFill>
                <a:latin typeface="DejaVu Serif"/>
                <a:ea typeface="DejaVu Serif"/>
                <a:cs typeface="DejaVu Serif"/>
              </a:defRPr>
            </a:pPr>
            <a:r>
              <a:rPr sz="1725" b="1">
                <a:solidFill>
                  <a:srgbClr val="162C45"/>
                </a:solidFill>
                <a:latin typeface="DejaVu Serif"/>
                <a:ea typeface="DejaVu Serif"/>
                <a:cs typeface="DejaVu Serif"/>
              </a:rPr>
              <a:t>Faster Rule Drafting</a:t>
            </a:r>
          </a:p>
        </p:txBody>
      </p:sp>
      <p:sp>
        <p:nvSpPr>
          <p:cNvPr id="11" name="text-125">
            <a:extLst xmlns:a="http://schemas.openxmlformats.org/drawingml/2006/main">
              <a:ext uri="{FF2B5EF4-FFF2-40B4-BE49-F238E27FC236}">
                <a16:creationId xmlns:a16="http://schemas.microsoft.com/office/drawing/2014/main" id="{1BEA6625-3181-4BEB-8158-88F20730D397}"/>
              </a:ext>
            </a:extLst>
          </p:cNvPr>
          <p:cNvSpPr>
            <a:spLocks xmlns:a="http://schemas.openxmlformats.org/drawingml/2006/main" noGrp="1"/>
          </p:cNvSpPr>
          <p:nvPr/>
        </p:nvSpPr>
        <p:spPr>
          <a:xfrm xmlns:a="http://schemas.openxmlformats.org/drawingml/2006/main">
            <a:off x="838200" y="2800350"/>
            <a:ext cx="30670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354A5F"/>
                </a:solidFill>
                <a:latin typeface="DejaVu Sans"/>
                <a:ea typeface="DejaVu Sans"/>
                <a:cs typeface="DejaVu Sans"/>
              </a:defRPr>
            </a:defPPr>
            <a:lvl1pPr algn="l">
              <a:defRPr sz="1500" b="0">
                <a:solidFill>
                  <a:srgbClr val="354A5F"/>
                </a:solidFill>
                <a:latin typeface="DejaVu Sans"/>
                <a:ea typeface="DejaVu Sans"/>
                <a:cs typeface="DejaVu Sans"/>
              </a:defRPr>
            </a:lvl1pPr>
            <a:lvl2pPr algn="l">
              <a:defRPr sz="1500" b="0">
                <a:solidFill>
                  <a:srgbClr val="354A5F"/>
                </a:solidFill>
                <a:latin typeface="DejaVu Sans"/>
                <a:ea typeface="DejaVu Sans"/>
                <a:cs typeface="DejaVu Sans"/>
              </a:defRPr>
            </a:lvl2pPr>
            <a:lvl3pPr algn="l">
              <a:defRPr sz="1500" b="0">
                <a:solidFill>
                  <a:srgbClr val="354A5F"/>
                </a:solidFill>
                <a:latin typeface="DejaVu Sans"/>
                <a:ea typeface="DejaVu Sans"/>
                <a:cs typeface="DejaVu Sans"/>
              </a:defRPr>
            </a:lvl3pPr>
            <a:lvl4pPr algn="l">
              <a:defRPr sz="1500" b="0">
                <a:solidFill>
                  <a:srgbClr val="354A5F"/>
                </a:solidFill>
                <a:latin typeface="DejaVu Sans"/>
                <a:ea typeface="DejaVu Sans"/>
                <a:cs typeface="DejaVu Sans"/>
              </a:defRPr>
            </a:lvl4pPr>
            <a:lvl5pPr algn="l">
              <a:defRPr sz="1500" b="0">
                <a:solidFill>
                  <a:srgbClr val="354A5F"/>
                </a:solidFill>
                <a:latin typeface="DejaVu Sans"/>
                <a:ea typeface="DejaVu Sans"/>
                <a:cs typeface="DejaVu Sans"/>
              </a:defRPr>
            </a:lvl5pPr>
            <a:lvl6pPr algn="l">
              <a:defRPr sz="1500" b="0">
                <a:solidFill>
                  <a:srgbClr val="354A5F"/>
                </a:solidFill>
                <a:latin typeface="DejaVu Sans"/>
                <a:ea typeface="DejaVu Sans"/>
                <a:cs typeface="DejaVu Sans"/>
              </a:defRPr>
            </a:lvl6pPr>
            <a:lvl7pPr algn="l">
              <a:defRPr sz="1500" b="0">
                <a:solidFill>
                  <a:srgbClr val="354A5F"/>
                </a:solidFill>
                <a:latin typeface="DejaVu Sans"/>
                <a:ea typeface="DejaVu Sans"/>
                <a:cs typeface="DejaVu Sans"/>
              </a:defRPr>
            </a:lvl7pPr>
            <a:lvl8pPr algn="l">
              <a:defRPr sz="1500" b="0">
                <a:solidFill>
                  <a:srgbClr val="354A5F"/>
                </a:solidFill>
                <a:latin typeface="DejaVu Sans"/>
                <a:ea typeface="DejaVu Sans"/>
                <a:cs typeface="DejaVu Sans"/>
              </a:defRPr>
            </a:lvl8pPr>
            <a:lvl9pPr algn="l">
              <a:defRPr sz="1500" b="0">
                <a:solidFill>
                  <a:srgbClr val="354A5F"/>
                </a:solidFill>
                <a:latin typeface="DejaVu Sans"/>
                <a:ea typeface="DejaVu Sans"/>
                <a:cs typeface="DejaVu Sans"/>
              </a:defRPr>
            </a:lvl9pPr>
          </a:lstStyle>
          <a:p xmlns:a="http://schemas.openxmlformats.org/drawingml/2006/main">
            <a:pPr algn="l">
              <a:defRPr sz="1500" b="0">
                <a:solidFill>
                  <a:srgbClr val="354A5F"/>
                </a:solidFill>
                <a:latin typeface="DejaVu Sans"/>
                <a:ea typeface="DejaVu Sans"/>
                <a:cs typeface="DejaVu Sans"/>
              </a:defRPr>
            </a:pPr>
            <a:r>
              <a:rPr sz="1500" b="0">
                <a:solidFill>
                  <a:srgbClr val="354A5F"/>
                </a:solidFill>
                <a:latin typeface="DejaVu Sans"/>
                <a:ea typeface="DejaVu Sans"/>
                <a:cs typeface="DejaVu Sans"/>
              </a:rPr>
              <a:t>Generate initial recommendations from dataset profiles.</a:t>
            </a:r>
          </a:p>
        </p:txBody>
      </p:sp>
      <p:sp>
        <p:nvSpPr>
          <p:cNvPr id="12" name="panel-126">
            <a:extLst xmlns:a="http://schemas.openxmlformats.org/drawingml/2006/main">
              <a:ext uri="{FF2B5EF4-FFF2-40B4-BE49-F238E27FC236}">
                <a16:creationId xmlns:a16="http://schemas.microsoft.com/office/drawing/2014/main" id="{924C7471-F7E5-4995-A385-2EA1A8793614}"/>
              </a:ext>
            </a:extLst>
          </p:cNvPr>
          <p:cNvSpPr>
            <a:spLocks xmlns:a="http://schemas.openxmlformats.org/drawingml/2006/main" noGrp="1"/>
          </p:cNvSpPr>
          <p:nvPr/>
        </p:nvSpPr>
        <p:spPr>
          <a:xfrm xmlns:a="http://schemas.openxmlformats.org/drawingml/2006/main">
            <a:off x="4333875" y="1809750"/>
            <a:ext cx="3524250" cy="1876425"/>
          </a:xfrm>
          <a:prstGeom xmlns:a="http://schemas.openxmlformats.org/drawingml/2006/main" prst="roundRect">
            <a:avLst>
              <a:gd name="adj" fmla="val 7107"/>
            </a:avLst>
          </a:prstGeom>
          <a:solidFill xmlns:a="http://schemas.openxmlformats.org/drawingml/2006/main">
            <a:srgbClr val="F2F7FA"/>
          </a:solidFill>
          <a:ln xmlns:a="http://schemas.openxmlformats.org/drawingml/2006/main" w="9525">
            <a:solidFill>
              <a:srgbClr val="D9E5EC"/>
            </a:solidFill>
            <a:prstDash val="solid"/>
          </a:ln>
        </p:spPr>
      </p:sp>
      <p:sp>
        <p:nvSpPr>
          <p:cNvPr id="13" name="panel-127">
            <a:extLst xmlns:a="http://schemas.openxmlformats.org/drawingml/2006/main">
              <a:ext uri="{FF2B5EF4-FFF2-40B4-BE49-F238E27FC236}">
                <a16:creationId xmlns:a16="http://schemas.microsoft.com/office/drawing/2014/main" id="{7358894F-91AA-4E06-AD6F-7B1C17D40686}"/>
              </a:ext>
            </a:extLst>
          </p:cNvPr>
          <p:cNvSpPr>
            <a:spLocks xmlns:a="http://schemas.openxmlformats.org/drawingml/2006/main" noGrp="1"/>
          </p:cNvSpPr>
          <p:nvPr/>
        </p:nvSpPr>
        <p:spPr>
          <a:xfrm xmlns:a="http://schemas.openxmlformats.org/drawingml/2006/main">
            <a:off x="4562475" y="2038350"/>
            <a:ext cx="495300" cy="495300"/>
          </a:xfrm>
          <a:prstGeom xmlns:a="http://schemas.openxmlformats.org/drawingml/2006/main" prst="roundRect">
            <a:avLst>
              <a:gd name="adj" fmla="val 50000"/>
            </a:avLst>
          </a:prstGeom>
          <a:solidFill xmlns:a="http://schemas.openxmlformats.org/drawingml/2006/main">
            <a:srgbClr val="247E91"/>
          </a:solidFill>
          <a:ln xmlns:a="http://schemas.openxmlformats.org/drawingml/2006/main" w="0">
            <a:noFill/>
            <a:prstDash val="solid"/>
          </a:ln>
        </p:spPr>
      </p:sp>
      <p:pic>
        <p:nvPicPr>
          <p:cNvPr id="14" name="">
            <a:extLst xmlns:a="http://schemas.openxmlformats.org/drawingml/2006/main">
              <a:ext uri="{FF2B5EF4-FFF2-40B4-BE49-F238E27FC236}">
                <a16:creationId xmlns:a16="http://schemas.microsoft.com/office/drawing/2014/main" id="{0E182794-B93F-4654-8730-7A100FD73857}"/>
              </a:ext>
            </a:extLst>
          </p:cNvPr>
          <p:cNvPicPr>
            <a:picLocks xmlns:a="http://schemas.openxmlformats.org/drawingml/2006/main" noChangeAspect="1"/>
          </p:cNvPicPr>
          <p:nvPr/>
        </p:nvPicPr>
        <p:blipFill>
          <a:blip xmlns:r="http://schemas.openxmlformats.org/officeDocument/2006/relationships" xmlns:a="http://schemas.openxmlformats.org/drawingml/2006/main" r:embed="R0ebe7d712c604fc1">
            <a:extLst>
              <a:ext uri="{96DAC541-7B7A-43D3-8B79-37D633B846F1}">
                <asvg:svgBlip xmlns:asvg="http://schemas.microsoft.com/office/drawing/2016/SVG/main" r:embed="R16e285454d3c4779"/>
              </a:ext>
            </a:extLst>
          </a:blip>
          <a:stretch xmlns:a="http://schemas.openxmlformats.org/drawingml/2006/main"/>
        </p:blipFill>
        <p:spPr>
          <a:xfrm xmlns:a="http://schemas.openxmlformats.org/drawingml/2006/main">
            <a:off x="4681347" y="2157222"/>
            <a:ext cx="257556" cy="257556"/>
          </a:xfrm>
          <a:prstGeom xmlns:a="http://schemas.openxmlformats.org/drawingml/2006/main" prst="rect">
            <a:avLst/>
          </a:prstGeom>
        </p:spPr>
      </p:pic>
      <p:sp>
        <p:nvSpPr>
          <p:cNvPr id="15" name="text-128">
            <a:extLst xmlns:a="http://schemas.openxmlformats.org/drawingml/2006/main">
              <a:ext uri="{FF2B5EF4-FFF2-40B4-BE49-F238E27FC236}">
                <a16:creationId xmlns:a16="http://schemas.microsoft.com/office/drawing/2014/main" id="{395A11F6-98B2-41DF-9CED-A59C6B32C9B8}"/>
              </a:ext>
            </a:extLst>
          </p:cNvPr>
          <p:cNvSpPr>
            <a:spLocks xmlns:a="http://schemas.openxmlformats.org/drawingml/2006/main" noGrp="1"/>
          </p:cNvSpPr>
          <p:nvPr/>
        </p:nvSpPr>
        <p:spPr>
          <a:xfrm xmlns:a="http://schemas.openxmlformats.org/drawingml/2006/main">
            <a:off x="5210175" y="2047875"/>
            <a:ext cx="2419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62C45"/>
                </a:solidFill>
                <a:latin typeface="DejaVu Serif"/>
                <a:ea typeface="DejaVu Serif"/>
                <a:cs typeface="DejaVu Serif"/>
              </a:defRPr>
            </a:defPPr>
            <a:lvl1pPr algn="l">
              <a:defRPr sz="1725" b="1">
                <a:solidFill>
                  <a:srgbClr val="162C45"/>
                </a:solidFill>
                <a:latin typeface="DejaVu Serif"/>
                <a:ea typeface="DejaVu Serif"/>
                <a:cs typeface="DejaVu Serif"/>
              </a:defRPr>
            </a:lvl1pPr>
            <a:lvl2pPr algn="l">
              <a:defRPr sz="1725" b="1">
                <a:solidFill>
                  <a:srgbClr val="162C45"/>
                </a:solidFill>
                <a:latin typeface="DejaVu Serif"/>
                <a:ea typeface="DejaVu Serif"/>
                <a:cs typeface="DejaVu Serif"/>
              </a:defRPr>
            </a:lvl2pPr>
            <a:lvl3pPr algn="l">
              <a:defRPr sz="1725" b="1">
                <a:solidFill>
                  <a:srgbClr val="162C45"/>
                </a:solidFill>
                <a:latin typeface="DejaVu Serif"/>
                <a:ea typeface="DejaVu Serif"/>
                <a:cs typeface="DejaVu Serif"/>
              </a:defRPr>
            </a:lvl3pPr>
            <a:lvl4pPr algn="l">
              <a:defRPr sz="1725" b="1">
                <a:solidFill>
                  <a:srgbClr val="162C45"/>
                </a:solidFill>
                <a:latin typeface="DejaVu Serif"/>
                <a:ea typeface="DejaVu Serif"/>
                <a:cs typeface="DejaVu Serif"/>
              </a:defRPr>
            </a:lvl4pPr>
            <a:lvl5pPr algn="l">
              <a:defRPr sz="1725" b="1">
                <a:solidFill>
                  <a:srgbClr val="162C45"/>
                </a:solidFill>
                <a:latin typeface="DejaVu Serif"/>
                <a:ea typeface="DejaVu Serif"/>
                <a:cs typeface="DejaVu Serif"/>
              </a:defRPr>
            </a:lvl5pPr>
            <a:lvl6pPr algn="l">
              <a:defRPr sz="1725" b="1">
                <a:solidFill>
                  <a:srgbClr val="162C45"/>
                </a:solidFill>
                <a:latin typeface="DejaVu Serif"/>
                <a:ea typeface="DejaVu Serif"/>
                <a:cs typeface="DejaVu Serif"/>
              </a:defRPr>
            </a:lvl6pPr>
            <a:lvl7pPr algn="l">
              <a:defRPr sz="1725" b="1">
                <a:solidFill>
                  <a:srgbClr val="162C45"/>
                </a:solidFill>
                <a:latin typeface="DejaVu Serif"/>
                <a:ea typeface="DejaVu Serif"/>
                <a:cs typeface="DejaVu Serif"/>
              </a:defRPr>
            </a:lvl7pPr>
            <a:lvl8pPr algn="l">
              <a:defRPr sz="1725" b="1">
                <a:solidFill>
                  <a:srgbClr val="162C45"/>
                </a:solidFill>
                <a:latin typeface="DejaVu Serif"/>
                <a:ea typeface="DejaVu Serif"/>
                <a:cs typeface="DejaVu Serif"/>
              </a:defRPr>
            </a:lvl8pPr>
            <a:lvl9pPr algn="l">
              <a:defRPr sz="1725" b="1">
                <a:solidFill>
                  <a:srgbClr val="162C45"/>
                </a:solidFill>
                <a:latin typeface="DejaVu Serif"/>
                <a:ea typeface="DejaVu Serif"/>
                <a:cs typeface="DejaVu Serif"/>
              </a:defRPr>
            </a:lvl9pPr>
          </a:lstStyle>
          <a:p xmlns:a="http://schemas.openxmlformats.org/drawingml/2006/main">
            <a:pPr algn="l">
              <a:defRPr sz="1725" b="1">
                <a:solidFill>
                  <a:srgbClr val="162C45"/>
                </a:solidFill>
                <a:latin typeface="DejaVu Serif"/>
                <a:ea typeface="DejaVu Serif"/>
                <a:cs typeface="DejaVu Serif"/>
              </a:defRPr>
            </a:pPr>
            <a:r>
              <a:rPr sz="1725" b="1">
                <a:solidFill>
                  <a:srgbClr val="162C45"/>
                </a:solidFill>
                <a:latin typeface="DejaVu Serif"/>
                <a:ea typeface="DejaVu Serif"/>
                <a:cs typeface="DejaVu Serif"/>
              </a:rPr>
              <a:t>Broader Coverage</a:t>
            </a:r>
          </a:p>
        </p:txBody>
      </p:sp>
      <p:sp>
        <p:nvSpPr>
          <p:cNvPr id="16" name="text-129">
            <a:extLst xmlns:a="http://schemas.openxmlformats.org/drawingml/2006/main">
              <a:ext uri="{FF2B5EF4-FFF2-40B4-BE49-F238E27FC236}">
                <a16:creationId xmlns:a16="http://schemas.microsoft.com/office/drawing/2014/main" id="{33918BF5-B837-4545-9A07-95C7DC2F2460}"/>
              </a:ext>
            </a:extLst>
          </p:cNvPr>
          <p:cNvSpPr>
            <a:spLocks xmlns:a="http://schemas.openxmlformats.org/drawingml/2006/main" noGrp="1"/>
          </p:cNvSpPr>
          <p:nvPr/>
        </p:nvSpPr>
        <p:spPr>
          <a:xfrm xmlns:a="http://schemas.openxmlformats.org/drawingml/2006/main">
            <a:off x="4562475" y="2800350"/>
            <a:ext cx="30670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354A5F"/>
                </a:solidFill>
                <a:latin typeface="DejaVu Sans"/>
                <a:ea typeface="DejaVu Sans"/>
                <a:cs typeface="DejaVu Sans"/>
              </a:defRPr>
            </a:defPPr>
            <a:lvl1pPr algn="l">
              <a:defRPr sz="1500" b="0">
                <a:solidFill>
                  <a:srgbClr val="354A5F"/>
                </a:solidFill>
                <a:latin typeface="DejaVu Sans"/>
                <a:ea typeface="DejaVu Sans"/>
                <a:cs typeface="DejaVu Sans"/>
              </a:defRPr>
            </a:lvl1pPr>
            <a:lvl2pPr algn="l">
              <a:defRPr sz="1500" b="0">
                <a:solidFill>
                  <a:srgbClr val="354A5F"/>
                </a:solidFill>
                <a:latin typeface="DejaVu Sans"/>
                <a:ea typeface="DejaVu Sans"/>
                <a:cs typeface="DejaVu Sans"/>
              </a:defRPr>
            </a:lvl2pPr>
            <a:lvl3pPr algn="l">
              <a:defRPr sz="1500" b="0">
                <a:solidFill>
                  <a:srgbClr val="354A5F"/>
                </a:solidFill>
                <a:latin typeface="DejaVu Sans"/>
                <a:ea typeface="DejaVu Sans"/>
                <a:cs typeface="DejaVu Sans"/>
              </a:defRPr>
            </a:lvl3pPr>
            <a:lvl4pPr algn="l">
              <a:defRPr sz="1500" b="0">
                <a:solidFill>
                  <a:srgbClr val="354A5F"/>
                </a:solidFill>
                <a:latin typeface="DejaVu Sans"/>
                <a:ea typeface="DejaVu Sans"/>
                <a:cs typeface="DejaVu Sans"/>
              </a:defRPr>
            </a:lvl4pPr>
            <a:lvl5pPr algn="l">
              <a:defRPr sz="1500" b="0">
                <a:solidFill>
                  <a:srgbClr val="354A5F"/>
                </a:solidFill>
                <a:latin typeface="DejaVu Sans"/>
                <a:ea typeface="DejaVu Sans"/>
                <a:cs typeface="DejaVu Sans"/>
              </a:defRPr>
            </a:lvl5pPr>
            <a:lvl6pPr algn="l">
              <a:defRPr sz="1500" b="0">
                <a:solidFill>
                  <a:srgbClr val="354A5F"/>
                </a:solidFill>
                <a:latin typeface="DejaVu Sans"/>
                <a:ea typeface="DejaVu Sans"/>
                <a:cs typeface="DejaVu Sans"/>
              </a:defRPr>
            </a:lvl6pPr>
            <a:lvl7pPr algn="l">
              <a:defRPr sz="1500" b="0">
                <a:solidFill>
                  <a:srgbClr val="354A5F"/>
                </a:solidFill>
                <a:latin typeface="DejaVu Sans"/>
                <a:ea typeface="DejaVu Sans"/>
                <a:cs typeface="DejaVu Sans"/>
              </a:defRPr>
            </a:lvl7pPr>
            <a:lvl8pPr algn="l">
              <a:defRPr sz="1500" b="0">
                <a:solidFill>
                  <a:srgbClr val="354A5F"/>
                </a:solidFill>
                <a:latin typeface="DejaVu Sans"/>
                <a:ea typeface="DejaVu Sans"/>
                <a:cs typeface="DejaVu Sans"/>
              </a:defRPr>
            </a:lvl8pPr>
            <a:lvl9pPr algn="l">
              <a:defRPr sz="1500" b="0">
                <a:solidFill>
                  <a:srgbClr val="354A5F"/>
                </a:solidFill>
                <a:latin typeface="DejaVu Sans"/>
                <a:ea typeface="DejaVu Sans"/>
                <a:cs typeface="DejaVu Sans"/>
              </a:defRPr>
            </a:lvl9pPr>
          </a:lstStyle>
          <a:p xmlns:a="http://schemas.openxmlformats.org/drawingml/2006/main">
            <a:pPr algn="l">
              <a:defRPr sz="1500" b="0">
                <a:solidFill>
                  <a:srgbClr val="354A5F"/>
                </a:solidFill>
                <a:latin typeface="DejaVu Sans"/>
                <a:ea typeface="DejaVu Sans"/>
                <a:cs typeface="DejaVu Sans"/>
              </a:defRPr>
            </a:pPr>
            <a:r>
              <a:rPr sz="1500" b="0">
                <a:solidFill>
                  <a:srgbClr val="354A5F"/>
                </a:solidFill>
                <a:latin typeface="DejaVu Sans"/>
                <a:ea typeface="DejaVu Sans"/>
                <a:cs typeface="DejaVu Sans"/>
              </a:rPr>
              <a:t>Consider columns, relationships within tables and across tables.</a:t>
            </a:r>
          </a:p>
        </p:txBody>
      </p:sp>
      <p:sp>
        <p:nvSpPr>
          <p:cNvPr id="17" name="panel-130">
            <a:extLst xmlns:a="http://schemas.openxmlformats.org/drawingml/2006/main">
              <a:ext uri="{FF2B5EF4-FFF2-40B4-BE49-F238E27FC236}">
                <a16:creationId xmlns:a16="http://schemas.microsoft.com/office/drawing/2014/main" id="{3B4AD4FF-ADDD-4D48-BDB1-C3EA72C6FB15}"/>
              </a:ext>
            </a:extLst>
          </p:cNvPr>
          <p:cNvSpPr>
            <a:spLocks xmlns:a="http://schemas.openxmlformats.org/drawingml/2006/main" noGrp="1"/>
          </p:cNvSpPr>
          <p:nvPr/>
        </p:nvSpPr>
        <p:spPr>
          <a:xfrm xmlns:a="http://schemas.openxmlformats.org/drawingml/2006/main">
            <a:off x="8058150" y="1809750"/>
            <a:ext cx="3524250" cy="1876425"/>
          </a:xfrm>
          <a:prstGeom xmlns:a="http://schemas.openxmlformats.org/drawingml/2006/main" prst="roundRect">
            <a:avLst>
              <a:gd name="adj" fmla="val 7107"/>
            </a:avLst>
          </a:prstGeom>
          <a:solidFill xmlns:a="http://schemas.openxmlformats.org/drawingml/2006/main">
            <a:srgbClr val="F2F7FA"/>
          </a:solidFill>
          <a:ln xmlns:a="http://schemas.openxmlformats.org/drawingml/2006/main" w="9525">
            <a:solidFill>
              <a:srgbClr val="D9E5EC"/>
            </a:solidFill>
            <a:prstDash val="solid"/>
          </a:ln>
        </p:spPr>
      </p:sp>
      <p:sp>
        <p:nvSpPr>
          <p:cNvPr id="18" name="panel-131">
            <a:extLst xmlns:a="http://schemas.openxmlformats.org/drawingml/2006/main">
              <a:ext uri="{FF2B5EF4-FFF2-40B4-BE49-F238E27FC236}">
                <a16:creationId xmlns:a16="http://schemas.microsoft.com/office/drawing/2014/main" id="{7A6B303E-1CF2-45CD-934B-DF58A1EDEAE9}"/>
              </a:ext>
            </a:extLst>
          </p:cNvPr>
          <p:cNvSpPr>
            <a:spLocks xmlns:a="http://schemas.openxmlformats.org/drawingml/2006/main" noGrp="1"/>
          </p:cNvSpPr>
          <p:nvPr/>
        </p:nvSpPr>
        <p:spPr>
          <a:xfrm xmlns:a="http://schemas.openxmlformats.org/drawingml/2006/main">
            <a:off x="8286750" y="2038350"/>
            <a:ext cx="495300" cy="495300"/>
          </a:xfrm>
          <a:prstGeom xmlns:a="http://schemas.openxmlformats.org/drawingml/2006/main" prst="roundRect">
            <a:avLst>
              <a:gd name="adj" fmla="val 50000"/>
            </a:avLst>
          </a:prstGeom>
          <a:solidFill xmlns:a="http://schemas.openxmlformats.org/drawingml/2006/main">
            <a:srgbClr val="247E91"/>
          </a:solidFill>
          <a:ln xmlns:a="http://schemas.openxmlformats.org/drawingml/2006/main" w="0">
            <a:noFill/>
            <a:prstDash val="solid"/>
          </a:ln>
        </p:spPr>
      </p:sp>
      <p:pic>
        <p:nvPicPr>
          <p:cNvPr id="19" name="">
            <a:extLst xmlns:a="http://schemas.openxmlformats.org/drawingml/2006/main">
              <a:ext uri="{FF2B5EF4-FFF2-40B4-BE49-F238E27FC236}">
                <a16:creationId xmlns:a16="http://schemas.microsoft.com/office/drawing/2014/main" id="{349BD53F-0980-42E3-BC40-3752439FB4B3}"/>
              </a:ext>
            </a:extLst>
          </p:cNvPr>
          <p:cNvPicPr>
            <a:picLocks xmlns:a="http://schemas.openxmlformats.org/drawingml/2006/main" noChangeAspect="1"/>
          </p:cNvPicPr>
          <p:nvPr/>
        </p:nvPicPr>
        <p:blipFill>
          <a:blip xmlns:r="http://schemas.openxmlformats.org/officeDocument/2006/relationships" xmlns:a="http://schemas.openxmlformats.org/drawingml/2006/main" r:embed="R9468eca838274520">
            <a:extLst>
              <a:ext uri="{96DAC541-7B7A-43D3-8B79-37D633B846F1}">
                <asvg:svgBlip xmlns:asvg="http://schemas.microsoft.com/office/drawing/2016/SVG/main" r:embed="Ra20e524584574e8b"/>
              </a:ext>
            </a:extLst>
          </a:blip>
          <a:stretch xmlns:a="http://schemas.openxmlformats.org/drawingml/2006/main"/>
        </p:blipFill>
        <p:spPr>
          <a:xfrm xmlns:a="http://schemas.openxmlformats.org/drawingml/2006/main">
            <a:off x="8405622" y="2157222"/>
            <a:ext cx="257556" cy="257556"/>
          </a:xfrm>
          <a:prstGeom xmlns:a="http://schemas.openxmlformats.org/drawingml/2006/main" prst="rect">
            <a:avLst/>
          </a:prstGeom>
        </p:spPr>
      </p:pic>
      <p:sp>
        <p:nvSpPr>
          <p:cNvPr id="20" name="text-132">
            <a:extLst xmlns:a="http://schemas.openxmlformats.org/drawingml/2006/main">
              <a:ext uri="{FF2B5EF4-FFF2-40B4-BE49-F238E27FC236}">
                <a16:creationId xmlns:a16="http://schemas.microsoft.com/office/drawing/2014/main" id="{76264A3B-C89D-4AB1-BD7C-22B56AB2C6CD}"/>
              </a:ext>
            </a:extLst>
          </p:cNvPr>
          <p:cNvSpPr>
            <a:spLocks xmlns:a="http://schemas.openxmlformats.org/drawingml/2006/main" noGrp="1"/>
          </p:cNvSpPr>
          <p:nvPr/>
        </p:nvSpPr>
        <p:spPr>
          <a:xfrm xmlns:a="http://schemas.openxmlformats.org/drawingml/2006/main">
            <a:off x="8934450" y="2047875"/>
            <a:ext cx="2419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62C45"/>
                </a:solidFill>
                <a:latin typeface="DejaVu Serif"/>
                <a:ea typeface="DejaVu Serif"/>
                <a:cs typeface="DejaVu Serif"/>
              </a:defRPr>
            </a:defPPr>
            <a:lvl1pPr algn="l">
              <a:defRPr sz="1725" b="1">
                <a:solidFill>
                  <a:srgbClr val="162C45"/>
                </a:solidFill>
                <a:latin typeface="DejaVu Serif"/>
                <a:ea typeface="DejaVu Serif"/>
                <a:cs typeface="DejaVu Serif"/>
              </a:defRPr>
            </a:lvl1pPr>
            <a:lvl2pPr algn="l">
              <a:defRPr sz="1725" b="1">
                <a:solidFill>
                  <a:srgbClr val="162C45"/>
                </a:solidFill>
                <a:latin typeface="DejaVu Serif"/>
                <a:ea typeface="DejaVu Serif"/>
                <a:cs typeface="DejaVu Serif"/>
              </a:defRPr>
            </a:lvl2pPr>
            <a:lvl3pPr algn="l">
              <a:defRPr sz="1725" b="1">
                <a:solidFill>
                  <a:srgbClr val="162C45"/>
                </a:solidFill>
                <a:latin typeface="DejaVu Serif"/>
                <a:ea typeface="DejaVu Serif"/>
                <a:cs typeface="DejaVu Serif"/>
              </a:defRPr>
            </a:lvl3pPr>
            <a:lvl4pPr algn="l">
              <a:defRPr sz="1725" b="1">
                <a:solidFill>
                  <a:srgbClr val="162C45"/>
                </a:solidFill>
                <a:latin typeface="DejaVu Serif"/>
                <a:ea typeface="DejaVu Serif"/>
                <a:cs typeface="DejaVu Serif"/>
              </a:defRPr>
            </a:lvl4pPr>
            <a:lvl5pPr algn="l">
              <a:defRPr sz="1725" b="1">
                <a:solidFill>
                  <a:srgbClr val="162C45"/>
                </a:solidFill>
                <a:latin typeface="DejaVu Serif"/>
                <a:ea typeface="DejaVu Serif"/>
                <a:cs typeface="DejaVu Serif"/>
              </a:defRPr>
            </a:lvl5pPr>
            <a:lvl6pPr algn="l">
              <a:defRPr sz="1725" b="1">
                <a:solidFill>
                  <a:srgbClr val="162C45"/>
                </a:solidFill>
                <a:latin typeface="DejaVu Serif"/>
                <a:ea typeface="DejaVu Serif"/>
                <a:cs typeface="DejaVu Serif"/>
              </a:defRPr>
            </a:lvl6pPr>
            <a:lvl7pPr algn="l">
              <a:defRPr sz="1725" b="1">
                <a:solidFill>
                  <a:srgbClr val="162C45"/>
                </a:solidFill>
                <a:latin typeface="DejaVu Serif"/>
                <a:ea typeface="DejaVu Serif"/>
                <a:cs typeface="DejaVu Serif"/>
              </a:defRPr>
            </a:lvl7pPr>
            <a:lvl8pPr algn="l">
              <a:defRPr sz="1725" b="1">
                <a:solidFill>
                  <a:srgbClr val="162C45"/>
                </a:solidFill>
                <a:latin typeface="DejaVu Serif"/>
                <a:ea typeface="DejaVu Serif"/>
                <a:cs typeface="DejaVu Serif"/>
              </a:defRPr>
            </a:lvl8pPr>
            <a:lvl9pPr algn="l">
              <a:defRPr sz="1725" b="1">
                <a:solidFill>
                  <a:srgbClr val="162C45"/>
                </a:solidFill>
                <a:latin typeface="DejaVu Serif"/>
                <a:ea typeface="DejaVu Serif"/>
                <a:cs typeface="DejaVu Serif"/>
              </a:defRPr>
            </a:lvl9pPr>
          </a:lstStyle>
          <a:p xmlns:a="http://schemas.openxmlformats.org/drawingml/2006/main">
            <a:pPr algn="l">
              <a:defRPr sz="1725" b="1">
                <a:solidFill>
                  <a:srgbClr val="162C45"/>
                </a:solidFill>
                <a:latin typeface="DejaVu Serif"/>
                <a:ea typeface="DejaVu Serif"/>
                <a:cs typeface="DejaVu Serif"/>
              </a:defRPr>
            </a:pPr>
            <a:r>
              <a:rPr sz="1725" b="1">
                <a:solidFill>
                  <a:srgbClr val="162C45"/>
                </a:solidFill>
                <a:latin typeface="DejaVu Serif"/>
                <a:ea typeface="DejaVu Serif"/>
                <a:cs typeface="DejaVu Serif"/>
              </a:rPr>
              <a:t>Contextual Suggestions</a:t>
            </a:r>
          </a:p>
        </p:txBody>
      </p:sp>
      <p:sp>
        <p:nvSpPr>
          <p:cNvPr id="21" name="text-133">
            <a:extLst xmlns:a="http://schemas.openxmlformats.org/drawingml/2006/main">
              <a:ext uri="{FF2B5EF4-FFF2-40B4-BE49-F238E27FC236}">
                <a16:creationId xmlns:a16="http://schemas.microsoft.com/office/drawing/2014/main" id="{BBBFF97C-EA24-4E04-A010-6A4B68430B12}"/>
              </a:ext>
            </a:extLst>
          </p:cNvPr>
          <p:cNvSpPr>
            <a:spLocks xmlns:a="http://schemas.openxmlformats.org/drawingml/2006/main" noGrp="1"/>
          </p:cNvSpPr>
          <p:nvPr/>
        </p:nvSpPr>
        <p:spPr>
          <a:xfrm xmlns:a="http://schemas.openxmlformats.org/drawingml/2006/main">
            <a:off x="8286750" y="2800350"/>
            <a:ext cx="30670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354A5F"/>
                </a:solidFill>
                <a:latin typeface="DejaVu Sans"/>
                <a:ea typeface="DejaVu Sans"/>
                <a:cs typeface="DejaVu Sans"/>
              </a:defRPr>
            </a:defPPr>
            <a:lvl1pPr algn="l">
              <a:defRPr sz="1500" b="0">
                <a:solidFill>
                  <a:srgbClr val="354A5F"/>
                </a:solidFill>
                <a:latin typeface="DejaVu Sans"/>
                <a:ea typeface="DejaVu Sans"/>
                <a:cs typeface="DejaVu Sans"/>
              </a:defRPr>
            </a:lvl1pPr>
            <a:lvl2pPr algn="l">
              <a:defRPr sz="1500" b="0">
                <a:solidFill>
                  <a:srgbClr val="354A5F"/>
                </a:solidFill>
                <a:latin typeface="DejaVu Sans"/>
                <a:ea typeface="DejaVu Sans"/>
                <a:cs typeface="DejaVu Sans"/>
              </a:defRPr>
            </a:lvl2pPr>
            <a:lvl3pPr algn="l">
              <a:defRPr sz="1500" b="0">
                <a:solidFill>
                  <a:srgbClr val="354A5F"/>
                </a:solidFill>
                <a:latin typeface="DejaVu Sans"/>
                <a:ea typeface="DejaVu Sans"/>
                <a:cs typeface="DejaVu Sans"/>
              </a:defRPr>
            </a:lvl3pPr>
            <a:lvl4pPr algn="l">
              <a:defRPr sz="1500" b="0">
                <a:solidFill>
                  <a:srgbClr val="354A5F"/>
                </a:solidFill>
                <a:latin typeface="DejaVu Sans"/>
                <a:ea typeface="DejaVu Sans"/>
                <a:cs typeface="DejaVu Sans"/>
              </a:defRPr>
            </a:lvl4pPr>
            <a:lvl5pPr algn="l">
              <a:defRPr sz="1500" b="0">
                <a:solidFill>
                  <a:srgbClr val="354A5F"/>
                </a:solidFill>
                <a:latin typeface="DejaVu Sans"/>
                <a:ea typeface="DejaVu Sans"/>
                <a:cs typeface="DejaVu Sans"/>
              </a:defRPr>
            </a:lvl5pPr>
            <a:lvl6pPr algn="l">
              <a:defRPr sz="1500" b="0">
                <a:solidFill>
                  <a:srgbClr val="354A5F"/>
                </a:solidFill>
                <a:latin typeface="DejaVu Sans"/>
                <a:ea typeface="DejaVu Sans"/>
                <a:cs typeface="DejaVu Sans"/>
              </a:defRPr>
            </a:lvl6pPr>
            <a:lvl7pPr algn="l">
              <a:defRPr sz="1500" b="0">
                <a:solidFill>
                  <a:srgbClr val="354A5F"/>
                </a:solidFill>
                <a:latin typeface="DejaVu Sans"/>
                <a:ea typeface="DejaVu Sans"/>
                <a:cs typeface="DejaVu Sans"/>
              </a:defRPr>
            </a:lvl7pPr>
            <a:lvl8pPr algn="l">
              <a:defRPr sz="1500" b="0">
                <a:solidFill>
                  <a:srgbClr val="354A5F"/>
                </a:solidFill>
                <a:latin typeface="DejaVu Sans"/>
                <a:ea typeface="DejaVu Sans"/>
                <a:cs typeface="DejaVu Sans"/>
              </a:defRPr>
            </a:lvl8pPr>
            <a:lvl9pPr algn="l">
              <a:defRPr sz="1500" b="0">
                <a:solidFill>
                  <a:srgbClr val="354A5F"/>
                </a:solidFill>
                <a:latin typeface="DejaVu Sans"/>
                <a:ea typeface="DejaVu Sans"/>
                <a:cs typeface="DejaVu Sans"/>
              </a:defRPr>
            </a:lvl9pPr>
          </a:lstStyle>
          <a:p xmlns:a="http://schemas.openxmlformats.org/drawingml/2006/main">
            <a:pPr algn="l">
              <a:defRPr sz="1500" b="0">
                <a:solidFill>
                  <a:srgbClr val="354A5F"/>
                </a:solidFill>
                <a:latin typeface="DejaVu Sans"/>
                <a:ea typeface="DejaVu Sans"/>
                <a:cs typeface="DejaVu Sans"/>
              </a:defRPr>
            </a:pPr>
            <a:r>
              <a:rPr sz="1500" b="0">
                <a:solidFill>
                  <a:srgbClr val="354A5F"/>
                </a:solidFill>
                <a:latin typeface="DejaVu Sans"/>
                <a:ea typeface="DejaVu Sans"/>
                <a:cs typeface="DejaVu Sans"/>
              </a:rPr>
              <a:t>Use semantic descriptions to propose meaningful constraints.</a:t>
            </a:r>
          </a:p>
        </p:txBody>
      </p:sp>
      <p:sp>
        <p:nvSpPr>
          <p:cNvPr id="22" name="panel-134">
            <a:extLst xmlns:a="http://schemas.openxmlformats.org/drawingml/2006/main">
              <a:ext uri="{FF2B5EF4-FFF2-40B4-BE49-F238E27FC236}">
                <a16:creationId xmlns:a16="http://schemas.microsoft.com/office/drawing/2014/main" id="{91C14270-F3B6-429C-ADC2-6D9B11390BEE}"/>
              </a:ext>
            </a:extLst>
          </p:cNvPr>
          <p:cNvSpPr>
            <a:spLocks xmlns:a="http://schemas.openxmlformats.org/drawingml/2006/main" noGrp="1"/>
          </p:cNvSpPr>
          <p:nvPr/>
        </p:nvSpPr>
        <p:spPr>
          <a:xfrm xmlns:a="http://schemas.openxmlformats.org/drawingml/2006/main">
            <a:off x="609600" y="3876675"/>
            <a:ext cx="3524250" cy="1876425"/>
          </a:xfrm>
          <a:prstGeom xmlns:a="http://schemas.openxmlformats.org/drawingml/2006/main" prst="roundRect">
            <a:avLst>
              <a:gd name="adj" fmla="val 7107"/>
            </a:avLst>
          </a:prstGeom>
          <a:solidFill xmlns:a="http://schemas.openxmlformats.org/drawingml/2006/main">
            <a:srgbClr val="F2F7FA"/>
          </a:solidFill>
          <a:ln xmlns:a="http://schemas.openxmlformats.org/drawingml/2006/main" w="9525">
            <a:solidFill>
              <a:srgbClr val="D9E5EC"/>
            </a:solidFill>
            <a:prstDash val="solid"/>
          </a:ln>
        </p:spPr>
      </p:sp>
      <p:sp>
        <p:nvSpPr>
          <p:cNvPr id="23" name="panel-135">
            <a:extLst xmlns:a="http://schemas.openxmlformats.org/drawingml/2006/main">
              <a:ext uri="{FF2B5EF4-FFF2-40B4-BE49-F238E27FC236}">
                <a16:creationId xmlns:a16="http://schemas.microsoft.com/office/drawing/2014/main" id="{A753F4DB-0456-4983-BDFA-15A1CF7E588D}"/>
              </a:ext>
            </a:extLst>
          </p:cNvPr>
          <p:cNvSpPr>
            <a:spLocks xmlns:a="http://schemas.openxmlformats.org/drawingml/2006/main" noGrp="1"/>
          </p:cNvSpPr>
          <p:nvPr/>
        </p:nvSpPr>
        <p:spPr>
          <a:xfrm xmlns:a="http://schemas.openxmlformats.org/drawingml/2006/main">
            <a:off x="838200" y="4105275"/>
            <a:ext cx="495300" cy="495300"/>
          </a:xfrm>
          <a:prstGeom xmlns:a="http://schemas.openxmlformats.org/drawingml/2006/main" prst="roundRect">
            <a:avLst>
              <a:gd name="adj" fmla="val 50000"/>
            </a:avLst>
          </a:prstGeom>
          <a:solidFill xmlns:a="http://schemas.openxmlformats.org/drawingml/2006/main">
            <a:srgbClr val="247E91"/>
          </a:solidFill>
          <a:ln xmlns:a="http://schemas.openxmlformats.org/drawingml/2006/main" w="0">
            <a:noFill/>
            <a:prstDash val="solid"/>
          </a:ln>
        </p:spPr>
      </p:sp>
      <p:pic>
        <p:nvPicPr>
          <p:cNvPr id="24" name="">
            <a:extLst xmlns:a="http://schemas.openxmlformats.org/drawingml/2006/main">
              <a:ext uri="{FF2B5EF4-FFF2-40B4-BE49-F238E27FC236}">
                <a16:creationId xmlns:a16="http://schemas.microsoft.com/office/drawing/2014/main" id="{8130C37D-4E54-430D-8B89-6E0E362A07D3}"/>
              </a:ext>
            </a:extLst>
          </p:cNvPr>
          <p:cNvPicPr>
            <a:picLocks xmlns:a="http://schemas.openxmlformats.org/drawingml/2006/main" noChangeAspect="1"/>
          </p:cNvPicPr>
          <p:nvPr/>
        </p:nvPicPr>
        <p:blipFill>
          <a:blip xmlns:r="http://schemas.openxmlformats.org/officeDocument/2006/relationships" xmlns:a="http://schemas.openxmlformats.org/drawingml/2006/main" r:embed="Re6782bb90e594584">
            <a:extLst>
              <a:ext uri="{96DAC541-7B7A-43D3-8B79-37D633B846F1}">
                <asvg:svgBlip xmlns:asvg="http://schemas.microsoft.com/office/drawing/2016/SVG/main" r:embed="Rc4081f03f502450e"/>
              </a:ext>
            </a:extLst>
          </a:blip>
          <a:stretch xmlns:a="http://schemas.openxmlformats.org/drawingml/2006/main"/>
        </p:blipFill>
        <p:spPr>
          <a:xfrm xmlns:a="http://schemas.openxmlformats.org/drawingml/2006/main">
            <a:off x="957072" y="4224147"/>
            <a:ext cx="257556" cy="257556"/>
          </a:xfrm>
          <a:prstGeom xmlns:a="http://schemas.openxmlformats.org/drawingml/2006/main" prst="rect">
            <a:avLst/>
          </a:prstGeom>
        </p:spPr>
      </p:pic>
      <p:sp>
        <p:nvSpPr>
          <p:cNvPr id="25" name="text-136">
            <a:extLst xmlns:a="http://schemas.openxmlformats.org/drawingml/2006/main">
              <a:ext uri="{FF2B5EF4-FFF2-40B4-BE49-F238E27FC236}">
                <a16:creationId xmlns:a16="http://schemas.microsoft.com/office/drawing/2014/main" id="{CD3157DD-9BC2-4F8D-8ECF-F4F696AD5D48}"/>
              </a:ext>
            </a:extLst>
          </p:cNvPr>
          <p:cNvSpPr>
            <a:spLocks xmlns:a="http://schemas.openxmlformats.org/drawingml/2006/main" noGrp="1"/>
          </p:cNvSpPr>
          <p:nvPr/>
        </p:nvSpPr>
        <p:spPr>
          <a:xfrm xmlns:a="http://schemas.openxmlformats.org/drawingml/2006/main">
            <a:off x="1485900" y="4114800"/>
            <a:ext cx="2419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62C45"/>
                </a:solidFill>
                <a:latin typeface="DejaVu Serif"/>
                <a:ea typeface="DejaVu Serif"/>
                <a:cs typeface="DejaVu Serif"/>
              </a:defRPr>
            </a:defPPr>
            <a:lvl1pPr algn="l">
              <a:defRPr sz="1725" b="1">
                <a:solidFill>
                  <a:srgbClr val="162C45"/>
                </a:solidFill>
                <a:latin typeface="DejaVu Serif"/>
                <a:ea typeface="DejaVu Serif"/>
                <a:cs typeface="DejaVu Serif"/>
              </a:defRPr>
            </a:lvl1pPr>
            <a:lvl2pPr algn="l">
              <a:defRPr sz="1725" b="1">
                <a:solidFill>
                  <a:srgbClr val="162C45"/>
                </a:solidFill>
                <a:latin typeface="DejaVu Serif"/>
                <a:ea typeface="DejaVu Serif"/>
                <a:cs typeface="DejaVu Serif"/>
              </a:defRPr>
            </a:lvl2pPr>
            <a:lvl3pPr algn="l">
              <a:defRPr sz="1725" b="1">
                <a:solidFill>
                  <a:srgbClr val="162C45"/>
                </a:solidFill>
                <a:latin typeface="DejaVu Serif"/>
                <a:ea typeface="DejaVu Serif"/>
                <a:cs typeface="DejaVu Serif"/>
              </a:defRPr>
            </a:lvl3pPr>
            <a:lvl4pPr algn="l">
              <a:defRPr sz="1725" b="1">
                <a:solidFill>
                  <a:srgbClr val="162C45"/>
                </a:solidFill>
                <a:latin typeface="DejaVu Serif"/>
                <a:ea typeface="DejaVu Serif"/>
                <a:cs typeface="DejaVu Serif"/>
              </a:defRPr>
            </a:lvl4pPr>
            <a:lvl5pPr algn="l">
              <a:defRPr sz="1725" b="1">
                <a:solidFill>
                  <a:srgbClr val="162C45"/>
                </a:solidFill>
                <a:latin typeface="DejaVu Serif"/>
                <a:ea typeface="DejaVu Serif"/>
                <a:cs typeface="DejaVu Serif"/>
              </a:defRPr>
            </a:lvl5pPr>
            <a:lvl6pPr algn="l">
              <a:defRPr sz="1725" b="1">
                <a:solidFill>
                  <a:srgbClr val="162C45"/>
                </a:solidFill>
                <a:latin typeface="DejaVu Serif"/>
                <a:ea typeface="DejaVu Serif"/>
                <a:cs typeface="DejaVu Serif"/>
              </a:defRPr>
            </a:lvl6pPr>
            <a:lvl7pPr algn="l">
              <a:defRPr sz="1725" b="1">
                <a:solidFill>
                  <a:srgbClr val="162C45"/>
                </a:solidFill>
                <a:latin typeface="DejaVu Serif"/>
                <a:ea typeface="DejaVu Serif"/>
                <a:cs typeface="DejaVu Serif"/>
              </a:defRPr>
            </a:lvl7pPr>
            <a:lvl8pPr algn="l">
              <a:defRPr sz="1725" b="1">
                <a:solidFill>
                  <a:srgbClr val="162C45"/>
                </a:solidFill>
                <a:latin typeface="DejaVu Serif"/>
                <a:ea typeface="DejaVu Serif"/>
                <a:cs typeface="DejaVu Serif"/>
              </a:defRPr>
            </a:lvl8pPr>
            <a:lvl9pPr algn="l">
              <a:defRPr sz="1725" b="1">
                <a:solidFill>
                  <a:srgbClr val="162C45"/>
                </a:solidFill>
                <a:latin typeface="DejaVu Serif"/>
                <a:ea typeface="DejaVu Serif"/>
                <a:cs typeface="DejaVu Serif"/>
              </a:defRPr>
            </a:lvl9pPr>
          </a:lstStyle>
          <a:p xmlns:a="http://schemas.openxmlformats.org/drawingml/2006/main">
            <a:pPr algn="l">
              <a:defRPr sz="1725" b="1">
                <a:solidFill>
                  <a:srgbClr val="162C45"/>
                </a:solidFill>
                <a:latin typeface="DejaVu Serif"/>
                <a:ea typeface="DejaVu Serif"/>
                <a:cs typeface="DejaVu Serif"/>
              </a:defRPr>
            </a:pPr>
            <a:r>
              <a:rPr sz="1725" b="1">
                <a:solidFill>
                  <a:srgbClr val="162C45"/>
                </a:solidFill>
                <a:latin typeface="DejaVu Serif"/>
                <a:ea typeface="DejaVu Serif"/>
                <a:cs typeface="DejaVu Serif"/>
              </a:rPr>
              <a:t>Consistent Baselines</a:t>
            </a:r>
          </a:p>
        </p:txBody>
      </p:sp>
      <p:sp>
        <p:nvSpPr>
          <p:cNvPr id="26" name="text-137">
            <a:extLst xmlns:a="http://schemas.openxmlformats.org/drawingml/2006/main">
              <a:ext uri="{FF2B5EF4-FFF2-40B4-BE49-F238E27FC236}">
                <a16:creationId xmlns:a16="http://schemas.microsoft.com/office/drawing/2014/main" id="{CE2D9448-1E27-4515-860F-C320387DBD61}"/>
              </a:ext>
            </a:extLst>
          </p:cNvPr>
          <p:cNvSpPr>
            <a:spLocks xmlns:a="http://schemas.openxmlformats.org/drawingml/2006/main" noGrp="1"/>
          </p:cNvSpPr>
          <p:nvPr/>
        </p:nvSpPr>
        <p:spPr>
          <a:xfrm xmlns:a="http://schemas.openxmlformats.org/drawingml/2006/main">
            <a:off x="838200" y="4867275"/>
            <a:ext cx="30670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354A5F"/>
                </a:solidFill>
                <a:latin typeface="DejaVu Sans"/>
                <a:ea typeface="DejaVu Sans"/>
                <a:cs typeface="DejaVu Sans"/>
              </a:defRPr>
            </a:defPPr>
            <a:lvl1pPr algn="l">
              <a:defRPr sz="1500" b="0">
                <a:solidFill>
                  <a:srgbClr val="354A5F"/>
                </a:solidFill>
                <a:latin typeface="DejaVu Sans"/>
                <a:ea typeface="DejaVu Sans"/>
                <a:cs typeface="DejaVu Sans"/>
              </a:defRPr>
            </a:lvl1pPr>
            <a:lvl2pPr algn="l">
              <a:defRPr sz="1500" b="0">
                <a:solidFill>
                  <a:srgbClr val="354A5F"/>
                </a:solidFill>
                <a:latin typeface="DejaVu Sans"/>
                <a:ea typeface="DejaVu Sans"/>
                <a:cs typeface="DejaVu Sans"/>
              </a:defRPr>
            </a:lvl2pPr>
            <a:lvl3pPr algn="l">
              <a:defRPr sz="1500" b="0">
                <a:solidFill>
                  <a:srgbClr val="354A5F"/>
                </a:solidFill>
                <a:latin typeface="DejaVu Sans"/>
                <a:ea typeface="DejaVu Sans"/>
                <a:cs typeface="DejaVu Sans"/>
              </a:defRPr>
            </a:lvl3pPr>
            <a:lvl4pPr algn="l">
              <a:defRPr sz="1500" b="0">
                <a:solidFill>
                  <a:srgbClr val="354A5F"/>
                </a:solidFill>
                <a:latin typeface="DejaVu Sans"/>
                <a:ea typeface="DejaVu Sans"/>
                <a:cs typeface="DejaVu Sans"/>
              </a:defRPr>
            </a:lvl4pPr>
            <a:lvl5pPr algn="l">
              <a:defRPr sz="1500" b="0">
                <a:solidFill>
                  <a:srgbClr val="354A5F"/>
                </a:solidFill>
                <a:latin typeface="DejaVu Sans"/>
                <a:ea typeface="DejaVu Sans"/>
                <a:cs typeface="DejaVu Sans"/>
              </a:defRPr>
            </a:lvl5pPr>
            <a:lvl6pPr algn="l">
              <a:defRPr sz="1500" b="0">
                <a:solidFill>
                  <a:srgbClr val="354A5F"/>
                </a:solidFill>
                <a:latin typeface="DejaVu Sans"/>
                <a:ea typeface="DejaVu Sans"/>
                <a:cs typeface="DejaVu Sans"/>
              </a:defRPr>
            </a:lvl6pPr>
            <a:lvl7pPr algn="l">
              <a:defRPr sz="1500" b="0">
                <a:solidFill>
                  <a:srgbClr val="354A5F"/>
                </a:solidFill>
                <a:latin typeface="DejaVu Sans"/>
                <a:ea typeface="DejaVu Sans"/>
                <a:cs typeface="DejaVu Sans"/>
              </a:defRPr>
            </a:lvl7pPr>
            <a:lvl8pPr algn="l">
              <a:defRPr sz="1500" b="0">
                <a:solidFill>
                  <a:srgbClr val="354A5F"/>
                </a:solidFill>
                <a:latin typeface="DejaVu Sans"/>
                <a:ea typeface="DejaVu Sans"/>
                <a:cs typeface="DejaVu Sans"/>
              </a:defRPr>
            </a:lvl8pPr>
            <a:lvl9pPr algn="l">
              <a:defRPr sz="1500" b="0">
                <a:solidFill>
                  <a:srgbClr val="354A5F"/>
                </a:solidFill>
                <a:latin typeface="DejaVu Sans"/>
                <a:ea typeface="DejaVu Sans"/>
                <a:cs typeface="DejaVu Sans"/>
              </a:defRPr>
            </a:lvl9pPr>
          </a:lstStyle>
          <a:p xmlns:a="http://schemas.openxmlformats.org/drawingml/2006/main">
            <a:pPr algn="l">
              <a:defRPr sz="1500" b="0">
                <a:solidFill>
                  <a:srgbClr val="354A5F"/>
                </a:solidFill>
                <a:latin typeface="DejaVu Sans"/>
                <a:ea typeface="DejaVu Sans"/>
                <a:cs typeface="DejaVu Sans"/>
              </a:defRPr>
            </a:pPr>
            <a:r>
              <a:rPr sz="1500" b="0">
                <a:solidFill>
                  <a:srgbClr val="354A5F"/>
                </a:solidFill>
                <a:latin typeface="DejaVu Sans"/>
                <a:ea typeface="DejaVu Sans"/>
                <a:cs typeface="DejaVu Sans"/>
              </a:rPr>
              <a:t>Generate declared foreign-key and selected traditional checks.</a:t>
            </a:r>
          </a:p>
        </p:txBody>
      </p:sp>
      <p:sp>
        <p:nvSpPr>
          <p:cNvPr id="27" name="panel-138">
            <a:extLst xmlns:a="http://schemas.openxmlformats.org/drawingml/2006/main">
              <a:ext uri="{FF2B5EF4-FFF2-40B4-BE49-F238E27FC236}">
                <a16:creationId xmlns:a16="http://schemas.microsoft.com/office/drawing/2014/main" id="{9A5654B9-7BFF-4778-8B35-7D802DBEB9CF}"/>
              </a:ext>
            </a:extLst>
          </p:cNvPr>
          <p:cNvSpPr>
            <a:spLocks xmlns:a="http://schemas.openxmlformats.org/drawingml/2006/main" noGrp="1"/>
          </p:cNvSpPr>
          <p:nvPr/>
        </p:nvSpPr>
        <p:spPr>
          <a:xfrm xmlns:a="http://schemas.openxmlformats.org/drawingml/2006/main">
            <a:off x="4333875" y="3876675"/>
            <a:ext cx="3524250" cy="1876425"/>
          </a:xfrm>
          <a:prstGeom xmlns:a="http://schemas.openxmlformats.org/drawingml/2006/main" prst="roundRect">
            <a:avLst>
              <a:gd name="adj" fmla="val 7107"/>
            </a:avLst>
          </a:prstGeom>
          <a:solidFill xmlns:a="http://schemas.openxmlformats.org/drawingml/2006/main">
            <a:srgbClr val="F2F7FA"/>
          </a:solidFill>
          <a:ln xmlns:a="http://schemas.openxmlformats.org/drawingml/2006/main" w="9525">
            <a:solidFill>
              <a:srgbClr val="D9E5EC"/>
            </a:solidFill>
            <a:prstDash val="solid"/>
          </a:ln>
        </p:spPr>
      </p:sp>
      <p:sp>
        <p:nvSpPr>
          <p:cNvPr id="28" name="panel-139">
            <a:extLst xmlns:a="http://schemas.openxmlformats.org/drawingml/2006/main">
              <a:ext uri="{FF2B5EF4-FFF2-40B4-BE49-F238E27FC236}">
                <a16:creationId xmlns:a16="http://schemas.microsoft.com/office/drawing/2014/main" id="{F86E230B-66A9-40EC-B0F3-9F830732F46E}"/>
              </a:ext>
            </a:extLst>
          </p:cNvPr>
          <p:cNvSpPr>
            <a:spLocks xmlns:a="http://schemas.openxmlformats.org/drawingml/2006/main" noGrp="1"/>
          </p:cNvSpPr>
          <p:nvPr/>
        </p:nvSpPr>
        <p:spPr>
          <a:xfrm xmlns:a="http://schemas.openxmlformats.org/drawingml/2006/main">
            <a:off x="4562475" y="4105275"/>
            <a:ext cx="495300" cy="495300"/>
          </a:xfrm>
          <a:prstGeom xmlns:a="http://schemas.openxmlformats.org/drawingml/2006/main" prst="roundRect">
            <a:avLst>
              <a:gd name="adj" fmla="val 50000"/>
            </a:avLst>
          </a:prstGeom>
          <a:solidFill xmlns:a="http://schemas.openxmlformats.org/drawingml/2006/main">
            <a:srgbClr val="247E91"/>
          </a:solidFill>
          <a:ln xmlns:a="http://schemas.openxmlformats.org/drawingml/2006/main" w="0">
            <a:noFill/>
            <a:prstDash val="solid"/>
          </a:ln>
        </p:spPr>
      </p:sp>
      <p:pic>
        <p:nvPicPr>
          <p:cNvPr id="29" name="">
            <a:extLst xmlns:a="http://schemas.openxmlformats.org/drawingml/2006/main">
              <a:ext uri="{FF2B5EF4-FFF2-40B4-BE49-F238E27FC236}">
                <a16:creationId xmlns:a16="http://schemas.microsoft.com/office/drawing/2014/main" id="{E9080CFE-A0DC-498B-878A-000799CA2EA1}"/>
              </a:ext>
            </a:extLst>
          </p:cNvPr>
          <p:cNvPicPr>
            <a:picLocks xmlns:a="http://schemas.openxmlformats.org/drawingml/2006/main" noChangeAspect="1"/>
          </p:cNvPicPr>
          <p:nvPr/>
        </p:nvPicPr>
        <p:blipFill>
          <a:blip xmlns:r="http://schemas.openxmlformats.org/officeDocument/2006/relationships" xmlns:a="http://schemas.openxmlformats.org/drawingml/2006/main" r:embed="R18158f6d2bce4456">
            <a:extLst>
              <a:ext uri="{96DAC541-7B7A-43D3-8B79-37D633B846F1}">
                <asvg:svgBlip xmlns:asvg="http://schemas.microsoft.com/office/drawing/2016/SVG/main" r:embed="Rc52b215b45f743a3"/>
              </a:ext>
            </a:extLst>
          </a:blip>
          <a:stretch xmlns:a="http://schemas.openxmlformats.org/drawingml/2006/main"/>
        </p:blipFill>
        <p:spPr>
          <a:xfrm xmlns:a="http://schemas.openxmlformats.org/drawingml/2006/main">
            <a:off x="4681347" y="4224147"/>
            <a:ext cx="257556" cy="257556"/>
          </a:xfrm>
          <a:prstGeom xmlns:a="http://schemas.openxmlformats.org/drawingml/2006/main" prst="rect">
            <a:avLst/>
          </a:prstGeom>
        </p:spPr>
      </p:pic>
      <p:sp>
        <p:nvSpPr>
          <p:cNvPr id="30" name="text-140">
            <a:extLst xmlns:a="http://schemas.openxmlformats.org/drawingml/2006/main">
              <a:ext uri="{FF2B5EF4-FFF2-40B4-BE49-F238E27FC236}">
                <a16:creationId xmlns:a16="http://schemas.microsoft.com/office/drawing/2014/main" id="{9DCFCEFB-4E0E-456F-A08A-5B51D32B31AC}"/>
              </a:ext>
            </a:extLst>
          </p:cNvPr>
          <p:cNvSpPr>
            <a:spLocks xmlns:a="http://schemas.openxmlformats.org/drawingml/2006/main" noGrp="1"/>
          </p:cNvSpPr>
          <p:nvPr/>
        </p:nvSpPr>
        <p:spPr>
          <a:xfrm xmlns:a="http://schemas.openxmlformats.org/drawingml/2006/main">
            <a:off x="5210175" y="4114800"/>
            <a:ext cx="2419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62C45"/>
                </a:solidFill>
                <a:latin typeface="DejaVu Serif"/>
                <a:ea typeface="DejaVu Serif"/>
                <a:cs typeface="DejaVu Serif"/>
              </a:defRPr>
            </a:defPPr>
            <a:lvl1pPr algn="l">
              <a:defRPr sz="1725" b="1">
                <a:solidFill>
                  <a:srgbClr val="162C45"/>
                </a:solidFill>
                <a:latin typeface="DejaVu Serif"/>
                <a:ea typeface="DejaVu Serif"/>
                <a:cs typeface="DejaVu Serif"/>
              </a:defRPr>
            </a:lvl1pPr>
            <a:lvl2pPr algn="l">
              <a:defRPr sz="1725" b="1">
                <a:solidFill>
                  <a:srgbClr val="162C45"/>
                </a:solidFill>
                <a:latin typeface="DejaVu Serif"/>
                <a:ea typeface="DejaVu Serif"/>
                <a:cs typeface="DejaVu Serif"/>
              </a:defRPr>
            </a:lvl2pPr>
            <a:lvl3pPr algn="l">
              <a:defRPr sz="1725" b="1">
                <a:solidFill>
                  <a:srgbClr val="162C45"/>
                </a:solidFill>
                <a:latin typeface="DejaVu Serif"/>
                <a:ea typeface="DejaVu Serif"/>
                <a:cs typeface="DejaVu Serif"/>
              </a:defRPr>
            </a:lvl3pPr>
            <a:lvl4pPr algn="l">
              <a:defRPr sz="1725" b="1">
                <a:solidFill>
                  <a:srgbClr val="162C45"/>
                </a:solidFill>
                <a:latin typeface="DejaVu Serif"/>
                <a:ea typeface="DejaVu Serif"/>
                <a:cs typeface="DejaVu Serif"/>
              </a:defRPr>
            </a:lvl4pPr>
            <a:lvl5pPr algn="l">
              <a:defRPr sz="1725" b="1">
                <a:solidFill>
                  <a:srgbClr val="162C45"/>
                </a:solidFill>
                <a:latin typeface="DejaVu Serif"/>
                <a:ea typeface="DejaVu Serif"/>
                <a:cs typeface="DejaVu Serif"/>
              </a:defRPr>
            </a:lvl5pPr>
            <a:lvl6pPr algn="l">
              <a:defRPr sz="1725" b="1">
                <a:solidFill>
                  <a:srgbClr val="162C45"/>
                </a:solidFill>
                <a:latin typeface="DejaVu Serif"/>
                <a:ea typeface="DejaVu Serif"/>
                <a:cs typeface="DejaVu Serif"/>
              </a:defRPr>
            </a:lvl6pPr>
            <a:lvl7pPr algn="l">
              <a:defRPr sz="1725" b="1">
                <a:solidFill>
                  <a:srgbClr val="162C45"/>
                </a:solidFill>
                <a:latin typeface="DejaVu Serif"/>
                <a:ea typeface="DejaVu Serif"/>
                <a:cs typeface="DejaVu Serif"/>
              </a:defRPr>
            </a:lvl7pPr>
            <a:lvl8pPr algn="l">
              <a:defRPr sz="1725" b="1">
                <a:solidFill>
                  <a:srgbClr val="162C45"/>
                </a:solidFill>
                <a:latin typeface="DejaVu Serif"/>
                <a:ea typeface="DejaVu Serif"/>
                <a:cs typeface="DejaVu Serif"/>
              </a:defRPr>
            </a:lvl8pPr>
            <a:lvl9pPr algn="l">
              <a:defRPr sz="1725" b="1">
                <a:solidFill>
                  <a:srgbClr val="162C45"/>
                </a:solidFill>
                <a:latin typeface="DejaVu Serif"/>
                <a:ea typeface="DejaVu Serif"/>
                <a:cs typeface="DejaVu Serif"/>
              </a:defRPr>
            </a:lvl9pPr>
          </a:lstStyle>
          <a:p xmlns:a="http://schemas.openxmlformats.org/drawingml/2006/main">
            <a:pPr algn="l">
              <a:defRPr sz="1725" b="1">
                <a:solidFill>
                  <a:srgbClr val="162C45"/>
                </a:solidFill>
                <a:latin typeface="DejaVu Serif"/>
                <a:ea typeface="DejaVu Serif"/>
                <a:cs typeface="DejaVu Serif"/>
              </a:defRPr>
            </a:pPr>
            <a:r>
              <a:rPr sz="1725" b="1">
                <a:solidFill>
                  <a:srgbClr val="162C45"/>
                </a:solidFill>
                <a:latin typeface="DejaVu Serif"/>
                <a:ea typeface="DejaVu Serif"/>
                <a:cs typeface="DejaVu Serif"/>
              </a:rPr>
              <a:t>Human Review</a:t>
            </a:r>
          </a:p>
        </p:txBody>
      </p:sp>
      <p:sp>
        <p:nvSpPr>
          <p:cNvPr id="31" name="text-141">
            <a:extLst xmlns:a="http://schemas.openxmlformats.org/drawingml/2006/main">
              <a:ext uri="{FF2B5EF4-FFF2-40B4-BE49-F238E27FC236}">
                <a16:creationId xmlns:a16="http://schemas.microsoft.com/office/drawing/2014/main" id="{A552388E-B6B1-4E8E-96C2-D56DF88809CA}"/>
              </a:ext>
            </a:extLst>
          </p:cNvPr>
          <p:cNvSpPr>
            <a:spLocks xmlns:a="http://schemas.openxmlformats.org/drawingml/2006/main" noGrp="1"/>
          </p:cNvSpPr>
          <p:nvPr/>
        </p:nvSpPr>
        <p:spPr>
          <a:xfrm xmlns:a="http://schemas.openxmlformats.org/drawingml/2006/main">
            <a:off x="4562475" y="4867275"/>
            <a:ext cx="30670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354A5F"/>
                </a:solidFill>
                <a:latin typeface="DejaVu Sans"/>
                <a:ea typeface="DejaVu Sans"/>
                <a:cs typeface="DejaVu Sans"/>
              </a:defRPr>
            </a:defPPr>
            <a:lvl1pPr algn="l">
              <a:defRPr sz="1500" b="0">
                <a:solidFill>
                  <a:srgbClr val="354A5F"/>
                </a:solidFill>
                <a:latin typeface="DejaVu Sans"/>
                <a:ea typeface="DejaVu Sans"/>
                <a:cs typeface="DejaVu Sans"/>
              </a:defRPr>
            </a:lvl1pPr>
            <a:lvl2pPr algn="l">
              <a:defRPr sz="1500" b="0">
                <a:solidFill>
                  <a:srgbClr val="354A5F"/>
                </a:solidFill>
                <a:latin typeface="DejaVu Sans"/>
                <a:ea typeface="DejaVu Sans"/>
                <a:cs typeface="DejaVu Sans"/>
              </a:defRPr>
            </a:lvl2pPr>
            <a:lvl3pPr algn="l">
              <a:defRPr sz="1500" b="0">
                <a:solidFill>
                  <a:srgbClr val="354A5F"/>
                </a:solidFill>
                <a:latin typeface="DejaVu Sans"/>
                <a:ea typeface="DejaVu Sans"/>
                <a:cs typeface="DejaVu Sans"/>
              </a:defRPr>
            </a:lvl3pPr>
            <a:lvl4pPr algn="l">
              <a:defRPr sz="1500" b="0">
                <a:solidFill>
                  <a:srgbClr val="354A5F"/>
                </a:solidFill>
                <a:latin typeface="DejaVu Sans"/>
                <a:ea typeface="DejaVu Sans"/>
                <a:cs typeface="DejaVu Sans"/>
              </a:defRPr>
            </a:lvl4pPr>
            <a:lvl5pPr algn="l">
              <a:defRPr sz="1500" b="0">
                <a:solidFill>
                  <a:srgbClr val="354A5F"/>
                </a:solidFill>
                <a:latin typeface="DejaVu Sans"/>
                <a:ea typeface="DejaVu Sans"/>
                <a:cs typeface="DejaVu Sans"/>
              </a:defRPr>
            </a:lvl5pPr>
            <a:lvl6pPr algn="l">
              <a:defRPr sz="1500" b="0">
                <a:solidFill>
                  <a:srgbClr val="354A5F"/>
                </a:solidFill>
                <a:latin typeface="DejaVu Sans"/>
                <a:ea typeface="DejaVu Sans"/>
                <a:cs typeface="DejaVu Sans"/>
              </a:defRPr>
            </a:lvl6pPr>
            <a:lvl7pPr algn="l">
              <a:defRPr sz="1500" b="0">
                <a:solidFill>
                  <a:srgbClr val="354A5F"/>
                </a:solidFill>
                <a:latin typeface="DejaVu Sans"/>
                <a:ea typeface="DejaVu Sans"/>
                <a:cs typeface="DejaVu Sans"/>
              </a:defRPr>
            </a:lvl7pPr>
            <a:lvl8pPr algn="l">
              <a:defRPr sz="1500" b="0">
                <a:solidFill>
                  <a:srgbClr val="354A5F"/>
                </a:solidFill>
                <a:latin typeface="DejaVu Sans"/>
                <a:ea typeface="DejaVu Sans"/>
                <a:cs typeface="DejaVu Sans"/>
              </a:defRPr>
            </a:lvl8pPr>
            <a:lvl9pPr algn="l">
              <a:defRPr sz="1500" b="0">
                <a:solidFill>
                  <a:srgbClr val="354A5F"/>
                </a:solidFill>
                <a:latin typeface="DejaVu Sans"/>
                <a:ea typeface="DejaVu Sans"/>
                <a:cs typeface="DejaVu Sans"/>
              </a:defRPr>
            </a:lvl9pPr>
          </a:lstStyle>
          <a:p xmlns:a="http://schemas.openxmlformats.org/drawingml/2006/main">
            <a:pPr algn="l">
              <a:defRPr sz="1500" b="0">
                <a:solidFill>
                  <a:srgbClr val="354A5F"/>
                </a:solidFill>
                <a:latin typeface="DejaVu Sans"/>
                <a:ea typeface="DejaVu Sans"/>
                <a:cs typeface="DejaVu Sans"/>
              </a:defRPr>
            </a:pPr>
            <a:r>
              <a:rPr sz="1500" b="0">
                <a:solidFill>
                  <a:srgbClr val="354A5F"/>
                </a:solidFill>
                <a:latin typeface="DejaVu Sans"/>
                <a:ea typeface="DejaVu Sans"/>
                <a:cs typeface="DejaVu Sans"/>
              </a:rPr>
              <a:t>Let engineers inspect, select and edit candidate SQL.</a:t>
            </a:r>
          </a:p>
        </p:txBody>
      </p:sp>
      <p:sp>
        <p:nvSpPr>
          <p:cNvPr id="32" name="panel-142">
            <a:extLst xmlns:a="http://schemas.openxmlformats.org/drawingml/2006/main">
              <a:ext uri="{FF2B5EF4-FFF2-40B4-BE49-F238E27FC236}">
                <a16:creationId xmlns:a16="http://schemas.microsoft.com/office/drawing/2014/main" id="{0E1A2034-989B-4012-96CA-4821D69E5104}"/>
              </a:ext>
            </a:extLst>
          </p:cNvPr>
          <p:cNvSpPr>
            <a:spLocks xmlns:a="http://schemas.openxmlformats.org/drawingml/2006/main" noGrp="1"/>
          </p:cNvSpPr>
          <p:nvPr/>
        </p:nvSpPr>
        <p:spPr>
          <a:xfrm xmlns:a="http://schemas.openxmlformats.org/drawingml/2006/main">
            <a:off x="8058150" y="3876675"/>
            <a:ext cx="3524250" cy="1876425"/>
          </a:xfrm>
          <a:prstGeom xmlns:a="http://schemas.openxmlformats.org/drawingml/2006/main" prst="roundRect">
            <a:avLst>
              <a:gd name="adj" fmla="val 7107"/>
            </a:avLst>
          </a:prstGeom>
          <a:solidFill xmlns:a="http://schemas.openxmlformats.org/drawingml/2006/main">
            <a:srgbClr val="F2F7FA"/>
          </a:solidFill>
          <a:ln xmlns:a="http://schemas.openxmlformats.org/drawingml/2006/main" w="9525">
            <a:solidFill>
              <a:srgbClr val="D9E5EC"/>
            </a:solidFill>
            <a:prstDash val="solid"/>
          </a:ln>
        </p:spPr>
      </p:sp>
      <p:sp>
        <p:nvSpPr>
          <p:cNvPr id="33" name="panel-143">
            <a:extLst xmlns:a="http://schemas.openxmlformats.org/drawingml/2006/main">
              <a:ext uri="{FF2B5EF4-FFF2-40B4-BE49-F238E27FC236}">
                <a16:creationId xmlns:a16="http://schemas.microsoft.com/office/drawing/2014/main" id="{FB98163F-6C53-48A1-8A69-397B2D166DED}"/>
              </a:ext>
            </a:extLst>
          </p:cNvPr>
          <p:cNvSpPr>
            <a:spLocks xmlns:a="http://schemas.openxmlformats.org/drawingml/2006/main" noGrp="1"/>
          </p:cNvSpPr>
          <p:nvPr/>
        </p:nvSpPr>
        <p:spPr>
          <a:xfrm xmlns:a="http://schemas.openxmlformats.org/drawingml/2006/main">
            <a:off x="8286750" y="4105275"/>
            <a:ext cx="495300" cy="495300"/>
          </a:xfrm>
          <a:prstGeom xmlns:a="http://schemas.openxmlformats.org/drawingml/2006/main" prst="roundRect">
            <a:avLst>
              <a:gd name="adj" fmla="val 50000"/>
            </a:avLst>
          </a:prstGeom>
          <a:solidFill xmlns:a="http://schemas.openxmlformats.org/drawingml/2006/main">
            <a:srgbClr val="247E91"/>
          </a:solidFill>
          <a:ln xmlns:a="http://schemas.openxmlformats.org/drawingml/2006/main" w="0">
            <a:noFill/>
            <a:prstDash val="solid"/>
          </a:ln>
        </p:spPr>
      </p:sp>
      <p:pic>
        <p:nvPicPr>
          <p:cNvPr id="34" name="">
            <a:extLst xmlns:a="http://schemas.openxmlformats.org/drawingml/2006/main">
              <a:ext uri="{FF2B5EF4-FFF2-40B4-BE49-F238E27FC236}">
                <a16:creationId xmlns:a16="http://schemas.microsoft.com/office/drawing/2014/main" id="{4DC6F889-F438-425D-A98C-6D02F3C2C1D4}"/>
              </a:ext>
            </a:extLst>
          </p:cNvPr>
          <p:cNvPicPr>
            <a:picLocks xmlns:a="http://schemas.openxmlformats.org/drawingml/2006/main" noChangeAspect="1"/>
          </p:cNvPicPr>
          <p:nvPr/>
        </p:nvPicPr>
        <p:blipFill>
          <a:blip xmlns:r="http://schemas.openxmlformats.org/officeDocument/2006/relationships" xmlns:a="http://schemas.openxmlformats.org/drawingml/2006/main" r:embed="R293439ec3b2e47d6">
            <a:extLst>
              <a:ext uri="{96DAC541-7B7A-43D3-8B79-37D633B846F1}">
                <asvg:svgBlip xmlns:asvg="http://schemas.microsoft.com/office/drawing/2016/SVG/main" r:embed="Rb19192bdb03a4491"/>
              </a:ext>
            </a:extLst>
          </a:blip>
          <a:stretch xmlns:a="http://schemas.openxmlformats.org/drawingml/2006/main"/>
        </p:blipFill>
        <p:spPr>
          <a:xfrm xmlns:a="http://schemas.openxmlformats.org/drawingml/2006/main">
            <a:off x="8405622" y="4224147"/>
            <a:ext cx="257556" cy="257556"/>
          </a:xfrm>
          <a:prstGeom xmlns:a="http://schemas.openxmlformats.org/drawingml/2006/main" prst="rect">
            <a:avLst/>
          </a:prstGeom>
        </p:spPr>
      </p:pic>
      <p:sp>
        <p:nvSpPr>
          <p:cNvPr id="35" name="text-144">
            <a:extLst xmlns:a="http://schemas.openxmlformats.org/drawingml/2006/main">
              <a:ext uri="{FF2B5EF4-FFF2-40B4-BE49-F238E27FC236}">
                <a16:creationId xmlns:a16="http://schemas.microsoft.com/office/drawing/2014/main" id="{567F4DCE-D249-4A69-80A8-BF25BA80F015}"/>
              </a:ext>
            </a:extLst>
          </p:cNvPr>
          <p:cNvSpPr>
            <a:spLocks xmlns:a="http://schemas.openxmlformats.org/drawingml/2006/main" noGrp="1"/>
          </p:cNvSpPr>
          <p:nvPr/>
        </p:nvSpPr>
        <p:spPr>
          <a:xfrm xmlns:a="http://schemas.openxmlformats.org/drawingml/2006/main">
            <a:off x="8934450" y="4114800"/>
            <a:ext cx="2419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62C45"/>
                </a:solidFill>
                <a:latin typeface="DejaVu Serif"/>
                <a:ea typeface="DejaVu Serif"/>
                <a:cs typeface="DejaVu Serif"/>
              </a:defRPr>
            </a:defPPr>
            <a:lvl1pPr algn="l">
              <a:defRPr sz="1725" b="1">
                <a:solidFill>
                  <a:srgbClr val="162C45"/>
                </a:solidFill>
                <a:latin typeface="DejaVu Serif"/>
                <a:ea typeface="DejaVu Serif"/>
                <a:cs typeface="DejaVu Serif"/>
              </a:defRPr>
            </a:lvl1pPr>
            <a:lvl2pPr algn="l">
              <a:defRPr sz="1725" b="1">
                <a:solidFill>
                  <a:srgbClr val="162C45"/>
                </a:solidFill>
                <a:latin typeface="DejaVu Serif"/>
                <a:ea typeface="DejaVu Serif"/>
                <a:cs typeface="DejaVu Serif"/>
              </a:defRPr>
            </a:lvl2pPr>
            <a:lvl3pPr algn="l">
              <a:defRPr sz="1725" b="1">
                <a:solidFill>
                  <a:srgbClr val="162C45"/>
                </a:solidFill>
                <a:latin typeface="DejaVu Serif"/>
                <a:ea typeface="DejaVu Serif"/>
                <a:cs typeface="DejaVu Serif"/>
              </a:defRPr>
            </a:lvl3pPr>
            <a:lvl4pPr algn="l">
              <a:defRPr sz="1725" b="1">
                <a:solidFill>
                  <a:srgbClr val="162C45"/>
                </a:solidFill>
                <a:latin typeface="DejaVu Serif"/>
                <a:ea typeface="DejaVu Serif"/>
                <a:cs typeface="DejaVu Serif"/>
              </a:defRPr>
            </a:lvl4pPr>
            <a:lvl5pPr algn="l">
              <a:defRPr sz="1725" b="1">
                <a:solidFill>
                  <a:srgbClr val="162C45"/>
                </a:solidFill>
                <a:latin typeface="DejaVu Serif"/>
                <a:ea typeface="DejaVu Serif"/>
                <a:cs typeface="DejaVu Serif"/>
              </a:defRPr>
            </a:lvl5pPr>
            <a:lvl6pPr algn="l">
              <a:defRPr sz="1725" b="1">
                <a:solidFill>
                  <a:srgbClr val="162C45"/>
                </a:solidFill>
                <a:latin typeface="DejaVu Serif"/>
                <a:ea typeface="DejaVu Serif"/>
                <a:cs typeface="DejaVu Serif"/>
              </a:defRPr>
            </a:lvl6pPr>
            <a:lvl7pPr algn="l">
              <a:defRPr sz="1725" b="1">
                <a:solidFill>
                  <a:srgbClr val="162C45"/>
                </a:solidFill>
                <a:latin typeface="DejaVu Serif"/>
                <a:ea typeface="DejaVu Serif"/>
                <a:cs typeface="DejaVu Serif"/>
              </a:defRPr>
            </a:lvl7pPr>
            <a:lvl8pPr algn="l">
              <a:defRPr sz="1725" b="1">
                <a:solidFill>
                  <a:srgbClr val="162C45"/>
                </a:solidFill>
                <a:latin typeface="DejaVu Serif"/>
                <a:ea typeface="DejaVu Serif"/>
                <a:cs typeface="DejaVu Serif"/>
              </a:defRPr>
            </a:lvl8pPr>
            <a:lvl9pPr algn="l">
              <a:defRPr sz="1725" b="1">
                <a:solidFill>
                  <a:srgbClr val="162C45"/>
                </a:solidFill>
                <a:latin typeface="DejaVu Serif"/>
                <a:ea typeface="DejaVu Serif"/>
                <a:cs typeface="DejaVu Serif"/>
              </a:defRPr>
            </a:lvl9pPr>
          </a:lstStyle>
          <a:p xmlns:a="http://schemas.openxmlformats.org/drawingml/2006/main">
            <a:pPr algn="l">
              <a:defRPr sz="1725" b="1">
                <a:solidFill>
                  <a:srgbClr val="162C45"/>
                </a:solidFill>
                <a:latin typeface="DejaVu Serif"/>
                <a:ea typeface="DejaVu Serif"/>
                <a:cs typeface="DejaVu Serif"/>
              </a:defRPr>
            </a:pPr>
            <a:r>
              <a:rPr sz="1725" b="1">
                <a:solidFill>
                  <a:srgbClr val="162C45"/>
                </a:solidFill>
                <a:latin typeface="DejaVu Serif"/>
                <a:ea typeface="DejaVu Serif"/>
                <a:cs typeface="DejaVu Serif"/>
              </a:rPr>
              <a:t>Reusable Outputs</a:t>
            </a:r>
          </a:p>
        </p:txBody>
      </p:sp>
      <p:sp>
        <p:nvSpPr>
          <p:cNvPr id="36" name="text-145">
            <a:extLst xmlns:a="http://schemas.openxmlformats.org/drawingml/2006/main">
              <a:ext uri="{FF2B5EF4-FFF2-40B4-BE49-F238E27FC236}">
                <a16:creationId xmlns:a16="http://schemas.microsoft.com/office/drawing/2014/main" id="{7C308CEF-826F-4540-9BE7-0323E1803AB3}"/>
              </a:ext>
            </a:extLst>
          </p:cNvPr>
          <p:cNvSpPr>
            <a:spLocks xmlns:a="http://schemas.openxmlformats.org/drawingml/2006/main" noGrp="1"/>
          </p:cNvSpPr>
          <p:nvPr/>
        </p:nvSpPr>
        <p:spPr>
          <a:xfrm xmlns:a="http://schemas.openxmlformats.org/drawingml/2006/main">
            <a:off x="8286750" y="4867275"/>
            <a:ext cx="30670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354A5F"/>
                </a:solidFill>
                <a:latin typeface="DejaVu Sans"/>
                <a:ea typeface="DejaVu Sans"/>
                <a:cs typeface="DejaVu Sans"/>
              </a:defRPr>
            </a:defPPr>
            <a:lvl1pPr algn="l">
              <a:defRPr sz="1500" b="0">
                <a:solidFill>
                  <a:srgbClr val="354A5F"/>
                </a:solidFill>
                <a:latin typeface="DejaVu Sans"/>
                <a:ea typeface="DejaVu Sans"/>
                <a:cs typeface="DejaVu Sans"/>
              </a:defRPr>
            </a:lvl1pPr>
            <a:lvl2pPr algn="l">
              <a:defRPr sz="1500" b="0">
                <a:solidFill>
                  <a:srgbClr val="354A5F"/>
                </a:solidFill>
                <a:latin typeface="DejaVu Sans"/>
                <a:ea typeface="DejaVu Sans"/>
                <a:cs typeface="DejaVu Sans"/>
              </a:defRPr>
            </a:lvl2pPr>
            <a:lvl3pPr algn="l">
              <a:defRPr sz="1500" b="0">
                <a:solidFill>
                  <a:srgbClr val="354A5F"/>
                </a:solidFill>
                <a:latin typeface="DejaVu Sans"/>
                <a:ea typeface="DejaVu Sans"/>
                <a:cs typeface="DejaVu Sans"/>
              </a:defRPr>
            </a:lvl3pPr>
            <a:lvl4pPr algn="l">
              <a:defRPr sz="1500" b="0">
                <a:solidFill>
                  <a:srgbClr val="354A5F"/>
                </a:solidFill>
                <a:latin typeface="DejaVu Sans"/>
                <a:ea typeface="DejaVu Sans"/>
                <a:cs typeface="DejaVu Sans"/>
              </a:defRPr>
            </a:lvl4pPr>
            <a:lvl5pPr algn="l">
              <a:defRPr sz="1500" b="0">
                <a:solidFill>
                  <a:srgbClr val="354A5F"/>
                </a:solidFill>
                <a:latin typeface="DejaVu Sans"/>
                <a:ea typeface="DejaVu Sans"/>
                <a:cs typeface="DejaVu Sans"/>
              </a:defRPr>
            </a:lvl5pPr>
            <a:lvl6pPr algn="l">
              <a:defRPr sz="1500" b="0">
                <a:solidFill>
                  <a:srgbClr val="354A5F"/>
                </a:solidFill>
                <a:latin typeface="DejaVu Sans"/>
                <a:ea typeface="DejaVu Sans"/>
                <a:cs typeface="DejaVu Sans"/>
              </a:defRPr>
            </a:lvl6pPr>
            <a:lvl7pPr algn="l">
              <a:defRPr sz="1500" b="0">
                <a:solidFill>
                  <a:srgbClr val="354A5F"/>
                </a:solidFill>
                <a:latin typeface="DejaVu Sans"/>
                <a:ea typeface="DejaVu Sans"/>
                <a:cs typeface="DejaVu Sans"/>
              </a:defRPr>
            </a:lvl7pPr>
            <a:lvl8pPr algn="l">
              <a:defRPr sz="1500" b="0">
                <a:solidFill>
                  <a:srgbClr val="354A5F"/>
                </a:solidFill>
                <a:latin typeface="DejaVu Sans"/>
                <a:ea typeface="DejaVu Sans"/>
                <a:cs typeface="DejaVu Sans"/>
              </a:defRPr>
            </a:lvl8pPr>
            <a:lvl9pPr algn="l">
              <a:defRPr sz="1500" b="0">
                <a:solidFill>
                  <a:srgbClr val="354A5F"/>
                </a:solidFill>
                <a:latin typeface="DejaVu Sans"/>
                <a:ea typeface="DejaVu Sans"/>
                <a:cs typeface="DejaVu Sans"/>
              </a:defRPr>
            </a:lvl9pPr>
          </a:lstStyle>
          <a:p xmlns:a="http://schemas.openxmlformats.org/drawingml/2006/main">
            <a:pPr algn="l">
              <a:defRPr sz="1500" b="0">
                <a:solidFill>
                  <a:srgbClr val="354A5F"/>
                </a:solidFill>
                <a:latin typeface="DejaVu Sans"/>
                <a:ea typeface="DejaVu Sans"/>
                <a:cs typeface="DejaVu Sans"/>
              </a:defRPr>
            </a:pPr>
            <a:r>
              <a:rPr sz="1500" b="0">
                <a:solidFill>
                  <a:srgbClr val="354A5F"/>
                </a:solidFill>
                <a:latin typeface="DejaVu Sans"/>
                <a:ea typeface="DejaVu Sans"/>
                <a:cs typeface="DejaVu Sans"/>
              </a:rPr>
              <a:t>Export curated rules as CSV, JSON or SQL.</a:t>
            </a:r>
          </a:p>
        </p:txBody>
      </p:sp>
    </p:spTree>
    <p:extLst>
      <p:ext uri="{BB962C8B-B14F-4D97-AF65-F5344CB8AC3E}">
        <p14:creationId xmlns:p14="http://schemas.microsoft.com/office/powerpoint/2010/main" val="189530081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text-146">
            <a:extLst xmlns:a="http://schemas.openxmlformats.org/drawingml/2006/main">
              <a:ext uri="{FF2B5EF4-FFF2-40B4-BE49-F238E27FC236}">
                <a16:creationId xmlns:a16="http://schemas.microsoft.com/office/drawing/2014/main" id="{0DF7C64E-DDA3-4509-86BD-8C0299547A87}"/>
              </a:ext>
            </a:extLst>
          </p:cNvPr>
          <p:cNvSpPr>
            <a:spLocks xmlns:a="http://schemas.openxmlformats.org/drawingml/2006/main" noGrp="1"/>
          </p:cNvSpPr>
          <p:nvPr/>
        </p:nvSpPr>
        <p:spPr>
          <a:xfrm xmlns:a="http://schemas.openxmlformats.org/drawingml/2006/main">
            <a:off x="609600" y="428625"/>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247E91"/>
                </a:solidFill>
                <a:latin typeface="DejaVu Sans"/>
                <a:ea typeface="DejaVu Sans"/>
                <a:cs typeface="DejaVu Sans"/>
              </a:defRPr>
            </a:defPPr>
            <a:lvl1pPr algn="l">
              <a:defRPr sz="1125" b="1">
                <a:solidFill>
                  <a:srgbClr val="247E91"/>
                </a:solidFill>
                <a:latin typeface="DejaVu Sans"/>
                <a:ea typeface="DejaVu Sans"/>
                <a:cs typeface="DejaVu Sans"/>
              </a:defRPr>
            </a:lvl1pPr>
            <a:lvl2pPr algn="l">
              <a:defRPr sz="1125" b="1">
                <a:solidFill>
                  <a:srgbClr val="247E91"/>
                </a:solidFill>
                <a:latin typeface="DejaVu Sans"/>
                <a:ea typeface="DejaVu Sans"/>
                <a:cs typeface="DejaVu Sans"/>
              </a:defRPr>
            </a:lvl2pPr>
            <a:lvl3pPr algn="l">
              <a:defRPr sz="1125" b="1">
                <a:solidFill>
                  <a:srgbClr val="247E91"/>
                </a:solidFill>
                <a:latin typeface="DejaVu Sans"/>
                <a:ea typeface="DejaVu Sans"/>
                <a:cs typeface="DejaVu Sans"/>
              </a:defRPr>
            </a:lvl3pPr>
            <a:lvl4pPr algn="l">
              <a:defRPr sz="1125" b="1">
                <a:solidFill>
                  <a:srgbClr val="247E91"/>
                </a:solidFill>
                <a:latin typeface="DejaVu Sans"/>
                <a:ea typeface="DejaVu Sans"/>
                <a:cs typeface="DejaVu Sans"/>
              </a:defRPr>
            </a:lvl4pPr>
            <a:lvl5pPr algn="l">
              <a:defRPr sz="1125" b="1">
                <a:solidFill>
                  <a:srgbClr val="247E91"/>
                </a:solidFill>
                <a:latin typeface="DejaVu Sans"/>
                <a:ea typeface="DejaVu Sans"/>
                <a:cs typeface="DejaVu Sans"/>
              </a:defRPr>
            </a:lvl5pPr>
            <a:lvl6pPr algn="l">
              <a:defRPr sz="1125" b="1">
                <a:solidFill>
                  <a:srgbClr val="247E91"/>
                </a:solidFill>
                <a:latin typeface="DejaVu Sans"/>
                <a:ea typeface="DejaVu Sans"/>
                <a:cs typeface="DejaVu Sans"/>
              </a:defRPr>
            </a:lvl6pPr>
            <a:lvl7pPr algn="l">
              <a:defRPr sz="1125" b="1">
                <a:solidFill>
                  <a:srgbClr val="247E91"/>
                </a:solidFill>
                <a:latin typeface="DejaVu Sans"/>
                <a:ea typeface="DejaVu Sans"/>
                <a:cs typeface="DejaVu Sans"/>
              </a:defRPr>
            </a:lvl7pPr>
            <a:lvl8pPr algn="l">
              <a:defRPr sz="1125" b="1">
                <a:solidFill>
                  <a:srgbClr val="247E91"/>
                </a:solidFill>
                <a:latin typeface="DejaVu Sans"/>
                <a:ea typeface="DejaVu Sans"/>
                <a:cs typeface="DejaVu Sans"/>
              </a:defRPr>
            </a:lvl8pPr>
            <a:lvl9pPr algn="l">
              <a:defRPr sz="1125" b="1">
                <a:solidFill>
                  <a:srgbClr val="247E91"/>
                </a:solidFill>
                <a:latin typeface="DejaVu Sans"/>
                <a:ea typeface="DejaVu Sans"/>
                <a:cs typeface="DejaVu Sans"/>
              </a:defRPr>
            </a:lvl9pPr>
          </a:lstStyle>
          <a:p xmlns:a="http://schemas.openxmlformats.org/drawingml/2006/main">
            <a:pPr algn="l">
              <a:defRPr sz="1125" b="1">
                <a:solidFill>
                  <a:srgbClr val="247E91"/>
                </a:solidFill>
                <a:latin typeface="DejaVu Sans"/>
                <a:ea typeface="DejaVu Sans"/>
                <a:cs typeface="DejaVu Sans"/>
              </a:defRPr>
            </a:pPr>
            <a:r>
              <a:rPr sz="1125" b="1">
                <a:solidFill>
                  <a:srgbClr val="247E91"/>
                </a:solidFill>
                <a:latin typeface="DejaVu Sans"/>
                <a:ea typeface="DejaVu Sans"/>
                <a:cs typeface="DejaVu Sans"/>
              </a:rPr>
              <a:t>OUR SOLUTION</a:t>
            </a:r>
          </a:p>
        </p:txBody>
      </p:sp>
      <p:sp>
        <p:nvSpPr>
          <p:cNvPr id="2" name="text-147">
            <a:extLst xmlns:a="http://schemas.openxmlformats.org/drawingml/2006/main">
              <a:ext uri="{FF2B5EF4-FFF2-40B4-BE49-F238E27FC236}">
                <a16:creationId xmlns:a16="http://schemas.microsoft.com/office/drawing/2014/main" id="{8048E747-CF72-47AF-BEAE-F607E712FEDA}"/>
              </a:ext>
            </a:extLst>
          </p:cNvPr>
          <p:cNvSpPr>
            <a:spLocks xmlns:a="http://schemas.openxmlformats.org/drawingml/2006/main" noGrp="1"/>
          </p:cNvSpPr>
          <p:nvPr/>
        </p:nvSpPr>
        <p:spPr>
          <a:xfrm xmlns:a="http://schemas.openxmlformats.org/drawingml/2006/main">
            <a:off x="609600" y="828675"/>
            <a:ext cx="109728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1">
                <a:solidFill>
                  <a:srgbClr val="162C45"/>
                </a:solidFill>
                <a:latin typeface="DejaVu Serif"/>
                <a:ea typeface="DejaVu Serif"/>
                <a:cs typeface="DejaVu Serif"/>
              </a:defRPr>
            </a:defPPr>
            <a:lvl1pPr algn="l">
              <a:defRPr sz="2625" b="1">
                <a:solidFill>
                  <a:srgbClr val="162C45"/>
                </a:solidFill>
                <a:latin typeface="DejaVu Serif"/>
                <a:ea typeface="DejaVu Serif"/>
                <a:cs typeface="DejaVu Serif"/>
              </a:defRPr>
            </a:lvl1pPr>
            <a:lvl2pPr algn="l">
              <a:defRPr sz="2625" b="1">
                <a:solidFill>
                  <a:srgbClr val="162C45"/>
                </a:solidFill>
                <a:latin typeface="DejaVu Serif"/>
                <a:ea typeface="DejaVu Serif"/>
                <a:cs typeface="DejaVu Serif"/>
              </a:defRPr>
            </a:lvl2pPr>
            <a:lvl3pPr algn="l">
              <a:defRPr sz="2625" b="1">
                <a:solidFill>
                  <a:srgbClr val="162C45"/>
                </a:solidFill>
                <a:latin typeface="DejaVu Serif"/>
                <a:ea typeface="DejaVu Serif"/>
                <a:cs typeface="DejaVu Serif"/>
              </a:defRPr>
            </a:lvl3pPr>
            <a:lvl4pPr algn="l">
              <a:defRPr sz="2625" b="1">
                <a:solidFill>
                  <a:srgbClr val="162C45"/>
                </a:solidFill>
                <a:latin typeface="DejaVu Serif"/>
                <a:ea typeface="DejaVu Serif"/>
                <a:cs typeface="DejaVu Serif"/>
              </a:defRPr>
            </a:lvl4pPr>
            <a:lvl5pPr algn="l">
              <a:defRPr sz="2625" b="1">
                <a:solidFill>
                  <a:srgbClr val="162C45"/>
                </a:solidFill>
                <a:latin typeface="DejaVu Serif"/>
                <a:ea typeface="DejaVu Serif"/>
                <a:cs typeface="DejaVu Serif"/>
              </a:defRPr>
            </a:lvl5pPr>
            <a:lvl6pPr algn="l">
              <a:defRPr sz="2625" b="1">
                <a:solidFill>
                  <a:srgbClr val="162C45"/>
                </a:solidFill>
                <a:latin typeface="DejaVu Serif"/>
                <a:ea typeface="DejaVu Serif"/>
                <a:cs typeface="DejaVu Serif"/>
              </a:defRPr>
            </a:lvl6pPr>
            <a:lvl7pPr algn="l">
              <a:defRPr sz="2625" b="1">
                <a:solidFill>
                  <a:srgbClr val="162C45"/>
                </a:solidFill>
                <a:latin typeface="DejaVu Serif"/>
                <a:ea typeface="DejaVu Serif"/>
                <a:cs typeface="DejaVu Serif"/>
              </a:defRPr>
            </a:lvl7pPr>
            <a:lvl8pPr algn="l">
              <a:defRPr sz="2625" b="1">
                <a:solidFill>
                  <a:srgbClr val="162C45"/>
                </a:solidFill>
                <a:latin typeface="DejaVu Serif"/>
                <a:ea typeface="DejaVu Serif"/>
                <a:cs typeface="DejaVu Serif"/>
              </a:defRPr>
            </a:lvl8pPr>
            <a:lvl9pPr algn="l">
              <a:defRPr sz="2625" b="1">
                <a:solidFill>
                  <a:srgbClr val="162C45"/>
                </a:solidFill>
                <a:latin typeface="DejaVu Serif"/>
                <a:ea typeface="DejaVu Serif"/>
                <a:cs typeface="DejaVu Serif"/>
              </a:defRPr>
            </a:lvl9pPr>
          </a:lstStyle>
          <a:p xmlns:a="http://schemas.openxmlformats.org/drawingml/2006/main">
            <a:pPr algn="l">
              <a:defRPr sz="2625" b="1">
                <a:solidFill>
                  <a:srgbClr val="162C45"/>
                </a:solidFill>
                <a:latin typeface="DejaVu Serif"/>
                <a:ea typeface="DejaVu Serif"/>
                <a:cs typeface="DejaVu Serif"/>
              </a:defRPr>
            </a:pPr>
            <a:r>
              <a:rPr sz="2625" b="1">
                <a:solidFill>
                  <a:srgbClr val="162C45"/>
                </a:solidFill>
                <a:latin typeface="DejaVu Serif"/>
                <a:ea typeface="DejaVu Serif"/>
                <a:cs typeface="DejaVu Serif"/>
              </a:rPr>
              <a:t>AI-Assisted Data Quality Rule Recommendation</a:t>
            </a:r>
          </a:p>
        </p:txBody>
      </p:sp>
      <p:pic>
        <p:nvPicPr>
          <p:cNvPr id="3" name="">
            <a:extLst xmlns:a="http://schemas.openxmlformats.org/drawingml/2006/main">
              <a:ext uri="{FF2B5EF4-FFF2-40B4-BE49-F238E27FC236}">
                <a16:creationId xmlns:a16="http://schemas.microsoft.com/office/drawing/2014/main" id="{227EAA0F-1B8B-4EE6-B532-830FB4A26823}"/>
              </a:ext>
            </a:extLst>
          </p:cNvPr>
          <p:cNvPicPr>
            <a:picLocks xmlns:a="http://schemas.openxmlformats.org/drawingml/2006/main" noChangeAspect="1"/>
          </p:cNvPicPr>
          <p:nvPr/>
        </p:nvPicPr>
        <p:blipFill>
          <a:blip xmlns:r="http://schemas.openxmlformats.org/officeDocument/2006/relationships" xmlns:a="http://schemas.openxmlformats.org/drawingml/2006/main" r:embed="R5b1f7c7c80514cf7"/>
          <a:stretch xmlns:a="http://schemas.openxmlformats.org/drawingml/2006/main"/>
        </p:blipFill>
        <p:spPr>
          <a:xfrm xmlns:a="http://schemas.openxmlformats.org/drawingml/2006/main">
            <a:off x="740111" y="6210300"/>
            <a:ext cx="1339177" cy="419100"/>
          </a:xfrm>
          <a:prstGeom xmlns:a="http://schemas.openxmlformats.org/drawingml/2006/main" prst="rect">
            <a:avLst/>
          </a:prstGeom>
        </p:spPr>
      </p:pic>
      <p:sp>
        <p:nvSpPr>
          <p:cNvPr id="4" name="panel-149">
            <a:extLst xmlns:a="http://schemas.openxmlformats.org/drawingml/2006/main">
              <a:ext uri="{FF2B5EF4-FFF2-40B4-BE49-F238E27FC236}">
                <a16:creationId xmlns:a16="http://schemas.microsoft.com/office/drawing/2014/main" id="{87D2BFED-2B08-4B37-A869-2D0A8C4B4B5E}"/>
              </a:ext>
            </a:extLst>
          </p:cNvPr>
          <p:cNvSpPr>
            <a:spLocks xmlns:a="http://schemas.openxmlformats.org/drawingml/2006/main" noGrp="1"/>
          </p:cNvSpPr>
          <p:nvPr/>
        </p:nvSpPr>
        <p:spPr>
          <a:xfrm xmlns:a="http://schemas.openxmlformats.org/drawingml/2006/main">
            <a:off x="11010900" y="6105525"/>
            <a:ext cx="571500" cy="571500"/>
          </a:xfrm>
          <a:prstGeom xmlns:a="http://schemas.openxmlformats.org/drawingml/2006/main" prst="rect">
            <a:avLst/>
          </a:prstGeom>
          <a:solidFill xmlns:a="http://schemas.openxmlformats.org/drawingml/2006/main">
            <a:srgbClr val="14253D"/>
          </a:solidFill>
          <a:ln xmlns:a="http://schemas.openxmlformats.org/drawingml/2006/main" w="0">
            <a:noFill/>
            <a:prstDash val="solid"/>
          </a:ln>
        </p:spPr>
      </p:sp>
      <p:pic>
        <p:nvPicPr>
          <p:cNvPr id="5" name="">
            <a:extLst xmlns:a="http://schemas.openxmlformats.org/drawingml/2006/main">
              <a:ext uri="{FF2B5EF4-FFF2-40B4-BE49-F238E27FC236}">
                <a16:creationId xmlns:a16="http://schemas.microsoft.com/office/drawing/2014/main" id="{CBAA718F-E927-4D32-9A19-647276130B77}"/>
              </a:ext>
            </a:extLst>
          </p:cNvPr>
          <p:cNvPicPr>
            <a:picLocks xmlns:a="http://schemas.openxmlformats.org/drawingml/2006/main" noChangeAspect="1"/>
          </p:cNvPicPr>
          <p:nvPr/>
        </p:nvPicPr>
        <p:blipFill>
          <a:blip xmlns:r="http://schemas.openxmlformats.org/officeDocument/2006/relationships" xmlns:a="http://schemas.openxmlformats.org/drawingml/2006/main" r:embed="R80ec0dd4bb524463">
            <a:extLst>
              <a:ext uri="{96DAC541-7B7A-43D3-8B79-37D633B846F1}">
                <asvg:svgBlip xmlns:asvg="http://schemas.microsoft.com/office/drawing/2016/SVG/main" r:embed="Rfa35d6e3e3e44ad0"/>
              </a:ext>
            </a:extLst>
          </a:blip>
          <a:stretch xmlns:a="http://schemas.openxmlformats.org/drawingml/2006/main"/>
        </p:blipFill>
        <p:spPr>
          <a:xfrm xmlns:a="http://schemas.openxmlformats.org/drawingml/2006/main">
            <a:off x="11087100" y="6181725"/>
            <a:ext cx="419100" cy="409575"/>
          </a:xfrm>
          <a:prstGeom xmlns:a="http://schemas.openxmlformats.org/drawingml/2006/main" prst="rect">
            <a:avLst/>
          </a:prstGeom>
        </p:spPr>
      </p:pic>
      <p:sp>
        <p:nvSpPr>
          <p:cNvPr id="6" name="text-151">
            <a:extLst xmlns:a="http://schemas.openxmlformats.org/drawingml/2006/main">
              <a:ext uri="{FF2B5EF4-FFF2-40B4-BE49-F238E27FC236}">
                <a16:creationId xmlns:a16="http://schemas.microsoft.com/office/drawing/2014/main" id="{42FD607D-4D06-49B5-8085-4921CA98BADE}"/>
              </a:ext>
            </a:extLst>
          </p:cNvPr>
          <p:cNvSpPr>
            <a:spLocks xmlns:a="http://schemas.openxmlformats.org/drawingml/2006/main" noGrp="1"/>
          </p:cNvSpPr>
          <p:nvPr/>
        </p:nvSpPr>
        <p:spPr>
          <a:xfrm xmlns:a="http://schemas.openxmlformats.org/drawingml/2006/main">
            <a:off x="5810250" y="6353175"/>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75" b="0">
                <a:solidFill>
                  <a:srgbClr val="5E7285"/>
                </a:solidFill>
                <a:latin typeface="DejaVu Sans"/>
                <a:ea typeface="DejaVu Sans"/>
                <a:cs typeface="DejaVu Sans"/>
              </a:defRPr>
            </a:defPPr>
            <a:lvl1pPr algn="ctr">
              <a:defRPr sz="975" b="0">
                <a:solidFill>
                  <a:srgbClr val="5E7285"/>
                </a:solidFill>
                <a:latin typeface="DejaVu Sans"/>
                <a:ea typeface="DejaVu Sans"/>
                <a:cs typeface="DejaVu Sans"/>
              </a:defRPr>
            </a:lvl1pPr>
            <a:lvl2pPr algn="ctr">
              <a:defRPr sz="975" b="0">
                <a:solidFill>
                  <a:srgbClr val="5E7285"/>
                </a:solidFill>
                <a:latin typeface="DejaVu Sans"/>
                <a:ea typeface="DejaVu Sans"/>
                <a:cs typeface="DejaVu Sans"/>
              </a:defRPr>
            </a:lvl2pPr>
            <a:lvl3pPr algn="ctr">
              <a:defRPr sz="975" b="0">
                <a:solidFill>
                  <a:srgbClr val="5E7285"/>
                </a:solidFill>
                <a:latin typeface="DejaVu Sans"/>
                <a:ea typeface="DejaVu Sans"/>
                <a:cs typeface="DejaVu Sans"/>
              </a:defRPr>
            </a:lvl3pPr>
            <a:lvl4pPr algn="ctr">
              <a:defRPr sz="975" b="0">
                <a:solidFill>
                  <a:srgbClr val="5E7285"/>
                </a:solidFill>
                <a:latin typeface="DejaVu Sans"/>
                <a:ea typeface="DejaVu Sans"/>
                <a:cs typeface="DejaVu Sans"/>
              </a:defRPr>
            </a:lvl4pPr>
            <a:lvl5pPr algn="ctr">
              <a:defRPr sz="975" b="0">
                <a:solidFill>
                  <a:srgbClr val="5E7285"/>
                </a:solidFill>
                <a:latin typeface="DejaVu Sans"/>
                <a:ea typeface="DejaVu Sans"/>
                <a:cs typeface="DejaVu Sans"/>
              </a:defRPr>
            </a:lvl5pPr>
            <a:lvl6pPr algn="ctr">
              <a:defRPr sz="975" b="0">
                <a:solidFill>
                  <a:srgbClr val="5E7285"/>
                </a:solidFill>
                <a:latin typeface="DejaVu Sans"/>
                <a:ea typeface="DejaVu Sans"/>
                <a:cs typeface="DejaVu Sans"/>
              </a:defRPr>
            </a:lvl6pPr>
            <a:lvl7pPr algn="ctr">
              <a:defRPr sz="975" b="0">
                <a:solidFill>
                  <a:srgbClr val="5E7285"/>
                </a:solidFill>
                <a:latin typeface="DejaVu Sans"/>
                <a:ea typeface="DejaVu Sans"/>
                <a:cs typeface="DejaVu Sans"/>
              </a:defRPr>
            </a:lvl7pPr>
            <a:lvl8pPr algn="ctr">
              <a:defRPr sz="975" b="0">
                <a:solidFill>
                  <a:srgbClr val="5E7285"/>
                </a:solidFill>
                <a:latin typeface="DejaVu Sans"/>
                <a:ea typeface="DejaVu Sans"/>
                <a:cs typeface="DejaVu Sans"/>
              </a:defRPr>
            </a:lvl8pPr>
            <a:lvl9pPr algn="ctr">
              <a:defRPr sz="975" b="0">
                <a:solidFill>
                  <a:srgbClr val="5E7285"/>
                </a:solidFill>
                <a:latin typeface="DejaVu Sans"/>
                <a:ea typeface="DejaVu Sans"/>
                <a:cs typeface="DejaVu Sans"/>
              </a:defRPr>
            </a:lvl9pPr>
          </a:lstStyle>
          <a:p xmlns:a="http://schemas.openxmlformats.org/drawingml/2006/main">
            <a:pPr algn="ctr">
              <a:defRPr sz="975" b="0">
                <a:solidFill>
                  <a:srgbClr val="5E7285"/>
                </a:solidFill>
                <a:latin typeface="DejaVu Sans"/>
                <a:ea typeface="DejaVu Sans"/>
                <a:cs typeface="DejaVu Sans"/>
              </a:defRPr>
            </a:pPr>
            <a:r>
              <a:rPr sz="975" b="0">
                <a:solidFill>
                  <a:srgbClr val="5E7285"/>
                </a:solidFill>
                <a:latin typeface="DejaVu Sans"/>
                <a:ea typeface="DejaVu Sans"/>
                <a:cs typeface="DejaVu Sans"/>
              </a:rPr>
              <a:t>06</a:t>
            </a:r>
          </a:p>
        </p:txBody>
      </p:sp>
      <p:sp>
        <p:nvSpPr>
          <p:cNvPr id="7" name="text-152">
            <a:extLst xmlns:a="http://schemas.openxmlformats.org/drawingml/2006/main">
              <a:ext uri="{FF2B5EF4-FFF2-40B4-BE49-F238E27FC236}">
                <a16:creationId xmlns:a16="http://schemas.microsoft.com/office/drawing/2014/main" id="{37EBC806-DD17-4C50-9F7A-4D6A42D50CA2}"/>
              </a:ext>
            </a:extLst>
          </p:cNvPr>
          <p:cNvSpPr>
            <a:spLocks xmlns:a="http://schemas.openxmlformats.org/drawingml/2006/main" noGrp="1"/>
          </p:cNvSpPr>
          <p:nvPr/>
        </p:nvSpPr>
        <p:spPr>
          <a:xfrm xmlns:a="http://schemas.openxmlformats.org/drawingml/2006/main">
            <a:off x="609600" y="1657350"/>
            <a:ext cx="109728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E7285"/>
                </a:solidFill>
                <a:latin typeface="DejaVu Sans"/>
                <a:ea typeface="DejaVu Sans"/>
                <a:cs typeface="DejaVu Sans"/>
              </a:defRPr>
            </a:defPPr>
            <a:lvl1pPr algn="l">
              <a:defRPr sz="1725" b="0">
                <a:solidFill>
                  <a:srgbClr val="5E7285"/>
                </a:solidFill>
                <a:latin typeface="DejaVu Sans"/>
                <a:ea typeface="DejaVu Sans"/>
                <a:cs typeface="DejaVu Sans"/>
              </a:defRPr>
            </a:lvl1pPr>
            <a:lvl2pPr algn="l">
              <a:defRPr sz="1725" b="0">
                <a:solidFill>
                  <a:srgbClr val="5E7285"/>
                </a:solidFill>
                <a:latin typeface="DejaVu Sans"/>
                <a:ea typeface="DejaVu Sans"/>
                <a:cs typeface="DejaVu Sans"/>
              </a:defRPr>
            </a:lvl2pPr>
            <a:lvl3pPr algn="l">
              <a:defRPr sz="1725" b="0">
                <a:solidFill>
                  <a:srgbClr val="5E7285"/>
                </a:solidFill>
                <a:latin typeface="DejaVu Sans"/>
                <a:ea typeface="DejaVu Sans"/>
                <a:cs typeface="DejaVu Sans"/>
              </a:defRPr>
            </a:lvl3pPr>
            <a:lvl4pPr algn="l">
              <a:defRPr sz="1725" b="0">
                <a:solidFill>
                  <a:srgbClr val="5E7285"/>
                </a:solidFill>
                <a:latin typeface="DejaVu Sans"/>
                <a:ea typeface="DejaVu Sans"/>
                <a:cs typeface="DejaVu Sans"/>
              </a:defRPr>
            </a:lvl4pPr>
            <a:lvl5pPr algn="l">
              <a:defRPr sz="1725" b="0">
                <a:solidFill>
                  <a:srgbClr val="5E7285"/>
                </a:solidFill>
                <a:latin typeface="DejaVu Sans"/>
                <a:ea typeface="DejaVu Sans"/>
                <a:cs typeface="DejaVu Sans"/>
              </a:defRPr>
            </a:lvl5pPr>
            <a:lvl6pPr algn="l">
              <a:defRPr sz="1725" b="0">
                <a:solidFill>
                  <a:srgbClr val="5E7285"/>
                </a:solidFill>
                <a:latin typeface="DejaVu Sans"/>
                <a:ea typeface="DejaVu Sans"/>
                <a:cs typeface="DejaVu Sans"/>
              </a:defRPr>
            </a:lvl6pPr>
            <a:lvl7pPr algn="l">
              <a:defRPr sz="1725" b="0">
                <a:solidFill>
                  <a:srgbClr val="5E7285"/>
                </a:solidFill>
                <a:latin typeface="DejaVu Sans"/>
                <a:ea typeface="DejaVu Sans"/>
                <a:cs typeface="DejaVu Sans"/>
              </a:defRPr>
            </a:lvl7pPr>
            <a:lvl8pPr algn="l">
              <a:defRPr sz="1725" b="0">
                <a:solidFill>
                  <a:srgbClr val="5E7285"/>
                </a:solidFill>
                <a:latin typeface="DejaVu Sans"/>
                <a:ea typeface="DejaVu Sans"/>
                <a:cs typeface="DejaVu Sans"/>
              </a:defRPr>
            </a:lvl8pPr>
            <a:lvl9pPr algn="l">
              <a:defRPr sz="1725" b="0">
                <a:solidFill>
                  <a:srgbClr val="5E7285"/>
                </a:solidFill>
                <a:latin typeface="DejaVu Sans"/>
                <a:ea typeface="DejaVu Sans"/>
                <a:cs typeface="DejaVu Sans"/>
              </a:defRPr>
            </a:lvl9pPr>
          </a:lstStyle>
          <a:p xmlns:a="http://schemas.openxmlformats.org/drawingml/2006/main">
            <a:pPr algn="l">
              <a:defRPr sz="1725" b="0">
                <a:solidFill>
                  <a:srgbClr val="5E7285"/>
                </a:solidFill>
                <a:latin typeface="DejaVu Sans"/>
                <a:ea typeface="DejaVu Sans"/>
                <a:cs typeface="DejaVu Sans"/>
              </a:defRPr>
            </a:pPr>
            <a:r>
              <a:rPr sz="1725" b="0">
                <a:solidFill>
                  <a:srgbClr val="5E7285"/>
                </a:solidFill>
                <a:latin typeface="DejaVu Sans"/>
                <a:ea typeface="DejaVu Sans"/>
                <a:cs typeface="DejaVu Sans"/>
              </a:rPr>
              <a:t>A structured process combines dataset evidence with semantic reasoning.</a:t>
            </a:r>
          </a:p>
        </p:txBody>
      </p:sp>
      <p:sp>
        <p:nvSpPr>
          <p:cNvPr id="8" name="panel-153">
            <a:extLst xmlns:a="http://schemas.openxmlformats.org/drawingml/2006/main">
              <a:ext uri="{FF2B5EF4-FFF2-40B4-BE49-F238E27FC236}">
                <a16:creationId xmlns:a16="http://schemas.microsoft.com/office/drawing/2014/main" id="{3DF608C8-3B06-4418-ADDD-BEC0E7EAC90A}"/>
              </a:ext>
            </a:extLst>
          </p:cNvPr>
          <p:cNvSpPr>
            <a:spLocks xmlns:a="http://schemas.openxmlformats.org/drawingml/2006/main" noGrp="1"/>
          </p:cNvSpPr>
          <p:nvPr/>
        </p:nvSpPr>
        <p:spPr>
          <a:xfrm xmlns:a="http://schemas.openxmlformats.org/drawingml/2006/main">
            <a:off x="609600" y="2333625"/>
            <a:ext cx="3524250" cy="2867025"/>
          </a:xfrm>
          <a:prstGeom xmlns:a="http://schemas.openxmlformats.org/drawingml/2006/main" prst="roundRect">
            <a:avLst>
              <a:gd name="adj" fmla="val 4651"/>
            </a:avLst>
          </a:prstGeom>
          <a:solidFill xmlns:a="http://schemas.openxmlformats.org/drawingml/2006/main">
            <a:srgbClr val="F2F7FA"/>
          </a:solidFill>
          <a:ln xmlns:a="http://schemas.openxmlformats.org/drawingml/2006/main" w="9525">
            <a:solidFill>
              <a:srgbClr val="D9E5EC"/>
            </a:solidFill>
            <a:prstDash val="solid"/>
          </a:ln>
        </p:spPr>
      </p:sp>
      <p:sp>
        <p:nvSpPr>
          <p:cNvPr id="9" name="panel-154">
            <a:extLst xmlns:a="http://schemas.openxmlformats.org/drawingml/2006/main">
              <a:ext uri="{FF2B5EF4-FFF2-40B4-BE49-F238E27FC236}">
                <a16:creationId xmlns:a16="http://schemas.microsoft.com/office/drawing/2014/main" id="{41764168-607F-4434-802D-49BD20453A2C}"/>
              </a:ext>
            </a:extLst>
          </p:cNvPr>
          <p:cNvSpPr>
            <a:spLocks xmlns:a="http://schemas.openxmlformats.org/drawingml/2006/main" noGrp="1"/>
          </p:cNvSpPr>
          <p:nvPr/>
        </p:nvSpPr>
        <p:spPr>
          <a:xfrm xmlns:a="http://schemas.openxmlformats.org/drawingml/2006/main">
            <a:off x="866775" y="2571750"/>
            <a:ext cx="647700" cy="647700"/>
          </a:xfrm>
          <a:prstGeom xmlns:a="http://schemas.openxmlformats.org/drawingml/2006/main" prst="roundRect">
            <a:avLst>
              <a:gd name="adj" fmla="val 50000"/>
            </a:avLst>
          </a:prstGeom>
          <a:solidFill xmlns:a="http://schemas.openxmlformats.org/drawingml/2006/main">
            <a:srgbClr val="247E91"/>
          </a:solidFill>
          <a:ln xmlns:a="http://schemas.openxmlformats.org/drawingml/2006/main" w="0">
            <a:noFill/>
            <a:prstDash val="solid"/>
          </a:ln>
        </p:spPr>
      </p:sp>
      <p:pic>
        <p:nvPicPr>
          <p:cNvPr id="10" name="">
            <a:extLst xmlns:a="http://schemas.openxmlformats.org/drawingml/2006/main">
              <a:ext uri="{FF2B5EF4-FFF2-40B4-BE49-F238E27FC236}">
                <a16:creationId xmlns:a16="http://schemas.microsoft.com/office/drawing/2014/main" id="{4002E596-0224-427E-909E-32DFE055107B}"/>
              </a:ext>
            </a:extLst>
          </p:cNvPr>
          <p:cNvPicPr>
            <a:picLocks xmlns:a="http://schemas.openxmlformats.org/drawingml/2006/main" noChangeAspect="1"/>
          </p:cNvPicPr>
          <p:nvPr/>
        </p:nvPicPr>
        <p:blipFill>
          <a:blip xmlns:r="http://schemas.openxmlformats.org/officeDocument/2006/relationships" xmlns:a="http://schemas.openxmlformats.org/drawingml/2006/main" r:embed="R9de51816cc634797">
            <a:extLst>
              <a:ext uri="{96DAC541-7B7A-43D3-8B79-37D633B846F1}">
                <asvg:svgBlip xmlns:asvg="http://schemas.microsoft.com/office/drawing/2016/SVG/main" r:embed="Rd5af4981c7e14cdf"/>
              </a:ext>
            </a:extLst>
          </a:blip>
          <a:stretch xmlns:a="http://schemas.openxmlformats.org/drawingml/2006/main"/>
        </p:blipFill>
        <p:spPr>
          <a:xfrm xmlns:a="http://schemas.openxmlformats.org/drawingml/2006/main">
            <a:off x="1022223" y="2727198"/>
            <a:ext cx="336804" cy="336804"/>
          </a:xfrm>
          <a:prstGeom xmlns:a="http://schemas.openxmlformats.org/drawingml/2006/main" prst="rect">
            <a:avLst/>
          </a:prstGeom>
        </p:spPr>
      </p:pic>
      <p:sp>
        <p:nvSpPr>
          <p:cNvPr id="11" name="text-155">
            <a:extLst xmlns:a="http://schemas.openxmlformats.org/drawingml/2006/main">
              <a:ext uri="{FF2B5EF4-FFF2-40B4-BE49-F238E27FC236}">
                <a16:creationId xmlns:a16="http://schemas.microsoft.com/office/drawing/2014/main" id="{E87F9A92-68A7-4093-BA32-672C4265D2B8}"/>
              </a:ext>
            </a:extLst>
          </p:cNvPr>
          <p:cNvSpPr>
            <a:spLocks xmlns:a="http://schemas.openxmlformats.org/drawingml/2006/main" noGrp="1"/>
          </p:cNvSpPr>
          <p:nvPr/>
        </p:nvSpPr>
        <p:spPr>
          <a:xfrm xmlns:a="http://schemas.openxmlformats.org/drawingml/2006/main">
            <a:off x="866775" y="3486150"/>
            <a:ext cx="30099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62C45"/>
                </a:solidFill>
                <a:latin typeface="DejaVu Serif"/>
                <a:ea typeface="DejaVu Serif"/>
                <a:cs typeface="DejaVu Serif"/>
              </a:defRPr>
            </a:defPPr>
            <a:lvl1pPr algn="l">
              <a:defRPr sz="2025" b="1">
                <a:solidFill>
                  <a:srgbClr val="162C45"/>
                </a:solidFill>
                <a:latin typeface="DejaVu Serif"/>
                <a:ea typeface="DejaVu Serif"/>
                <a:cs typeface="DejaVu Serif"/>
              </a:defRPr>
            </a:lvl1pPr>
            <a:lvl2pPr algn="l">
              <a:defRPr sz="2025" b="1">
                <a:solidFill>
                  <a:srgbClr val="162C45"/>
                </a:solidFill>
                <a:latin typeface="DejaVu Serif"/>
                <a:ea typeface="DejaVu Serif"/>
                <a:cs typeface="DejaVu Serif"/>
              </a:defRPr>
            </a:lvl2pPr>
            <a:lvl3pPr algn="l">
              <a:defRPr sz="2025" b="1">
                <a:solidFill>
                  <a:srgbClr val="162C45"/>
                </a:solidFill>
                <a:latin typeface="DejaVu Serif"/>
                <a:ea typeface="DejaVu Serif"/>
                <a:cs typeface="DejaVu Serif"/>
              </a:defRPr>
            </a:lvl3pPr>
            <a:lvl4pPr algn="l">
              <a:defRPr sz="2025" b="1">
                <a:solidFill>
                  <a:srgbClr val="162C45"/>
                </a:solidFill>
                <a:latin typeface="DejaVu Serif"/>
                <a:ea typeface="DejaVu Serif"/>
                <a:cs typeface="DejaVu Serif"/>
              </a:defRPr>
            </a:lvl4pPr>
            <a:lvl5pPr algn="l">
              <a:defRPr sz="2025" b="1">
                <a:solidFill>
                  <a:srgbClr val="162C45"/>
                </a:solidFill>
                <a:latin typeface="DejaVu Serif"/>
                <a:ea typeface="DejaVu Serif"/>
                <a:cs typeface="DejaVu Serif"/>
              </a:defRPr>
            </a:lvl5pPr>
            <a:lvl6pPr algn="l">
              <a:defRPr sz="2025" b="1">
                <a:solidFill>
                  <a:srgbClr val="162C45"/>
                </a:solidFill>
                <a:latin typeface="DejaVu Serif"/>
                <a:ea typeface="DejaVu Serif"/>
                <a:cs typeface="DejaVu Serif"/>
              </a:defRPr>
            </a:lvl6pPr>
            <a:lvl7pPr algn="l">
              <a:defRPr sz="2025" b="1">
                <a:solidFill>
                  <a:srgbClr val="162C45"/>
                </a:solidFill>
                <a:latin typeface="DejaVu Serif"/>
                <a:ea typeface="DejaVu Serif"/>
                <a:cs typeface="DejaVu Serif"/>
              </a:defRPr>
            </a:lvl7pPr>
            <a:lvl8pPr algn="l">
              <a:defRPr sz="2025" b="1">
                <a:solidFill>
                  <a:srgbClr val="162C45"/>
                </a:solidFill>
                <a:latin typeface="DejaVu Serif"/>
                <a:ea typeface="DejaVu Serif"/>
                <a:cs typeface="DejaVu Serif"/>
              </a:defRPr>
            </a:lvl8pPr>
            <a:lvl9pPr algn="l">
              <a:defRPr sz="2025" b="1">
                <a:solidFill>
                  <a:srgbClr val="162C45"/>
                </a:solidFill>
                <a:latin typeface="DejaVu Serif"/>
                <a:ea typeface="DejaVu Serif"/>
                <a:cs typeface="DejaVu Serif"/>
              </a:defRPr>
            </a:lvl9pPr>
          </a:lstStyle>
          <a:p xmlns:a="http://schemas.openxmlformats.org/drawingml/2006/main">
            <a:pPr algn="l">
              <a:defRPr sz="2025" b="1">
                <a:solidFill>
                  <a:srgbClr val="162C45"/>
                </a:solidFill>
                <a:latin typeface="DejaVu Serif"/>
                <a:ea typeface="DejaVu Serif"/>
                <a:cs typeface="DejaVu Serif"/>
              </a:defRPr>
            </a:pPr>
            <a:r>
              <a:rPr sz="2025" b="1">
                <a:solidFill>
                  <a:srgbClr val="162C45"/>
                </a:solidFill>
                <a:latin typeface="DejaVu Serif"/>
                <a:ea typeface="DejaVu Serif"/>
                <a:cs typeface="DejaVu Serif"/>
              </a:rPr>
              <a:t>Profile the Dataset</a:t>
            </a:r>
          </a:p>
        </p:txBody>
      </p:sp>
      <p:sp>
        <p:nvSpPr>
          <p:cNvPr id="12" name="text-156">
            <a:extLst xmlns:a="http://schemas.openxmlformats.org/drawingml/2006/main">
              <a:ext uri="{FF2B5EF4-FFF2-40B4-BE49-F238E27FC236}">
                <a16:creationId xmlns:a16="http://schemas.microsoft.com/office/drawing/2014/main" id="{D6D85A45-450A-4CF9-90F8-F01919BE44DB}"/>
              </a:ext>
            </a:extLst>
          </p:cNvPr>
          <p:cNvSpPr>
            <a:spLocks xmlns:a="http://schemas.openxmlformats.org/drawingml/2006/main" noGrp="1"/>
          </p:cNvSpPr>
          <p:nvPr/>
        </p:nvSpPr>
        <p:spPr>
          <a:xfrm xmlns:a="http://schemas.openxmlformats.org/drawingml/2006/main">
            <a:off x="866775" y="4010025"/>
            <a:ext cx="30099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354A5F"/>
                </a:solidFill>
                <a:latin typeface="DejaVu Sans"/>
                <a:ea typeface="DejaVu Sans"/>
                <a:cs typeface="DejaVu Sans"/>
              </a:defRPr>
            </a:defPPr>
            <a:lvl1pPr algn="l">
              <a:defRPr sz="1650" b="0">
                <a:solidFill>
                  <a:srgbClr val="354A5F"/>
                </a:solidFill>
                <a:latin typeface="DejaVu Sans"/>
                <a:ea typeface="DejaVu Sans"/>
                <a:cs typeface="DejaVu Sans"/>
              </a:defRPr>
            </a:lvl1pPr>
            <a:lvl2pPr algn="l">
              <a:defRPr sz="1650" b="0">
                <a:solidFill>
                  <a:srgbClr val="354A5F"/>
                </a:solidFill>
                <a:latin typeface="DejaVu Sans"/>
                <a:ea typeface="DejaVu Sans"/>
                <a:cs typeface="DejaVu Sans"/>
              </a:defRPr>
            </a:lvl2pPr>
            <a:lvl3pPr algn="l">
              <a:defRPr sz="1650" b="0">
                <a:solidFill>
                  <a:srgbClr val="354A5F"/>
                </a:solidFill>
                <a:latin typeface="DejaVu Sans"/>
                <a:ea typeface="DejaVu Sans"/>
                <a:cs typeface="DejaVu Sans"/>
              </a:defRPr>
            </a:lvl3pPr>
            <a:lvl4pPr algn="l">
              <a:defRPr sz="1650" b="0">
                <a:solidFill>
                  <a:srgbClr val="354A5F"/>
                </a:solidFill>
                <a:latin typeface="DejaVu Sans"/>
                <a:ea typeface="DejaVu Sans"/>
                <a:cs typeface="DejaVu Sans"/>
              </a:defRPr>
            </a:lvl4pPr>
            <a:lvl5pPr algn="l">
              <a:defRPr sz="1650" b="0">
                <a:solidFill>
                  <a:srgbClr val="354A5F"/>
                </a:solidFill>
                <a:latin typeface="DejaVu Sans"/>
                <a:ea typeface="DejaVu Sans"/>
                <a:cs typeface="DejaVu Sans"/>
              </a:defRPr>
            </a:lvl5pPr>
            <a:lvl6pPr algn="l">
              <a:defRPr sz="1650" b="0">
                <a:solidFill>
                  <a:srgbClr val="354A5F"/>
                </a:solidFill>
                <a:latin typeface="DejaVu Sans"/>
                <a:ea typeface="DejaVu Sans"/>
                <a:cs typeface="DejaVu Sans"/>
              </a:defRPr>
            </a:lvl6pPr>
            <a:lvl7pPr algn="l">
              <a:defRPr sz="1650" b="0">
                <a:solidFill>
                  <a:srgbClr val="354A5F"/>
                </a:solidFill>
                <a:latin typeface="DejaVu Sans"/>
                <a:ea typeface="DejaVu Sans"/>
                <a:cs typeface="DejaVu Sans"/>
              </a:defRPr>
            </a:lvl7pPr>
            <a:lvl8pPr algn="l">
              <a:defRPr sz="1650" b="0">
                <a:solidFill>
                  <a:srgbClr val="354A5F"/>
                </a:solidFill>
                <a:latin typeface="DejaVu Sans"/>
                <a:ea typeface="DejaVu Sans"/>
                <a:cs typeface="DejaVu Sans"/>
              </a:defRPr>
            </a:lvl8pPr>
            <a:lvl9pPr algn="l">
              <a:defRPr sz="1650" b="0">
                <a:solidFill>
                  <a:srgbClr val="354A5F"/>
                </a:solidFill>
                <a:latin typeface="DejaVu Sans"/>
                <a:ea typeface="DejaVu Sans"/>
                <a:cs typeface="DejaVu Sans"/>
              </a:defRPr>
            </a:lvl9pPr>
          </a:lstStyle>
          <a:p xmlns:a="http://schemas.openxmlformats.org/drawingml/2006/main">
            <a:pPr algn="l">
              <a:defRPr sz="1650" b="0">
                <a:solidFill>
                  <a:srgbClr val="354A5F"/>
                </a:solidFill>
                <a:latin typeface="DejaVu Sans"/>
                <a:ea typeface="DejaVu Sans"/>
                <a:cs typeface="DejaVu Sans"/>
              </a:defRPr>
            </a:pPr>
            <a:r>
              <a:rPr sz="1650" b="0">
                <a:solidFill>
                  <a:srgbClr val="354A5F"/>
                </a:solidFill>
                <a:latin typeface="DejaVu Sans"/>
                <a:ea typeface="DejaVu Sans"/>
                <a:cs typeface="DejaVu Sans"/>
              </a:rPr>
              <a:t>Discover configured tables, calculate statistics and describe the meaning of each column.</a:t>
            </a:r>
          </a:p>
        </p:txBody>
      </p:sp>
      <p:sp>
        <p:nvSpPr>
          <p:cNvPr id="13" name="panel-157">
            <a:extLst xmlns:a="http://schemas.openxmlformats.org/drawingml/2006/main">
              <a:ext uri="{FF2B5EF4-FFF2-40B4-BE49-F238E27FC236}">
                <a16:creationId xmlns:a16="http://schemas.microsoft.com/office/drawing/2014/main" id="{0F85A0A7-FDCB-47FA-B83C-C62BBD6AA4D6}"/>
              </a:ext>
            </a:extLst>
          </p:cNvPr>
          <p:cNvSpPr>
            <a:spLocks xmlns:a="http://schemas.openxmlformats.org/drawingml/2006/main" noGrp="1"/>
          </p:cNvSpPr>
          <p:nvPr/>
        </p:nvSpPr>
        <p:spPr>
          <a:xfrm xmlns:a="http://schemas.openxmlformats.org/drawingml/2006/main">
            <a:off x="4333875" y="2333625"/>
            <a:ext cx="3524250" cy="2867025"/>
          </a:xfrm>
          <a:prstGeom xmlns:a="http://schemas.openxmlformats.org/drawingml/2006/main" prst="roundRect">
            <a:avLst>
              <a:gd name="adj" fmla="val 4651"/>
            </a:avLst>
          </a:prstGeom>
          <a:solidFill xmlns:a="http://schemas.openxmlformats.org/drawingml/2006/main">
            <a:srgbClr val="F2F7FA"/>
          </a:solidFill>
          <a:ln xmlns:a="http://schemas.openxmlformats.org/drawingml/2006/main" w="9525">
            <a:solidFill>
              <a:srgbClr val="D9E5EC"/>
            </a:solidFill>
            <a:prstDash val="solid"/>
          </a:ln>
        </p:spPr>
      </p:sp>
      <p:sp>
        <p:nvSpPr>
          <p:cNvPr id="14" name="panel-158">
            <a:extLst xmlns:a="http://schemas.openxmlformats.org/drawingml/2006/main">
              <a:ext uri="{FF2B5EF4-FFF2-40B4-BE49-F238E27FC236}">
                <a16:creationId xmlns:a16="http://schemas.microsoft.com/office/drawing/2014/main" id="{EE9783F7-D220-46E6-BEF4-53A7A6179B6B}"/>
              </a:ext>
            </a:extLst>
          </p:cNvPr>
          <p:cNvSpPr>
            <a:spLocks xmlns:a="http://schemas.openxmlformats.org/drawingml/2006/main" noGrp="1"/>
          </p:cNvSpPr>
          <p:nvPr/>
        </p:nvSpPr>
        <p:spPr>
          <a:xfrm xmlns:a="http://schemas.openxmlformats.org/drawingml/2006/main">
            <a:off x="4591050" y="2571750"/>
            <a:ext cx="647700" cy="647700"/>
          </a:xfrm>
          <a:prstGeom xmlns:a="http://schemas.openxmlformats.org/drawingml/2006/main" prst="roundRect">
            <a:avLst>
              <a:gd name="adj" fmla="val 50000"/>
            </a:avLst>
          </a:prstGeom>
          <a:solidFill xmlns:a="http://schemas.openxmlformats.org/drawingml/2006/main">
            <a:srgbClr val="25938D"/>
          </a:solidFill>
          <a:ln xmlns:a="http://schemas.openxmlformats.org/drawingml/2006/main" w="0">
            <a:noFill/>
            <a:prstDash val="solid"/>
          </a:ln>
        </p:spPr>
      </p:sp>
      <p:pic>
        <p:nvPicPr>
          <p:cNvPr id="15" name="">
            <a:extLst xmlns:a="http://schemas.openxmlformats.org/drawingml/2006/main">
              <a:ext uri="{FF2B5EF4-FFF2-40B4-BE49-F238E27FC236}">
                <a16:creationId xmlns:a16="http://schemas.microsoft.com/office/drawing/2014/main" id="{947C13E3-AE49-41F1-B52C-E05F4923780A}"/>
              </a:ext>
            </a:extLst>
          </p:cNvPr>
          <p:cNvPicPr>
            <a:picLocks xmlns:a="http://schemas.openxmlformats.org/drawingml/2006/main" noChangeAspect="1"/>
          </p:cNvPicPr>
          <p:nvPr/>
        </p:nvPicPr>
        <p:blipFill>
          <a:blip xmlns:r="http://schemas.openxmlformats.org/officeDocument/2006/relationships" xmlns:a="http://schemas.openxmlformats.org/drawingml/2006/main" r:embed="R253d364668024360">
            <a:extLst>
              <a:ext uri="{96DAC541-7B7A-43D3-8B79-37D633B846F1}">
                <asvg:svgBlip xmlns:asvg="http://schemas.microsoft.com/office/drawing/2016/SVG/main" r:embed="R5995aa22a5464db8"/>
              </a:ext>
            </a:extLst>
          </a:blip>
          <a:stretch xmlns:a="http://schemas.openxmlformats.org/drawingml/2006/main"/>
        </p:blipFill>
        <p:spPr>
          <a:xfrm xmlns:a="http://schemas.openxmlformats.org/drawingml/2006/main">
            <a:off x="4746498" y="2727198"/>
            <a:ext cx="336804" cy="336804"/>
          </a:xfrm>
          <a:prstGeom xmlns:a="http://schemas.openxmlformats.org/drawingml/2006/main" prst="rect">
            <a:avLst/>
          </a:prstGeom>
        </p:spPr>
      </p:pic>
      <p:sp>
        <p:nvSpPr>
          <p:cNvPr id="16" name="text-159">
            <a:extLst xmlns:a="http://schemas.openxmlformats.org/drawingml/2006/main">
              <a:ext uri="{FF2B5EF4-FFF2-40B4-BE49-F238E27FC236}">
                <a16:creationId xmlns:a16="http://schemas.microsoft.com/office/drawing/2014/main" id="{31BA2786-3E2D-4D56-9684-273A1E60DF35}"/>
              </a:ext>
            </a:extLst>
          </p:cNvPr>
          <p:cNvSpPr>
            <a:spLocks xmlns:a="http://schemas.openxmlformats.org/drawingml/2006/main" noGrp="1"/>
          </p:cNvSpPr>
          <p:nvPr/>
        </p:nvSpPr>
        <p:spPr>
          <a:xfrm xmlns:a="http://schemas.openxmlformats.org/drawingml/2006/main">
            <a:off x="4591050" y="3486150"/>
            <a:ext cx="30099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62C45"/>
                </a:solidFill>
                <a:latin typeface="DejaVu Serif"/>
                <a:ea typeface="DejaVu Serif"/>
                <a:cs typeface="DejaVu Serif"/>
              </a:defRPr>
            </a:defPPr>
            <a:lvl1pPr algn="l">
              <a:defRPr sz="2025" b="1">
                <a:solidFill>
                  <a:srgbClr val="162C45"/>
                </a:solidFill>
                <a:latin typeface="DejaVu Serif"/>
                <a:ea typeface="DejaVu Serif"/>
                <a:cs typeface="DejaVu Serif"/>
              </a:defRPr>
            </a:lvl1pPr>
            <a:lvl2pPr algn="l">
              <a:defRPr sz="2025" b="1">
                <a:solidFill>
                  <a:srgbClr val="162C45"/>
                </a:solidFill>
                <a:latin typeface="DejaVu Serif"/>
                <a:ea typeface="DejaVu Serif"/>
                <a:cs typeface="DejaVu Serif"/>
              </a:defRPr>
            </a:lvl2pPr>
            <a:lvl3pPr algn="l">
              <a:defRPr sz="2025" b="1">
                <a:solidFill>
                  <a:srgbClr val="162C45"/>
                </a:solidFill>
                <a:latin typeface="DejaVu Serif"/>
                <a:ea typeface="DejaVu Serif"/>
                <a:cs typeface="DejaVu Serif"/>
              </a:defRPr>
            </a:lvl3pPr>
            <a:lvl4pPr algn="l">
              <a:defRPr sz="2025" b="1">
                <a:solidFill>
                  <a:srgbClr val="162C45"/>
                </a:solidFill>
                <a:latin typeface="DejaVu Serif"/>
                <a:ea typeface="DejaVu Serif"/>
                <a:cs typeface="DejaVu Serif"/>
              </a:defRPr>
            </a:lvl4pPr>
            <a:lvl5pPr algn="l">
              <a:defRPr sz="2025" b="1">
                <a:solidFill>
                  <a:srgbClr val="162C45"/>
                </a:solidFill>
                <a:latin typeface="DejaVu Serif"/>
                <a:ea typeface="DejaVu Serif"/>
                <a:cs typeface="DejaVu Serif"/>
              </a:defRPr>
            </a:lvl5pPr>
            <a:lvl6pPr algn="l">
              <a:defRPr sz="2025" b="1">
                <a:solidFill>
                  <a:srgbClr val="162C45"/>
                </a:solidFill>
                <a:latin typeface="DejaVu Serif"/>
                <a:ea typeface="DejaVu Serif"/>
                <a:cs typeface="DejaVu Serif"/>
              </a:defRPr>
            </a:lvl6pPr>
            <a:lvl7pPr algn="l">
              <a:defRPr sz="2025" b="1">
                <a:solidFill>
                  <a:srgbClr val="162C45"/>
                </a:solidFill>
                <a:latin typeface="DejaVu Serif"/>
                <a:ea typeface="DejaVu Serif"/>
                <a:cs typeface="DejaVu Serif"/>
              </a:defRPr>
            </a:lvl7pPr>
            <a:lvl8pPr algn="l">
              <a:defRPr sz="2025" b="1">
                <a:solidFill>
                  <a:srgbClr val="162C45"/>
                </a:solidFill>
                <a:latin typeface="DejaVu Serif"/>
                <a:ea typeface="DejaVu Serif"/>
                <a:cs typeface="DejaVu Serif"/>
              </a:defRPr>
            </a:lvl8pPr>
            <a:lvl9pPr algn="l">
              <a:defRPr sz="2025" b="1">
                <a:solidFill>
                  <a:srgbClr val="162C45"/>
                </a:solidFill>
                <a:latin typeface="DejaVu Serif"/>
                <a:ea typeface="DejaVu Serif"/>
                <a:cs typeface="DejaVu Serif"/>
              </a:defRPr>
            </a:lvl9pPr>
          </a:lstStyle>
          <a:p xmlns:a="http://schemas.openxmlformats.org/drawingml/2006/main">
            <a:pPr algn="l">
              <a:defRPr sz="2025" b="1">
                <a:solidFill>
                  <a:srgbClr val="162C45"/>
                </a:solidFill>
                <a:latin typeface="DejaVu Serif"/>
                <a:ea typeface="DejaVu Serif"/>
                <a:cs typeface="DejaVu Serif"/>
              </a:defRPr>
            </a:pPr>
            <a:r>
              <a:rPr sz="2025" b="1">
                <a:solidFill>
                  <a:srgbClr val="162C45"/>
                </a:solidFill>
                <a:latin typeface="DejaVu Serif"/>
                <a:ea typeface="DejaVu Serif"/>
                <a:cs typeface="DejaVu Serif"/>
              </a:rPr>
              <a:t>Recommend Checks</a:t>
            </a:r>
          </a:p>
        </p:txBody>
      </p:sp>
      <p:sp>
        <p:nvSpPr>
          <p:cNvPr id="17" name="text-160">
            <a:extLst xmlns:a="http://schemas.openxmlformats.org/drawingml/2006/main">
              <a:ext uri="{FF2B5EF4-FFF2-40B4-BE49-F238E27FC236}">
                <a16:creationId xmlns:a16="http://schemas.microsoft.com/office/drawing/2014/main" id="{E9B97B69-9D2F-4B7F-9AAF-FA0B3CB1F148}"/>
              </a:ext>
            </a:extLst>
          </p:cNvPr>
          <p:cNvSpPr>
            <a:spLocks xmlns:a="http://schemas.openxmlformats.org/drawingml/2006/main" noGrp="1"/>
          </p:cNvSpPr>
          <p:nvPr/>
        </p:nvSpPr>
        <p:spPr>
          <a:xfrm xmlns:a="http://schemas.openxmlformats.org/drawingml/2006/main">
            <a:off x="4591050" y="4010025"/>
            <a:ext cx="30099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354A5F"/>
                </a:solidFill>
                <a:latin typeface="DejaVu Sans"/>
                <a:ea typeface="DejaVu Sans"/>
                <a:cs typeface="DejaVu Sans"/>
              </a:defRPr>
            </a:defPPr>
            <a:lvl1pPr algn="l">
              <a:defRPr sz="1650" b="0">
                <a:solidFill>
                  <a:srgbClr val="354A5F"/>
                </a:solidFill>
                <a:latin typeface="DejaVu Sans"/>
                <a:ea typeface="DejaVu Sans"/>
                <a:cs typeface="DejaVu Sans"/>
              </a:defRPr>
            </a:lvl1pPr>
            <a:lvl2pPr algn="l">
              <a:defRPr sz="1650" b="0">
                <a:solidFill>
                  <a:srgbClr val="354A5F"/>
                </a:solidFill>
                <a:latin typeface="DejaVu Sans"/>
                <a:ea typeface="DejaVu Sans"/>
                <a:cs typeface="DejaVu Sans"/>
              </a:defRPr>
            </a:lvl2pPr>
            <a:lvl3pPr algn="l">
              <a:defRPr sz="1650" b="0">
                <a:solidFill>
                  <a:srgbClr val="354A5F"/>
                </a:solidFill>
                <a:latin typeface="DejaVu Sans"/>
                <a:ea typeface="DejaVu Sans"/>
                <a:cs typeface="DejaVu Sans"/>
              </a:defRPr>
            </a:lvl3pPr>
            <a:lvl4pPr algn="l">
              <a:defRPr sz="1650" b="0">
                <a:solidFill>
                  <a:srgbClr val="354A5F"/>
                </a:solidFill>
                <a:latin typeface="DejaVu Sans"/>
                <a:ea typeface="DejaVu Sans"/>
                <a:cs typeface="DejaVu Sans"/>
              </a:defRPr>
            </a:lvl4pPr>
            <a:lvl5pPr algn="l">
              <a:defRPr sz="1650" b="0">
                <a:solidFill>
                  <a:srgbClr val="354A5F"/>
                </a:solidFill>
                <a:latin typeface="DejaVu Sans"/>
                <a:ea typeface="DejaVu Sans"/>
                <a:cs typeface="DejaVu Sans"/>
              </a:defRPr>
            </a:lvl5pPr>
            <a:lvl6pPr algn="l">
              <a:defRPr sz="1650" b="0">
                <a:solidFill>
                  <a:srgbClr val="354A5F"/>
                </a:solidFill>
                <a:latin typeface="DejaVu Sans"/>
                <a:ea typeface="DejaVu Sans"/>
                <a:cs typeface="DejaVu Sans"/>
              </a:defRPr>
            </a:lvl6pPr>
            <a:lvl7pPr algn="l">
              <a:defRPr sz="1650" b="0">
                <a:solidFill>
                  <a:srgbClr val="354A5F"/>
                </a:solidFill>
                <a:latin typeface="DejaVu Sans"/>
                <a:ea typeface="DejaVu Sans"/>
                <a:cs typeface="DejaVu Sans"/>
              </a:defRPr>
            </a:lvl7pPr>
            <a:lvl8pPr algn="l">
              <a:defRPr sz="1650" b="0">
                <a:solidFill>
                  <a:srgbClr val="354A5F"/>
                </a:solidFill>
                <a:latin typeface="DejaVu Sans"/>
                <a:ea typeface="DejaVu Sans"/>
                <a:cs typeface="DejaVu Sans"/>
              </a:defRPr>
            </a:lvl8pPr>
            <a:lvl9pPr algn="l">
              <a:defRPr sz="1650" b="0">
                <a:solidFill>
                  <a:srgbClr val="354A5F"/>
                </a:solidFill>
                <a:latin typeface="DejaVu Sans"/>
                <a:ea typeface="DejaVu Sans"/>
                <a:cs typeface="DejaVu Sans"/>
              </a:defRPr>
            </a:lvl9pPr>
          </a:lstStyle>
          <a:p xmlns:a="http://schemas.openxmlformats.org/drawingml/2006/main">
            <a:pPr algn="l">
              <a:defRPr sz="1650" b="0">
                <a:solidFill>
                  <a:srgbClr val="354A5F"/>
                </a:solidFill>
                <a:latin typeface="DejaVu Sans"/>
                <a:ea typeface="DejaVu Sans"/>
                <a:cs typeface="DejaVu Sans"/>
              </a:defRPr>
            </a:pPr>
            <a:r>
              <a:rPr sz="1650" b="0">
                <a:solidFill>
                  <a:srgbClr val="354A5F"/>
                </a:solidFill>
                <a:latin typeface="DejaVu Sans"/>
                <a:ea typeface="DejaVu Sans"/>
                <a:cs typeface="DejaVu Sans"/>
              </a:rPr>
              <a:t>Combine semantic suggestions with deterministic foreign-key and traditional checks.</a:t>
            </a:r>
          </a:p>
        </p:txBody>
      </p:sp>
      <p:sp>
        <p:nvSpPr>
          <p:cNvPr id="18" name="panel-161">
            <a:extLst xmlns:a="http://schemas.openxmlformats.org/drawingml/2006/main">
              <a:ext uri="{FF2B5EF4-FFF2-40B4-BE49-F238E27FC236}">
                <a16:creationId xmlns:a16="http://schemas.microsoft.com/office/drawing/2014/main" id="{44D27071-0EF1-444C-AA54-AFECB536E24C}"/>
              </a:ext>
            </a:extLst>
          </p:cNvPr>
          <p:cNvSpPr>
            <a:spLocks xmlns:a="http://schemas.openxmlformats.org/drawingml/2006/main" noGrp="1"/>
          </p:cNvSpPr>
          <p:nvPr/>
        </p:nvSpPr>
        <p:spPr>
          <a:xfrm xmlns:a="http://schemas.openxmlformats.org/drawingml/2006/main">
            <a:off x="8058150" y="2333625"/>
            <a:ext cx="3524250" cy="2867025"/>
          </a:xfrm>
          <a:prstGeom xmlns:a="http://schemas.openxmlformats.org/drawingml/2006/main" prst="roundRect">
            <a:avLst>
              <a:gd name="adj" fmla="val 4651"/>
            </a:avLst>
          </a:prstGeom>
          <a:solidFill xmlns:a="http://schemas.openxmlformats.org/drawingml/2006/main">
            <a:srgbClr val="F2F7FA"/>
          </a:solidFill>
          <a:ln xmlns:a="http://schemas.openxmlformats.org/drawingml/2006/main" w="9525">
            <a:solidFill>
              <a:srgbClr val="D9E5EC"/>
            </a:solidFill>
            <a:prstDash val="solid"/>
          </a:ln>
        </p:spPr>
      </p:sp>
      <p:sp>
        <p:nvSpPr>
          <p:cNvPr id="19" name="panel-162">
            <a:extLst xmlns:a="http://schemas.openxmlformats.org/drawingml/2006/main">
              <a:ext uri="{FF2B5EF4-FFF2-40B4-BE49-F238E27FC236}">
                <a16:creationId xmlns:a16="http://schemas.microsoft.com/office/drawing/2014/main" id="{D32E2AF3-D7A3-4367-827F-3E5FC97EFB10}"/>
              </a:ext>
            </a:extLst>
          </p:cNvPr>
          <p:cNvSpPr>
            <a:spLocks xmlns:a="http://schemas.openxmlformats.org/drawingml/2006/main" noGrp="1"/>
          </p:cNvSpPr>
          <p:nvPr/>
        </p:nvSpPr>
        <p:spPr>
          <a:xfrm xmlns:a="http://schemas.openxmlformats.org/drawingml/2006/main">
            <a:off x="8315325" y="2571750"/>
            <a:ext cx="647700" cy="647700"/>
          </a:xfrm>
          <a:prstGeom xmlns:a="http://schemas.openxmlformats.org/drawingml/2006/main" prst="roundRect">
            <a:avLst>
              <a:gd name="adj" fmla="val 50000"/>
            </a:avLst>
          </a:prstGeom>
          <a:solidFill xmlns:a="http://schemas.openxmlformats.org/drawingml/2006/main">
            <a:srgbClr val="247E91"/>
          </a:solidFill>
          <a:ln xmlns:a="http://schemas.openxmlformats.org/drawingml/2006/main" w="0">
            <a:noFill/>
            <a:prstDash val="solid"/>
          </a:ln>
        </p:spPr>
      </p:sp>
      <p:pic>
        <p:nvPicPr>
          <p:cNvPr id="20" name="">
            <a:extLst xmlns:a="http://schemas.openxmlformats.org/drawingml/2006/main">
              <a:ext uri="{FF2B5EF4-FFF2-40B4-BE49-F238E27FC236}">
                <a16:creationId xmlns:a16="http://schemas.microsoft.com/office/drawing/2014/main" id="{CF4CEF81-FD63-410E-B731-83B416E1FE68}"/>
              </a:ext>
            </a:extLst>
          </p:cNvPr>
          <p:cNvPicPr>
            <a:picLocks xmlns:a="http://schemas.openxmlformats.org/drawingml/2006/main" noChangeAspect="1"/>
          </p:cNvPicPr>
          <p:nvPr/>
        </p:nvPicPr>
        <p:blipFill>
          <a:blip xmlns:r="http://schemas.openxmlformats.org/officeDocument/2006/relationships" xmlns:a="http://schemas.openxmlformats.org/drawingml/2006/main" r:embed="Ra768df24834b405c">
            <a:extLst>
              <a:ext uri="{96DAC541-7B7A-43D3-8B79-37D633B846F1}">
                <asvg:svgBlip xmlns:asvg="http://schemas.microsoft.com/office/drawing/2016/SVG/main" r:embed="Rf343e4252324489c"/>
              </a:ext>
            </a:extLst>
          </a:blip>
          <a:stretch xmlns:a="http://schemas.openxmlformats.org/drawingml/2006/main"/>
        </p:blipFill>
        <p:spPr>
          <a:xfrm xmlns:a="http://schemas.openxmlformats.org/drawingml/2006/main">
            <a:off x="8470773" y="2727198"/>
            <a:ext cx="336804" cy="336804"/>
          </a:xfrm>
          <a:prstGeom xmlns:a="http://schemas.openxmlformats.org/drawingml/2006/main" prst="rect">
            <a:avLst/>
          </a:prstGeom>
        </p:spPr>
      </p:pic>
      <p:sp>
        <p:nvSpPr>
          <p:cNvPr id="21" name="text-163">
            <a:extLst xmlns:a="http://schemas.openxmlformats.org/drawingml/2006/main">
              <a:ext uri="{FF2B5EF4-FFF2-40B4-BE49-F238E27FC236}">
                <a16:creationId xmlns:a16="http://schemas.microsoft.com/office/drawing/2014/main" id="{C00F971C-CF11-4F4F-A29F-16C893885D8D}"/>
              </a:ext>
            </a:extLst>
          </p:cNvPr>
          <p:cNvSpPr>
            <a:spLocks xmlns:a="http://schemas.openxmlformats.org/drawingml/2006/main" noGrp="1"/>
          </p:cNvSpPr>
          <p:nvPr/>
        </p:nvSpPr>
        <p:spPr>
          <a:xfrm xmlns:a="http://schemas.openxmlformats.org/drawingml/2006/main">
            <a:off x="8315325" y="3486150"/>
            <a:ext cx="30099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62C45"/>
                </a:solidFill>
                <a:latin typeface="DejaVu Serif"/>
                <a:ea typeface="DejaVu Serif"/>
                <a:cs typeface="DejaVu Serif"/>
              </a:defRPr>
            </a:defPPr>
            <a:lvl1pPr algn="l">
              <a:defRPr sz="2025" b="1">
                <a:solidFill>
                  <a:srgbClr val="162C45"/>
                </a:solidFill>
                <a:latin typeface="DejaVu Serif"/>
                <a:ea typeface="DejaVu Serif"/>
                <a:cs typeface="DejaVu Serif"/>
              </a:defRPr>
            </a:lvl1pPr>
            <a:lvl2pPr algn="l">
              <a:defRPr sz="2025" b="1">
                <a:solidFill>
                  <a:srgbClr val="162C45"/>
                </a:solidFill>
                <a:latin typeface="DejaVu Serif"/>
                <a:ea typeface="DejaVu Serif"/>
                <a:cs typeface="DejaVu Serif"/>
              </a:defRPr>
            </a:lvl2pPr>
            <a:lvl3pPr algn="l">
              <a:defRPr sz="2025" b="1">
                <a:solidFill>
                  <a:srgbClr val="162C45"/>
                </a:solidFill>
                <a:latin typeface="DejaVu Serif"/>
                <a:ea typeface="DejaVu Serif"/>
                <a:cs typeface="DejaVu Serif"/>
              </a:defRPr>
            </a:lvl3pPr>
            <a:lvl4pPr algn="l">
              <a:defRPr sz="2025" b="1">
                <a:solidFill>
                  <a:srgbClr val="162C45"/>
                </a:solidFill>
                <a:latin typeface="DejaVu Serif"/>
                <a:ea typeface="DejaVu Serif"/>
                <a:cs typeface="DejaVu Serif"/>
              </a:defRPr>
            </a:lvl4pPr>
            <a:lvl5pPr algn="l">
              <a:defRPr sz="2025" b="1">
                <a:solidFill>
                  <a:srgbClr val="162C45"/>
                </a:solidFill>
                <a:latin typeface="DejaVu Serif"/>
                <a:ea typeface="DejaVu Serif"/>
                <a:cs typeface="DejaVu Serif"/>
              </a:defRPr>
            </a:lvl5pPr>
            <a:lvl6pPr algn="l">
              <a:defRPr sz="2025" b="1">
                <a:solidFill>
                  <a:srgbClr val="162C45"/>
                </a:solidFill>
                <a:latin typeface="DejaVu Serif"/>
                <a:ea typeface="DejaVu Serif"/>
                <a:cs typeface="DejaVu Serif"/>
              </a:defRPr>
            </a:lvl6pPr>
            <a:lvl7pPr algn="l">
              <a:defRPr sz="2025" b="1">
                <a:solidFill>
                  <a:srgbClr val="162C45"/>
                </a:solidFill>
                <a:latin typeface="DejaVu Serif"/>
                <a:ea typeface="DejaVu Serif"/>
                <a:cs typeface="DejaVu Serif"/>
              </a:defRPr>
            </a:lvl7pPr>
            <a:lvl8pPr algn="l">
              <a:defRPr sz="2025" b="1">
                <a:solidFill>
                  <a:srgbClr val="162C45"/>
                </a:solidFill>
                <a:latin typeface="DejaVu Serif"/>
                <a:ea typeface="DejaVu Serif"/>
                <a:cs typeface="DejaVu Serif"/>
              </a:defRPr>
            </a:lvl8pPr>
            <a:lvl9pPr algn="l">
              <a:defRPr sz="2025" b="1">
                <a:solidFill>
                  <a:srgbClr val="162C45"/>
                </a:solidFill>
                <a:latin typeface="DejaVu Serif"/>
                <a:ea typeface="DejaVu Serif"/>
                <a:cs typeface="DejaVu Serif"/>
              </a:defRPr>
            </a:lvl9pPr>
          </a:lstStyle>
          <a:p xmlns:a="http://schemas.openxmlformats.org/drawingml/2006/main">
            <a:pPr algn="l">
              <a:defRPr sz="2025" b="1">
                <a:solidFill>
                  <a:srgbClr val="162C45"/>
                </a:solidFill>
                <a:latin typeface="DejaVu Serif"/>
                <a:ea typeface="DejaVu Serif"/>
                <a:cs typeface="DejaVu Serif"/>
              </a:defRPr>
            </a:pPr>
            <a:r>
              <a:rPr sz="2025" b="1">
                <a:solidFill>
                  <a:srgbClr val="162C45"/>
                </a:solidFill>
                <a:latin typeface="DejaVu Serif"/>
                <a:ea typeface="DejaVu Serif"/>
                <a:cs typeface="DejaVu Serif"/>
              </a:rPr>
              <a:t>Review and Export</a:t>
            </a:r>
          </a:p>
        </p:txBody>
      </p:sp>
      <p:sp>
        <p:nvSpPr>
          <p:cNvPr id="22" name="text-164">
            <a:extLst xmlns:a="http://schemas.openxmlformats.org/drawingml/2006/main">
              <a:ext uri="{FF2B5EF4-FFF2-40B4-BE49-F238E27FC236}">
                <a16:creationId xmlns:a16="http://schemas.microsoft.com/office/drawing/2014/main" id="{74A560E5-0124-4E4B-8575-53C23D6AE8F7}"/>
              </a:ext>
            </a:extLst>
          </p:cNvPr>
          <p:cNvSpPr>
            <a:spLocks xmlns:a="http://schemas.openxmlformats.org/drawingml/2006/main" noGrp="1"/>
          </p:cNvSpPr>
          <p:nvPr/>
        </p:nvSpPr>
        <p:spPr>
          <a:xfrm xmlns:a="http://schemas.openxmlformats.org/drawingml/2006/main">
            <a:off x="8315325" y="4010025"/>
            <a:ext cx="30099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354A5F"/>
                </a:solidFill>
                <a:latin typeface="DejaVu Sans"/>
                <a:ea typeface="DejaVu Sans"/>
                <a:cs typeface="DejaVu Sans"/>
              </a:defRPr>
            </a:defPPr>
            <a:lvl1pPr algn="l">
              <a:defRPr sz="1650" b="0">
                <a:solidFill>
                  <a:srgbClr val="354A5F"/>
                </a:solidFill>
                <a:latin typeface="DejaVu Sans"/>
                <a:ea typeface="DejaVu Sans"/>
                <a:cs typeface="DejaVu Sans"/>
              </a:defRPr>
            </a:lvl1pPr>
            <a:lvl2pPr algn="l">
              <a:defRPr sz="1650" b="0">
                <a:solidFill>
                  <a:srgbClr val="354A5F"/>
                </a:solidFill>
                <a:latin typeface="DejaVu Sans"/>
                <a:ea typeface="DejaVu Sans"/>
                <a:cs typeface="DejaVu Sans"/>
              </a:defRPr>
            </a:lvl2pPr>
            <a:lvl3pPr algn="l">
              <a:defRPr sz="1650" b="0">
                <a:solidFill>
                  <a:srgbClr val="354A5F"/>
                </a:solidFill>
                <a:latin typeface="DejaVu Sans"/>
                <a:ea typeface="DejaVu Sans"/>
                <a:cs typeface="DejaVu Sans"/>
              </a:defRPr>
            </a:lvl3pPr>
            <a:lvl4pPr algn="l">
              <a:defRPr sz="1650" b="0">
                <a:solidFill>
                  <a:srgbClr val="354A5F"/>
                </a:solidFill>
                <a:latin typeface="DejaVu Sans"/>
                <a:ea typeface="DejaVu Sans"/>
                <a:cs typeface="DejaVu Sans"/>
              </a:defRPr>
            </a:lvl4pPr>
            <a:lvl5pPr algn="l">
              <a:defRPr sz="1650" b="0">
                <a:solidFill>
                  <a:srgbClr val="354A5F"/>
                </a:solidFill>
                <a:latin typeface="DejaVu Sans"/>
                <a:ea typeface="DejaVu Sans"/>
                <a:cs typeface="DejaVu Sans"/>
              </a:defRPr>
            </a:lvl5pPr>
            <a:lvl6pPr algn="l">
              <a:defRPr sz="1650" b="0">
                <a:solidFill>
                  <a:srgbClr val="354A5F"/>
                </a:solidFill>
                <a:latin typeface="DejaVu Sans"/>
                <a:ea typeface="DejaVu Sans"/>
                <a:cs typeface="DejaVu Sans"/>
              </a:defRPr>
            </a:lvl6pPr>
            <a:lvl7pPr algn="l">
              <a:defRPr sz="1650" b="0">
                <a:solidFill>
                  <a:srgbClr val="354A5F"/>
                </a:solidFill>
                <a:latin typeface="DejaVu Sans"/>
                <a:ea typeface="DejaVu Sans"/>
                <a:cs typeface="DejaVu Sans"/>
              </a:defRPr>
            </a:lvl7pPr>
            <a:lvl8pPr algn="l">
              <a:defRPr sz="1650" b="0">
                <a:solidFill>
                  <a:srgbClr val="354A5F"/>
                </a:solidFill>
                <a:latin typeface="DejaVu Sans"/>
                <a:ea typeface="DejaVu Sans"/>
                <a:cs typeface="DejaVu Sans"/>
              </a:defRPr>
            </a:lvl8pPr>
            <a:lvl9pPr algn="l">
              <a:defRPr sz="1650" b="0">
                <a:solidFill>
                  <a:srgbClr val="354A5F"/>
                </a:solidFill>
                <a:latin typeface="DejaVu Sans"/>
                <a:ea typeface="DejaVu Sans"/>
                <a:cs typeface="DejaVu Sans"/>
              </a:defRPr>
            </a:lvl9pPr>
          </a:lstStyle>
          <a:p xmlns:a="http://schemas.openxmlformats.org/drawingml/2006/main">
            <a:pPr algn="l">
              <a:defRPr sz="1650" b="0">
                <a:solidFill>
                  <a:srgbClr val="354A5F"/>
                </a:solidFill>
                <a:latin typeface="DejaVu Sans"/>
                <a:ea typeface="DejaVu Sans"/>
                <a:cs typeface="DejaVu Sans"/>
              </a:defRPr>
            </a:pPr>
            <a:r>
              <a:rPr sz="1650" b="0">
                <a:solidFill>
                  <a:srgbClr val="354A5F"/>
                </a:solidFill>
                <a:latin typeface="DejaVu Sans"/>
                <a:ea typeface="DejaVu Sans"/>
                <a:cs typeface="DejaVu Sans"/>
              </a:rPr>
              <a:t>Inspect each rule, edit its SQL and export the selected collection for downstream use.</a:t>
            </a:r>
          </a:p>
        </p:txBody>
      </p:sp>
      <p:sp>
        <p:nvSpPr>
          <p:cNvPr id="23" name="panel-165">
            <a:extLst xmlns:a="http://schemas.openxmlformats.org/drawingml/2006/main">
              <a:ext uri="{FF2B5EF4-FFF2-40B4-BE49-F238E27FC236}">
                <a16:creationId xmlns:a16="http://schemas.microsoft.com/office/drawing/2014/main" id="{52384DFE-5710-4FF1-83BF-A9FB3BF84346}"/>
              </a:ext>
            </a:extLst>
          </p:cNvPr>
          <p:cNvSpPr>
            <a:spLocks xmlns:a="http://schemas.openxmlformats.org/drawingml/2006/main" noGrp="1"/>
          </p:cNvSpPr>
          <p:nvPr/>
        </p:nvSpPr>
        <p:spPr>
          <a:xfrm xmlns:a="http://schemas.openxmlformats.org/drawingml/2006/main">
            <a:off x="609600" y="5495925"/>
            <a:ext cx="10972800" cy="523875"/>
          </a:xfrm>
          <a:prstGeom xmlns:a="http://schemas.openxmlformats.org/drawingml/2006/main" prst="roundRect">
            <a:avLst>
              <a:gd name="adj" fmla="val 14545"/>
            </a:avLst>
          </a:prstGeom>
          <a:solidFill xmlns:a="http://schemas.openxmlformats.org/drawingml/2006/main">
            <a:srgbClr val="E5EFF6"/>
          </a:solidFill>
          <a:ln xmlns:a="http://schemas.openxmlformats.org/drawingml/2006/main" w="0">
            <a:noFill/>
            <a:prstDash val="solid"/>
          </a:ln>
        </p:spPr>
      </p:sp>
      <p:sp>
        <p:nvSpPr>
          <p:cNvPr id="24" name="text-166">
            <a:extLst xmlns:a="http://schemas.openxmlformats.org/drawingml/2006/main">
              <a:ext uri="{FF2B5EF4-FFF2-40B4-BE49-F238E27FC236}">
                <a16:creationId xmlns:a16="http://schemas.microsoft.com/office/drawing/2014/main" id="{943A36A5-A72C-4873-BB54-E99BBDDCC5F4}"/>
              </a:ext>
            </a:extLst>
          </p:cNvPr>
          <p:cNvSpPr>
            <a:spLocks xmlns:a="http://schemas.openxmlformats.org/drawingml/2006/main" noGrp="1"/>
          </p:cNvSpPr>
          <p:nvPr/>
        </p:nvSpPr>
        <p:spPr>
          <a:xfrm xmlns:a="http://schemas.openxmlformats.org/drawingml/2006/main">
            <a:off x="828675" y="5629275"/>
            <a:ext cx="10534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24618C"/>
                </a:solidFill>
                <a:latin typeface="DejaVu Sans"/>
                <a:ea typeface="DejaVu Sans"/>
                <a:cs typeface="DejaVu Sans"/>
              </a:defRPr>
            </a:defPPr>
            <a:lvl1pPr algn="l">
              <a:defRPr sz="1500" b="1">
                <a:solidFill>
                  <a:srgbClr val="24618C"/>
                </a:solidFill>
                <a:latin typeface="DejaVu Sans"/>
                <a:ea typeface="DejaVu Sans"/>
                <a:cs typeface="DejaVu Sans"/>
              </a:defRPr>
            </a:lvl1pPr>
            <a:lvl2pPr algn="l">
              <a:defRPr sz="1500" b="1">
                <a:solidFill>
                  <a:srgbClr val="24618C"/>
                </a:solidFill>
                <a:latin typeface="DejaVu Sans"/>
                <a:ea typeface="DejaVu Sans"/>
                <a:cs typeface="DejaVu Sans"/>
              </a:defRPr>
            </a:lvl2pPr>
            <a:lvl3pPr algn="l">
              <a:defRPr sz="1500" b="1">
                <a:solidFill>
                  <a:srgbClr val="24618C"/>
                </a:solidFill>
                <a:latin typeface="DejaVu Sans"/>
                <a:ea typeface="DejaVu Sans"/>
                <a:cs typeface="DejaVu Sans"/>
              </a:defRPr>
            </a:lvl3pPr>
            <a:lvl4pPr algn="l">
              <a:defRPr sz="1500" b="1">
                <a:solidFill>
                  <a:srgbClr val="24618C"/>
                </a:solidFill>
                <a:latin typeface="DejaVu Sans"/>
                <a:ea typeface="DejaVu Sans"/>
                <a:cs typeface="DejaVu Sans"/>
              </a:defRPr>
            </a:lvl4pPr>
            <a:lvl5pPr algn="l">
              <a:defRPr sz="1500" b="1">
                <a:solidFill>
                  <a:srgbClr val="24618C"/>
                </a:solidFill>
                <a:latin typeface="DejaVu Sans"/>
                <a:ea typeface="DejaVu Sans"/>
                <a:cs typeface="DejaVu Sans"/>
              </a:defRPr>
            </a:lvl5pPr>
            <a:lvl6pPr algn="l">
              <a:defRPr sz="1500" b="1">
                <a:solidFill>
                  <a:srgbClr val="24618C"/>
                </a:solidFill>
                <a:latin typeface="DejaVu Sans"/>
                <a:ea typeface="DejaVu Sans"/>
                <a:cs typeface="DejaVu Sans"/>
              </a:defRPr>
            </a:lvl6pPr>
            <a:lvl7pPr algn="l">
              <a:defRPr sz="1500" b="1">
                <a:solidFill>
                  <a:srgbClr val="24618C"/>
                </a:solidFill>
                <a:latin typeface="DejaVu Sans"/>
                <a:ea typeface="DejaVu Sans"/>
                <a:cs typeface="DejaVu Sans"/>
              </a:defRPr>
            </a:lvl7pPr>
            <a:lvl8pPr algn="l">
              <a:defRPr sz="1500" b="1">
                <a:solidFill>
                  <a:srgbClr val="24618C"/>
                </a:solidFill>
                <a:latin typeface="DejaVu Sans"/>
                <a:ea typeface="DejaVu Sans"/>
                <a:cs typeface="DejaVu Sans"/>
              </a:defRPr>
            </a:lvl8pPr>
            <a:lvl9pPr algn="l">
              <a:defRPr sz="1500" b="1">
                <a:solidFill>
                  <a:srgbClr val="24618C"/>
                </a:solidFill>
                <a:latin typeface="DejaVu Sans"/>
                <a:ea typeface="DejaVu Sans"/>
                <a:cs typeface="DejaVu Sans"/>
              </a:defRPr>
            </a:lvl9pPr>
          </a:lstStyle>
          <a:p xmlns:a="http://schemas.openxmlformats.org/drawingml/2006/main">
            <a:pPr algn="l">
              <a:defRPr sz="1500" b="1">
                <a:solidFill>
                  <a:srgbClr val="24618C"/>
                </a:solidFill>
                <a:latin typeface="DejaVu Sans"/>
                <a:ea typeface="DejaVu Sans"/>
                <a:cs typeface="DejaVu Sans"/>
              </a:defRPr>
            </a:pPr>
            <a:r>
              <a:rPr sz="1500" b="1">
                <a:solidFill>
                  <a:srgbClr val="24618C"/>
                </a:solidFill>
                <a:latin typeface="DejaVu Sans"/>
                <a:ea typeface="DejaVu Sans"/>
                <a:cs typeface="DejaVu Sans"/>
              </a:rPr>
              <a:t>MVP output: selected rules and candidate SQL. Validate SQL before execution.</a:t>
            </a:r>
          </a:p>
        </p:txBody>
      </p:sp>
    </p:spTree>
    <p:extLst>
      <p:ext uri="{BB962C8B-B14F-4D97-AF65-F5344CB8AC3E}">
        <p14:creationId xmlns:p14="http://schemas.microsoft.com/office/powerpoint/2010/main" val="15218673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47" name="">
            <a:extLst xmlns:a="http://schemas.openxmlformats.org/drawingml/2006/main">
              <a:ext uri="{FF2B5EF4-FFF2-40B4-BE49-F238E27FC236}">
                <a16:creationId xmlns:a16="http://schemas.microsoft.com/office/drawing/2014/main" id="{A864ACA3-60FA-4E21-A4BE-1B1FC42200F8}"/>
              </a:ext>
            </a:extLst>
          </p:cNvPr>
          <p:cNvCxnSpPr>
            <a:stCxn xmlns:a="http://schemas.openxmlformats.org/drawingml/2006/main" id="31" idx="3"/>
            <a:endCxn xmlns:a="http://schemas.openxmlformats.org/drawingml/2006/main" id="37" idx="1"/>
          </p:cNvCxnSpPr>
          <p:nvPr/>
        </p:nvCxnSpPr>
        <p:spPr>
          <a:xfrm xmlns:a="http://schemas.openxmlformats.org/drawingml/2006/main">
            <a:off x="9725025" y="3519488"/>
            <a:ext cx="171450" cy="0"/>
          </a:xfrm>
          <a:prstGeom xmlns:a="http://schemas.openxmlformats.org/drawingml/2006/main" prst="straightConnector1">
            <a:avLst/>
          </a:prstGeom>
          <a:ln xmlns:a="http://schemas.openxmlformats.org/drawingml/2006/main" w="20955">
            <a:solidFill>
              <a:srgbClr val="247E91"/>
            </a:solidFill>
            <a:prstDash val="solid"/>
            <a:tailEnd type="triangle" w="sm" len="sm"/>
          </a:ln>
        </p:spPr>
      </p:cxnSp>
      <p:cxnSp>
        <p:nvCxnSpPr>
          <p:cNvPr id="46" name="">
            <a:extLst xmlns:a="http://schemas.openxmlformats.org/drawingml/2006/main">
              <a:ext uri="{FF2B5EF4-FFF2-40B4-BE49-F238E27FC236}">
                <a16:creationId xmlns:a16="http://schemas.microsoft.com/office/drawing/2014/main" id="{AEDE88FE-FBB8-4F45-AB9F-124F620A187A}"/>
              </a:ext>
            </a:extLst>
          </p:cNvPr>
          <p:cNvCxnSpPr>
            <a:stCxn xmlns:a="http://schemas.openxmlformats.org/drawingml/2006/main" id="25" idx="3"/>
            <a:endCxn xmlns:a="http://schemas.openxmlformats.org/drawingml/2006/main" id="31" idx="1"/>
          </p:cNvCxnSpPr>
          <p:nvPr/>
        </p:nvCxnSpPr>
        <p:spPr>
          <a:xfrm xmlns:a="http://schemas.openxmlformats.org/drawingml/2006/main">
            <a:off x="7867650" y="3519488"/>
            <a:ext cx="171450" cy="0"/>
          </a:xfrm>
          <a:prstGeom xmlns:a="http://schemas.openxmlformats.org/drawingml/2006/main" prst="straightConnector1">
            <a:avLst/>
          </a:prstGeom>
          <a:ln xmlns:a="http://schemas.openxmlformats.org/drawingml/2006/main" w="20955">
            <a:solidFill>
              <a:srgbClr val="247E91"/>
            </a:solidFill>
            <a:prstDash val="solid"/>
            <a:tailEnd type="triangle" w="sm" len="sm"/>
          </a:ln>
        </p:spPr>
      </p:cxnSp>
      <p:cxnSp>
        <p:nvCxnSpPr>
          <p:cNvPr id="45" name="">
            <a:extLst xmlns:a="http://schemas.openxmlformats.org/drawingml/2006/main">
              <a:ext uri="{FF2B5EF4-FFF2-40B4-BE49-F238E27FC236}">
                <a16:creationId xmlns:a16="http://schemas.microsoft.com/office/drawing/2014/main" id="{50F58282-5A1C-4612-A27C-E56746304FFA}"/>
              </a:ext>
            </a:extLst>
          </p:cNvPr>
          <p:cNvCxnSpPr>
            <a:stCxn xmlns:a="http://schemas.openxmlformats.org/drawingml/2006/main" id="19" idx="3"/>
            <a:endCxn xmlns:a="http://schemas.openxmlformats.org/drawingml/2006/main" id="25" idx="1"/>
          </p:cNvCxnSpPr>
          <p:nvPr/>
        </p:nvCxnSpPr>
        <p:spPr>
          <a:xfrm xmlns:a="http://schemas.openxmlformats.org/drawingml/2006/main">
            <a:off x="6010275" y="3519488"/>
            <a:ext cx="171450" cy="0"/>
          </a:xfrm>
          <a:prstGeom xmlns:a="http://schemas.openxmlformats.org/drawingml/2006/main" prst="straightConnector1">
            <a:avLst/>
          </a:prstGeom>
          <a:ln xmlns:a="http://schemas.openxmlformats.org/drawingml/2006/main" w="20955">
            <a:solidFill>
              <a:srgbClr val="247E91"/>
            </a:solidFill>
            <a:prstDash val="solid"/>
            <a:tailEnd type="triangle" w="sm" len="sm"/>
          </a:ln>
        </p:spPr>
      </p:cxnSp>
      <p:cxnSp>
        <p:nvCxnSpPr>
          <p:cNvPr id="44" name="">
            <a:extLst xmlns:a="http://schemas.openxmlformats.org/drawingml/2006/main">
              <a:ext uri="{FF2B5EF4-FFF2-40B4-BE49-F238E27FC236}">
                <a16:creationId xmlns:a16="http://schemas.microsoft.com/office/drawing/2014/main" id="{B501826C-1E65-4949-8753-67A10DB37BF0}"/>
              </a:ext>
            </a:extLst>
          </p:cNvPr>
          <p:cNvCxnSpPr>
            <a:stCxn xmlns:a="http://schemas.openxmlformats.org/drawingml/2006/main" id="13" idx="3"/>
            <a:endCxn xmlns:a="http://schemas.openxmlformats.org/drawingml/2006/main" id="19" idx="1"/>
          </p:cNvCxnSpPr>
          <p:nvPr/>
        </p:nvCxnSpPr>
        <p:spPr>
          <a:xfrm xmlns:a="http://schemas.openxmlformats.org/drawingml/2006/main">
            <a:off x="4152900" y="3519488"/>
            <a:ext cx="171450" cy="0"/>
          </a:xfrm>
          <a:prstGeom xmlns:a="http://schemas.openxmlformats.org/drawingml/2006/main" prst="straightConnector1">
            <a:avLst/>
          </a:prstGeom>
          <a:ln xmlns:a="http://schemas.openxmlformats.org/drawingml/2006/main" w="20955">
            <a:solidFill>
              <a:srgbClr val="247E91"/>
            </a:solidFill>
            <a:prstDash val="solid"/>
            <a:tailEnd type="triangle" w="sm" len="sm"/>
          </a:ln>
        </p:spPr>
      </p:cxnSp>
      <p:cxnSp>
        <p:nvCxnSpPr>
          <p:cNvPr id="43" name="">
            <a:extLst xmlns:a="http://schemas.openxmlformats.org/drawingml/2006/main">
              <a:ext uri="{FF2B5EF4-FFF2-40B4-BE49-F238E27FC236}">
                <a16:creationId xmlns:a16="http://schemas.microsoft.com/office/drawing/2014/main" id="{E19D0C86-AE1D-4282-BA27-3F81599A9857}"/>
              </a:ext>
            </a:extLst>
          </p:cNvPr>
          <p:cNvCxnSpPr>
            <a:stCxn xmlns:a="http://schemas.openxmlformats.org/drawingml/2006/main" id="7" idx="3"/>
            <a:endCxn xmlns:a="http://schemas.openxmlformats.org/drawingml/2006/main" id="13" idx="1"/>
          </p:cNvCxnSpPr>
          <p:nvPr/>
        </p:nvCxnSpPr>
        <p:spPr>
          <a:xfrm xmlns:a="http://schemas.openxmlformats.org/drawingml/2006/main">
            <a:off x="2295525" y="3519488"/>
            <a:ext cx="171450" cy="0"/>
          </a:xfrm>
          <a:prstGeom xmlns:a="http://schemas.openxmlformats.org/drawingml/2006/main" prst="straightConnector1">
            <a:avLst/>
          </a:prstGeom>
          <a:ln xmlns:a="http://schemas.openxmlformats.org/drawingml/2006/main" w="20955">
            <a:solidFill>
              <a:srgbClr val="247E91"/>
            </a:solidFill>
            <a:prstDash val="solid"/>
            <a:tailEnd type="triangle" w="sm" len="sm"/>
          </a:ln>
        </p:spPr>
      </p:cxnSp>
      <p:sp>
        <p:nvSpPr>
          <p:cNvPr id="50" name="text-167">
            <a:extLst xmlns:a="http://schemas.openxmlformats.org/drawingml/2006/main">
              <a:ext uri="{FF2B5EF4-FFF2-40B4-BE49-F238E27FC236}">
                <a16:creationId xmlns:a16="http://schemas.microsoft.com/office/drawing/2014/main" id="{43207E5B-0119-474B-9517-F76B98686922}"/>
              </a:ext>
            </a:extLst>
          </p:cNvPr>
          <p:cNvSpPr>
            <a:spLocks xmlns:a="http://schemas.openxmlformats.org/drawingml/2006/main" noGrp="1"/>
          </p:cNvSpPr>
          <p:nvPr/>
        </p:nvSpPr>
        <p:spPr>
          <a:xfrm xmlns:a="http://schemas.openxmlformats.org/drawingml/2006/main">
            <a:off x="609600" y="428625"/>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247E91"/>
                </a:solidFill>
                <a:latin typeface="DejaVu Sans"/>
                <a:ea typeface="DejaVu Sans"/>
                <a:cs typeface="DejaVu Sans"/>
              </a:defRPr>
            </a:defPPr>
            <a:lvl1pPr algn="l">
              <a:defRPr sz="1125" b="1">
                <a:solidFill>
                  <a:srgbClr val="247E91"/>
                </a:solidFill>
                <a:latin typeface="DejaVu Sans"/>
                <a:ea typeface="DejaVu Sans"/>
                <a:cs typeface="DejaVu Sans"/>
              </a:defRPr>
            </a:lvl1pPr>
            <a:lvl2pPr algn="l">
              <a:defRPr sz="1125" b="1">
                <a:solidFill>
                  <a:srgbClr val="247E91"/>
                </a:solidFill>
                <a:latin typeface="DejaVu Sans"/>
                <a:ea typeface="DejaVu Sans"/>
                <a:cs typeface="DejaVu Sans"/>
              </a:defRPr>
            </a:lvl2pPr>
            <a:lvl3pPr algn="l">
              <a:defRPr sz="1125" b="1">
                <a:solidFill>
                  <a:srgbClr val="247E91"/>
                </a:solidFill>
                <a:latin typeface="DejaVu Sans"/>
                <a:ea typeface="DejaVu Sans"/>
                <a:cs typeface="DejaVu Sans"/>
              </a:defRPr>
            </a:lvl3pPr>
            <a:lvl4pPr algn="l">
              <a:defRPr sz="1125" b="1">
                <a:solidFill>
                  <a:srgbClr val="247E91"/>
                </a:solidFill>
                <a:latin typeface="DejaVu Sans"/>
                <a:ea typeface="DejaVu Sans"/>
                <a:cs typeface="DejaVu Sans"/>
              </a:defRPr>
            </a:lvl4pPr>
            <a:lvl5pPr algn="l">
              <a:defRPr sz="1125" b="1">
                <a:solidFill>
                  <a:srgbClr val="247E91"/>
                </a:solidFill>
                <a:latin typeface="DejaVu Sans"/>
                <a:ea typeface="DejaVu Sans"/>
                <a:cs typeface="DejaVu Sans"/>
              </a:defRPr>
            </a:lvl5pPr>
            <a:lvl6pPr algn="l">
              <a:defRPr sz="1125" b="1">
                <a:solidFill>
                  <a:srgbClr val="247E91"/>
                </a:solidFill>
                <a:latin typeface="DejaVu Sans"/>
                <a:ea typeface="DejaVu Sans"/>
                <a:cs typeface="DejaVu Sans"/>
              </a:defRPr>
            </a:lvl6pPr>
            <a:lvl7pPr algn="l">
              <a:defRPr sz="1125" b="1">
                <a:solidFill>
                  <a:srgbClr val="247E91"/>
                </a:solidFill>
                <a:latin typeface="DejaVu Sans"/>
                <a:ea typeface="DejaVu Sans"/>
                <a:cs typeface="DejaVu Sans"/>
              </a:defRPr>
            </a:lvl7pPr>
            <a:lvl8pPr algn="l">
              <a:defRPr sz="1125" b="1">
                <a:solidFill>
                  <a:srgbClr val="247E91"/>
                </a:solidFill>
                <a:latin typeface="DejaVu Sans"/>
                <a:ea typeface="DejaVu Sans"/>
                <a:cs typeface="DejaVu Sans"/>
              </a:defRPr>
            </a:lvl8pPr>
            <a:lvl9pPr algn="l">
              <a:defRPr sz="1125" b="1">
                <a:solidFill>
                  <a:srgbClr val="247E91"/>
                </a:solidFill>
                <a:latin typeface="DejaVu Sans"/>
                <a:ea typeface="DejaVu Sans"/>
                <a:cs typeface="DejaVu Sans"/>
              </a:defRPr>
            </a:lvl9pPr>
          </a:lstStyle>
          <a:p xmlns:a="http://schemas.openxmlformats.org/drawingml/2006/main">
            <a:pPr algn="l">
              <a:defRPr sz="1125" b="1">
                <a:solidFill>
                  <a:srgbClr val="247E91"/>
                </a:solidFill>
                <a:latin typeface="DejaVu Sans"/>
                <a:ea typeface="DejaVu Sans"/>
                <a:cs typeface="DejaVu Sans"/>
              </a:defRPr>
            </a:pPr>
            <a:r>
              <a:rPr sz="1125" b="1">
                <a:solidFill>
                  <a:srgbClr val="247E91"/>
                </a:solidFill>
                <a:latin typeface="DejaVu Sans"/>
                <a:ea typeface="DejaVu Sans"/>
                <a:cs typeface="DejaVu Sans"/>
              </a:rPr>
              <a:t>WORKFLOW</a:t>
            </a:r>
          </a:p>
        </p:txBody>
      </p:sp>
      <p:sp>
        <p:nvSpPr>
          <p:cNvPr id="2" name="text-168">
            <a:extLst xmlns:a="http://schemas.openxmlformats.org/drawingml/2006/main">
              <a:ext uri="{FF2B5EF4-FFF2-40B4-BE49-F238E27FC236}">
                <a16:creationId xmlns:a16="http://schemas.microsoft.com/office/drawing/2014/main" id="{76A84D17-FD29-4F26-A057-A92F1C295293}"/>
              </a:ext>
            </a:extLst>
          </p:cNvPr>
          <p:cNvSpPr>
            <a:spLocks xmlns:a="http://schemas.openxmlformats.org/drawingml/2006/main" noGrp="1"/>
          </p:cNvSpPr>
          <p:nvPr/>
        </p:nvSpPr>
        <p:spPr>
          <a:xfrm xmlns:a="http://schemas.openxmlformats.org/drawingml/2006/main">
            <a:off x="609600" y="828675"/>
            <a:ext cx="109728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162C45"/>
                </a:solidFill>
                <a:latin typeface="DejaVu Serif"/>
                <a:ea typeface="DejaVu Serif"/>
                <a:cs typeface="DejaVu Serif"/>
              </a:defRPr>
            </a:defPPr>
            <a:lvl1pPr algn="l">
              <a:defRPr sz="2850" b="1">
                <a:solidFill>
                  <a:srgbClr val="162C45"/>
                </a:solidFill>
                <a:latin typeface="DejaVu Serif"/>
                <a:ea typeface="DejaVu Serif"/>
                <a:cs typeface="DejaVu Serif"/>
              </a:defRPr>
            </a:lvl1pPr>
            <a:lvl2pPr algn="l">
              <a:defRPr sz="2850" b="1">
                <a:solidFill>
                  <a:srgbClr val="162C45"/>
                </a:solidFill>
                <a:latin typeface="DejaVu Serif"/>
                <a:ea typeface="DejaVu Serif"/>
                <a:cs typeface="DejaVu Serif"/>
              </a:defRPr>
            </a:lvl2pPr>
            <a:lvl3pPr algn="l">
              <a:defRPr sz="2850" b="1">
                <a:solidFill>
                  <a:srgbClr val="162C45"/>
                </a:solidFill>
                <a:latin typeface="DejaVu Serif"/>
                <a:ea typeface="DejaVu Serif"/>
                <a:cs typeface="DejaVu Serif"/>
              </a:defRPr>
            </a:lvl3pPr>
            <a:lvl4pPr algn="l">
              <a:defRPr sz="2850" b="1">
                <a:solidFill>
                  <a:srgbClr val="162C45"/>
                </a:solidFill>
                <a:latin typeface="DejaVu Serif"/>
                <a:ea typeface="DejaVu Serif"/>
                <a:cs typeface="DejaVu Serif"/>
              </a:defRPr>
            </a:lvl4pPr>
            <a:lvl5pPr algn="l">
              <a:defRPr sz="2850" b="1">
                <a:solidFill>
                  <a:srgbClr val="162C45"/>
                </a:solidFill>
                <a:latin typeface="DejaVu Serif"/>
                <a:ea typeface="DejaVu Serif"/>
                <a:cs typeface="DejaVu Serif"/>
              </a:defRPr>
            </a:lvl5pPr>
            <a:lvl6pPr algn="l">
              <a:defRPr sz="2850" b="1">
                <a:solidFill>
                  <a:srgbClr val="162C45"/>
                </a:solidFill>
                <a:latin typeface="DejaVu Serif"/>
                <a:ea typeface="DejaVu Serif"/>
                <a:cs typeface="DejaVu Serif"/>
              </a:defRPr>
            </a:lvl6pPr>
            <a:lvl7pPr algn="l">
              <a:defRPr sz="2850" b="1">
                <a:solidFill>
                  <a:srgbClr val="162C45"/>
                </a:solidFill>
                <a:latin typeface="DejaVu Serif"/>
                <a:ea typeface="DejaVu Serif"/>
                <a:cs typeface="DejaVu Serif"/>
              </a:defRPr>
            </a:lvl7pPr>
            <a:lvl8pPr algn="l">
              <a:defRPr sz="2850" b="1">
                <a:solidFill>
                  <a:srgbClr val="162C45"/>
                </a:solidFill>
                <a:latin typeface="DejaVu Serif"/>
                <a:ea typeface="DejaVu Serif"/>
                <a:cs typeface="DejaVu Serif"/>
              </a:defRPr>
            </a:lvl8pPr>
            <a:lvl9pPr algn="l">
              <a:defRPr sz="2850" b="1">
                <a:solidFill>
                  <a:srgbClr val="162C45"/>
                </a:solidFill>
                <a:latin typeface="DejaVu Serif"/>
                <a:ea typeface="DejaVu Serif"/>
                <a:cs typeface="DejaVu Serif"/>
              </a:defRPr>
            </a:lvl9pPr>
          </a:lstStyle>
          <a:p xmlns:a="http://schemas.openxmlformats.org/drawingml/2006/main">
            <a:pPr algn="l">
              <a:defRPr sz="2850" b="1">
                <a:solidFill>
                  <a:srgbClr val="162C45"/>
                </a:solidFill>
                <a:latin typeface="DejaVu Serif"/>
                <a:ea typeface="DejaVu Serif"/>
                <a:cs typeface="DejaVu Serif"/>
              </a:defRPr>
            </a:pPr>
            <a:r>
              <a:rPr sz="2850" b="1">
                <a:solidFill>
                  <a:srgbClr val="162C45"/>
                </a:solidFill>
                <a:latin typeface="DejaVu Serif"/>
                <a:ea typeface="DejaVu Serif"/>
                <a:cs typeface="DejaVu Serif"/>
              </a:rPr>
              <a:t>End-to-End Recommendation Workflow</a:t>
            </a:r>
          </a:p>
        </p:txBody>
      </p:sp>
      <p:pic>
        <p:nvPicPr>
          <p:cNvPr id="3" name="">
            <a:extLst xmlns:a="http://schemas.openxmlformats.org/drawingml/2006/main">
              <a:ext uri="{FF2B5EF4-FFF2-40B4-BE49-F238E27FC236}">
                <a16:creationId xmlns:a16="http://schemas.microsoft.com/office/drawing/2014/main" id="{F87482B5-5CC7-46C6-B4B6-2F92A871C943}"/>
              </a:ext>
            </a:extLst>
          </p:cNvPr>
          <p:cNvPicPr>
            <a:picLocks xmlns:a="http://schemas.openxmlformats.org/drawingml/2006/main" noChangeAspect="1"/>
          </p:cNvPicPr>
          <p:nvPr/>
        </p:nvPicPr>
        <p:blipFill>
          <a:blip xmlns:r="http://schemas.openxmlformats.org/officeDocument/2006/relationships" xmlns:a="http://schemas.openxmlformats.org/drawingml/2006/main" r:embed="R6cfd1e4edfdc4d83"/>
          <a:stretch xmlns:a="http://schemas.openxmlformats.org/drawingml/2006/main"/>
        </p:blipFill>
        <p:spPr>
          <a:xfrm xmlns:a="http://schemas.openxmlformats.org/drawingml/2006/main">
            <a:off x="740111" y="6210300"/>
            <a:ext cx="1339177" cy="419100"/>
          </a:xfrm>
          <a:prstGeom xmlns:a="http://schemas.openxmlformats.org/drawingml/2006/main" prst="rect">
            <a:avLst/>
          </a:prstGeom>
        </p:spPr>
      </p:pic>
      <p:sp>
        <p:nvSpPr>
          <p:cNvPr id="4" name="panel-170">
            <a:extLst xmlns:a="http://schemas.openxmlformats.org/drawingml/2006/main">
              <a:ext uri="{FF2B5EF4-FFF2-40B4-BE49-F238E27FC236}">
                <a16:creationId xmlns:a16="http://schemas.microsoft.com/office/drawing/2014/main" id="{29FD2109-684E-4D8B-846E-5753633B8E5F}"/>
              </a:ext>
            </a:extLst>
          </p:cNvPr>
          <p:cNvSpPr>
            <a:spLocks xmlns:a="http://schemas.openxmlformats.org/drawingml/2006/main" noGrp="1"/>
          </p:cNvSpPr>
          <p:nvPr/>
        </p:nvSpPr>
        <p:spPr>
          <a:xfrm xmlns:a="http://schemas.openxmlformats.org/drawingml/2006/main">
            <a:off x="11010900" y="6105525"/>
            <a:ext cx="571500" cy="571500"/>
          </a:xfrm>
          <a:prstGeom xmlns:a="http://schemas.openxmlformats.org/drawingml/2006/main" prst="rect">
            <a:avLst/>
          </a:prstGeom>
          <a:solidFill xmlns:a="http://schemas.openxmlformats.org/drawingml/2006/main">
            <a:srgbClr val="14253D"/>
          </a:solidFill>
          <a:ln xmlns:a="http://schemas.openxmlformats.org/drawingml/2006/main" w="0">
            <a:noFill/>
            <a:prstDash val="solid"/>
          </a:ln>
        </p:spPr>
      </p:sp>
      <p:pic>
        <p:nvPicPr>
          <p:cNvPr id="5" name="">
            <a:extLst xmlns:a="http://schemas.openxmlformats.org/drawingml/2006/main">
              <a:ext uri="{FF2B5EF4-FFF2-40B4-BE49-F238E27FC236}">
                <a16:creationId xmlns:a16="http://schemas.microsoft.com/office/drawing/2014/main" id="{958B38B1-E6E1-4902-A319-91EDA9BA5582}"/>
              </a:ext>
            </a:extLst>
          </p:cNvPr>
          <p:cNvPicPr>
            <a:picLocks xmlns:a="http://schemas.openxmlformats.org/drawingml/2006/main" noChangeAspect="1"/>
          </p:cNvPicPr>
          <p:nvPr/>
        </p:nvPicPr>
        <p:blipFill>
          <a:blip xmlns:r="http://schemas.openxmlformats.org/officeDocument/2006/relationships" xmlns:a="http://schemas.openxmlformats.org/drawingml/2006/main" r:embed="R45879545730d4db4">
            <a:extLst>
              <a:ext uri="{96DAC541-7B7A-43D3-8B79-37D633B846F1}">
                <asvg:svgBlip xmlns:asvg="http://schemas.microsoft.com/office/drawing/2016/SVG/main" r:embed="R14f0c78494514d3f"/>
              </a:ext>
            </a:extLst>
          </a:blip>
          <a:stretch xmlns:a="http://schemas.openxmlformats.org/drawingml/2006/main"/>
        </p:blipFill>
        <p:spPr>
          <a:xfrm xmlns:a="http://schemas.openxmlformats.org/drawingml/2006/main">
            <a:off x="11087100" y="6181725"/>
            <a:ext cx="419100" cy="409575"/>
          </a:xfrm>
          <a:prstGeom xmlns:a="http://schemas.openxmlformats.org/drawingml/2006/main" prst="rect">
            <a:avLst/>
          </a:prstGeom>
        </p:spPr>
      </p:pic>
      <p:sp>
        <p:nvSpPr>
          <p:cNvPr id="6" name="text-172">
            <a:extLst xmlns:a="http://schemas.openxmlformats.org/drawingml/2006/main">
              <a:ext uri="{FF2B5EF4-FFF2-40B4-BE49-F238E27FC236}">
                <a16:creationId xmlns:a16="http://schemas.microsoft.com/office/drawing/2014/main" id="{56B13C3B-DCAC-49A8-B5E2-6A1BEE6F6D2F}"/>
              </a:ext>
            </a:extLst>
          </p:cNvPr>
          <p:cNvSpPr>
            <a:spLocks xmlns:a="http://schemas.openxmlformats.org/drawingml/2006/main" noGrp="1"/>
          </p:cNvSpPr>
          <p:nvPr/>
        </p:nvSpPr>
        <p:spPr>
          <a:xfrm xmlns:a="http://schemas.openxmlformats.org/drawingml/2006/main">
            <a:off x="5810250" y="6353175"/>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75" b="0">
                <a:solidFill>
                  <a:srgbClr val="5E7285"/>
                </a:solidFill>
                <a:latin typeface="DejaVu Sans"/>
                <a:ea typeface="DejaVu Sans"/>
                <a:cs typeface="DejaVu Sans"/>
              </a:defRPr>
            </a:defPPr>
            <a:lvl1pPr algn="ctr">
              <a:defRPr sz="975" b="0">
                <a:solidFill>
                  <a:srgbClr val="5E7285"/>
                </a:solidFill>
                <a:latin typeface="DejaVu Sans"/>
                <a:ea typeface="DejaVu Sans"/>
                <a:cs typeface="DejaVu Sans"/>
              </a:defRPr>
            </a:lvl1pPr>
            <a:lvl2pPr algn="ctr">
              <a:defRPr sz="975" b="0">
                <a:solidFill>
                  <a:srgbClr val="5E7285"/>
                </a:solidFill>
                <a:latin typeface="DejaVu Sans"/>
                <a:ea typeface="DejaVu Sans"/>
                <a:cs typeface="DejaVu Sans"/>
              </a:defRPr>
            </a:lvl2pPr>
            <a:lvl3pPr algn="ctr">
              <a:defRPr sz="975" b="0">
                <a:solidFill>
                  <a:srgbClr val="5E7285"/>
                </a:solidFill>
                <a:latin typeface="DejaVu Sans"/>
                <a:ea typeface="DejaVu Sans"/>
                <a:cs typeface="DejaVu Sans"/>
              </a:defRPr>
            </a:lvl3pPr>
            <a:lvl4pPr algn="ctr">
              <a:defRPr sz="975" b="0">
                <a:solidFill>
                  <a:srgbClr val="5E7285"/>
                </a:solidFill>
                <a:latin typeface="DejaVu Sans"/>
                <a:ea typeface="DejaVu Sans"/>
                <a:cs typeface="DejaVu Sans"/>
              </a:defRPr>
            </a:lvl4pPr>
            <a:lvl5pPr algn="ctr">
              <a:defRPr sz="975" b="0">
                <a:solidFill>
                  <a:srgbClr val="5E7285"/>
                </a:solidFill>
                <a:latin typeface="DejaVu Sans"/>
                <a:ea typeface="DejaVu Sans"/>
                <a:cs typeface="DejaVu Sans"/>
              </a:defRPr>
            </a:lvl5pPr>
            <a:lvl6pPr algn="ctr">
              <a:defRPr sz="975" b="0">
                <a:solidFill>
                  <a:srgbClr val="5E7285"/>
                </a:solidFill>
                <a:latin typeface="DejaVu Sans"/>
                <a:ea typeface="DejaVu Sans"/>
                <a:cs typeface="DejaVu Sans"/>
              </a:defRPr>
            </a:lvl6pPr>
            <a:lvl7pPr algn="ctr">
              <a:defRPr sz="975" b="0">
                <a:solidFill>
                  <a:srgbClr val="5E7285"/>
                </a:solidFill>
                <a:latin typeface="DejaVu Sans"/>
                <a:ea typeface="DejaVu Sans"/>
                <a:cs typeface="DejaVu Sans"/>
              </a:defRPr>
            </a:lvl7pPr>
            <a:lvl8pPr algn="ctr">
              <a:defRPr sz="975" b="0">
                <a:solidFill>
                  <a:srgbClr val="5E7285"/>
                </a:solidFill>
                <a:latin typeface="DejaVu Sans"/>
                <a:ea typeface="DejaVu Sans"/>
                <a:cs typeface="DejaVu Sans"/>
              </a:defRPr>
            </a:lvl8pPr>
            <a:lvl9pPr algn="ctr">
              <a:defRPr sz="975" b="0">
                <a:solidFill>
                  <a:srgbClr val="5E7285"/>
                </a:solidFill>
                <a:latin typeface="DejaVu Sans"/>
                <a:ea typeface="DejaVu Sans"/>
                <a:cs typeface="DejaVu Sans"/>
              </a:defRPr>
            </a:lvl9pPr>
          </a:lstStyle>
          <a:p xmlns:a="http://schemas.openxmlformats.org/drawingml/2006/main">
            <a:pPr algn="ctr">
              <a:defRPr sz="975" b="0">
                <a:solidFill>
                  <a:srgbClr val="5E7285"/>
                </a:solidFill>
                <a:latin typeface="DejaVu Sans"/>
                <a:ea typeface="DejaVu Sans"/>
                <a:cs typeface="DejaVu Sans"/>
              </a:defRPr>
            </a:pPr>
            <a:r>
              <a:rPr sz="975" b="0">
                <a:solidFill>
                  <a:srgbClr val="5E7285"/>
                </a:solidFill>
                <a:latin typeface="DejaVu Sans"/>
                <a:ea typeface="DejaVu Sans"/>
                <a:cs typeface="DejaVu Sans"/>
              </a:rPr>
              <a:t>07</a:t>
            </a:r>
          </a:p>
        </p:txBody>
      </p:sp>
      <p:sp>
        <p:nvSpPr>
          <p:cNvPr id="7" name="panel-173">
            <a:extLst xmlns:a="http://schemas.openxmlformats.org/drawingml/2006/main">
              <a:ext uri="{FF2B5EF4-FFF2-40B4-BE49-F238E27FC236}">
                <a16:creationId xmlns:a16="http://schemas.microsoft.com/office/drawing/2014/main" id="{F38CE523-7628-43F2-AD29-52EEADA192FF}"/>
              </a:ext>
            </a:extLst>
          </p:cNvPr>
          <p:cNvSpPr>
            <a:spLocks xmlns:a="http://schemas.openxmlformats.org/drawingml/2006/main" noGrp="1"/>
          </p:cNvSpPr>
          <p:nvPr/>
        </p:nvSpPr>
        <p:spPr>
          <a:xfrm xmlns:a="http://schemas.openxmlformats.org/drawingml/2006/main">
            <a:off x="609600" y="1924050"/>
            <a:ext cx="1685925" cy="3190875"/>
          </a:xfrm>
          <a:prstGeom xmlns:a="http://schemas.openxmlformats.org/drawingml/2006/main" prst="roundRect">
            <a:avLst>
              <a:gd name="adj" fmla="val 7910"/>
            </a:avLst>
          </a:prstGeom>
          <a:solidFill xmlns:a="http://schemas.openxmlformats.org/drawingml/2006/main">
            <a:srgbClr val="F2F7FA"/>
          </a:solidFill>
          <a:ln xmlns:a="http://schemas.openxmlformats.org/drawingml/2006/main" w="9525">
            <a:solidFill>
              <a:srgbClr val="D9E5EC"/>
            </a:solidFill>
            <a:prstDash val="solid"/>
          </a:ln>
        </p:spPr>
      </p:sp>
      <p:sp>
        <p:nvSpPr>
          <p:cNvPr id="8" name="text-174">
            <a:extLst xmlns:a="http://schemas.openxmlformats.org/drawingml/2006/main">
              <a:ext uri="{FF2B5EF4-FFF2-40B4-BE49-F238E27FC236}">
                <a16:creationId xmlns:a16="http://schemas.microsoft.com/office/drawing/2014/main" id="{B74360BD-5FF5-42FB-B0D1-1522B69E4E93}"/>
              </a:ext>
            </a:extLst>
          </p:cNvPr>
          <p:cNvSpPr>
            <a:spLocks xmlns:a="http://schemas.openxmlformats.org/drawingml/2006/main" noGrp="1"/>
          </p:cNvSpPr>
          <p:nvPr/>
        </p:nvSpPr>
        <p:spPr>
          <a:xfrm xmlns:a="http://schemas.openxmlformats.org/drawingml/2006/main">
            <a:off x="1190625" y="2066925"/>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425" b="1">
                <a:solidFill>
                  <a:srgbClr val="247E91"/>
                </a:solidFill>
                <a:latin typeface="DejaVu Sans"/>
                <a:ea typeface="DejaVu Sans"/>
                <a:cs typeface="DejaVu Sans"/>
              </a:defRPr>
            </a:defPPr>
            <a:lvl1pPr algn="ctr">
              <a:defRPr sz="1425" b="1">
                <a:solidFill>
                  <a:srgbClr val="247E91"/>
                </a:solidFill>
                <a:latin typeface="DejaVu Sans"/>
                <a:ea typeface="DejaVu Sans"/>
                <a:cs typeface="DejaVu Sans"/>
              </a:defRPr>
            </a:lvl1pPr>
            <a:lvl2pPr algn="ctr">
              <a:defRPr sz="1425" b="1">
                <a:solidFill>
                  <a:srgbClr val="247E91"/>
                </a:solidFill>
                <a:latin typeface="DejaVu Sans"/>
                <a:ea typeface="DejaVu Sans"/>
                <a:cs typeface="DejaVu Sans"/>
              </a:defRPr>
            </a:lvl2pPr>
            <a:lvl3pPr algn="ctr">
              <a:defRPr sz="1425" b="1">
                <a:solidFill>
                  <a:srgbClr val="247E91"/>
                </a:solidFill>
                <a:latin typeface="DejaVu Sans"/>
                <a:ea typeface="DejaVu Sans"/>
                <a:cs typeface="DejaVu Sans"/>
              </a:defRPr>
            </a:lvl3pPr>
            <a:lvl4pPr algn="ctr">
              <a:defRPr sz="1425" b="1">
                <a:solidFill>
                  <a:srgbClr val="247E91"/>
                </a:solidFill>
                <a:latin typeface="DejaVu Sans"/>
                <a:ea typeface="DejaVu Sans"/>
                <a:cs typeface="DejaVu Sans"/>
              </a:defRPr>
            </a:lvl4pPr>
            <a:lvl5pPr algn="ctr">
              <a:defRPr sz="1425" b="1">
                <a:solidFill>
                  <a:srgbClr val="247E91"/>
                </a:solidFill>
                <a:latin typeface="DejaVu Sans"/>
                <a:ea typeface="DejaVu Sans"/>
                <a:cs typeface="DejaVu Sans"/>
              </a:defRPr>
            </a:lvl5pPr>
            <a:lvl6pPr algn="ctr">
              <a:defRPr sz="1425" b="1">
                <a:solidFill>
                  <a:srgbClr val="247E91"/>
                </a:solidFill>
                <a:latin typeface="DejaVu Sans"/>
                <a:ea typeface="DejaVu Sans"/>
                <a:cs typeface="DejaVu Sans"/>
              </a:defRPr>
            </a:lvl6pPr>
            <a:lvl7pPr algn="ctr">
              <a:defRPr sz="1425" b="1">
                <a:solidFill>
                  <a:srgbClr val="247E91"/>
                </a:solidFill>
                <a:latin typeface="DejaVu Sans"/>
                <a:ea typeface="DejaVu Sans"/>
                <a:cs typeface="DejaVu Sans"/>
              </a:defRPr>
            </a:lvl7pPr>
            <a:lvl8pPr algn="ctr">
              <a:defRPr sz="1425" b="1">
                <a:solidFill>
                  <a:srgbClr val="247E91"/>
                </a:solidFill>
                <a:latin typeface="DejaVu Sans"/>
                <a:ea typeface="DejaVu Sans"/>
                <a:cs typeface="DejaVu Sans"/>
              </a:defRPr>
            </a:lvl8pPr>
            <a:lvl9pPr algn="ctr">
              <a:defRPr sz="1425" b="1">
                <a:solidFill>
                  <a:srgbClr val="247E91"/>
                </a:solidFill>
                <a:latin typeface="DejaVu Sans"/>
                <a:ea typeface="DejaVu Sans"/>
                <a:cs typeface="DejaVu Sans"/>
              </a:defRPr>
            </a:lvl9pPr>
          </a:lstStyle>
          <a:p xmlns:a="http://schemas.openxmlformats.org/drawingml/2006/main">
            <a:pPr algn="ctr">
              <a:defRPr sz="1425" b="1">
                <a:solidFill>
                  <a:srgbClr val="247E91"/>
                </a:solidFill>
                <a:latin typeface="DejaVu Sans"/>
                <a:ea typeface="DejaVu Sans"/>
                <a:cs typeface="DejaVu Sans"/>
              </a:defRPr>
            </a:pPr>
            <a:r>
              <a:rPr sz="1425" b="1">
                <a:solidFill>
                  <a:srgbClr val="247E91"/>
                </a:solidFill>
                <a:latin typeface="DejaVu Sans"/>
                <a:ea typeface="DejaVu Sans"/>
                <a:cs typeface="DejaVu Sans"/>
              </a:rPr>
              <a:t>1</a:t>
            </a:r>
          </a:p>
        </p:txBody>
      </p:sp>
      <p:sp>
        <p:nvSpPr>
          <p:cNvPr id="9" name="panel-175">
            <a:extLst xmlns:a="http://schemas.openxmlformats.org/drawingml/2006/main">
              <a:ext uri="{FF2B5EF4-FFF2-40B4-BE49-F238E27FC236}">
                <a16:creationId xmlns:a16="http://schemas.microsoft.com/office/drawing/2014/main" id="{E8D303E0-C148-4DDF-9B7B-11B5C83B5F28}"/>
              </a:ext>
            </a:extLst>
          </p:cNvPr>
          <p:cNvSpPr>
            <a:spLocks xmlns:a="http://schemas.openxmlformats.org/drawingml/2006/main" noGrp="1"/>
          </p:cNvSpPr>
          <p:nvPr/>
        </p:nvSpPr>
        <p:spPr>
          <a:xfrm xmlns:a="http://schemas.openxmlformats.org/drawingml/2006/main">
            <a:off x="1171575" y="2466975"/>
            <a:ext cx="561975" cy="561975"/>
          </a:xfrm>
          <a:prstGeom xmlns:a="http://schemas.openxmlformats.org/drawingml/2006/main" prst="roundRect">
            <a:avLst>
              <a:gd name="adj" fmla="val 50000"/>
            </a:avLst>
          </a:prstGeom>
          <a:solidFill xmlns:a="http://schemas.openxmlformats.org/drawingml/2006/main">
            <a:srgbClr val="25938D"/>
          </a:solidFill>
          <a:ln xmlns:a="http://schemas.openxmlformats.org/drawingml/2006/main" w="0">
            <a:noFill/>
            <a:prstDash val="solid"/>
          </a:ln>
        </p:spPr>
      </p:sp>
      <p:pic>
        <p:nvPicPr>
          <p:cNvPr id="10" name="">
            <a:extLst xmlns:a="http://schemas.openxmlformats.org/drawingml/2006/main">
              <a:ext uri="{FF2B5EF4-FFF2-40B4-BE49-F238E27FC236}">
                <a16:creationId xmlns:a16="http://schemas.microsoft.com/office/drawing/2014/main" id="{FEB72272-47E9-498E-A00A-E7DDBD4A9AD6}"/>
              </a:ext>
            </a:extLst>
          </p:cNvPr>
          <p:cNvPicPr>
            <a:picLocks xmlns:a="http://schemas.openxmlformats.org/drawingml/2006/main" noChangeAspect="1"/>
          </p:cNvPicPr>
          <p:nvPr/>
        </p:nvPicPr>
        <p:blipFill>
          <a:blip xmlns:r="http://schemas.openxmlformats.org/officeDocument/2006/relationships" xmlns:a="http://schemas.openxmlformats.org/drawingml/2006/main" r:embed="R3d872b57ac8b4595">
            <a:extLst>
              <a:ext uri="{96DAC541-7B7A-43D3-8B79-37D633B846F1}">
                <asvg:svgBlip xmlns:asvg="http://schemas.microsoft.com/office/drawing/2016/SVG/main" r:embed="R7caff61b1c8646b4"/>
              </a:ext>
            </a:extLst>
          </a:blip>
          <a:stretch xmlns:a="http://schemas.openxmlformats.org/drawingml/2006/main"/>
        </p:blipFill>
        <p:spPr>
          <a:xfrm xmlns:a="http://schemas.openxmlformats.org/drawingml/2006/main">
            <a:off x="1306449" y="2601849"/>
            <a:ext cx="292227" cy="292227"/>
          </a:xfrm>
          <a:prstGeom xmlns:a="http://schemas.openxmlformats.org/drawingml/2006/main" prst="rect">
            <a:avLst/>
          </a:prstGeom>
        </p:spPr>
      </p:pic>
      <p:sp>
        <p:nvSpPr>
          <p:cNvPr id="11" name="text-176">
            <a:extLst xmlns:a="http://schemas.openxmlformats.org/drawingml/2006/main">
              <a:ext uri="{FF2B5EF4-FFF2-40B4-BE49-F238E27FC236}">
                <a16:creationId xmlns:a16="http://schemas.microsoft.com/office/drawing/2014/main" id="{D9320345-2A8C-40A1-BBF0-77B313120BD9}"/>
              </a:ext>
            </a:extLst>
          </p:cNvPr>
          <p:cNvSpPr>
            <a:spLocks xmlns:a="http://schemas.openxmlformats.org/drawingml/2006/main" noGrp="1"/>
          </p:cNvSpPr>
          <p:nvPr/>
        </p:nvSpPr>
        <p:spPr>
          <a:xfrm xmlns:a="http://schemas.openxmlformats.org/drawingml/2006/main">
            <a:off x="704850" y="3305175"/>
            <a:ext cx="14954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1">
                <a:solidFill>
                  <a:srgbClr val="162C45"/>
                </a:solidFill>
                <a:latin typeface="DejaVu Serif"/>
                <a:ea typeface="DejaVu Serif"/>
                <a:cs typeface="DejaVu Serif"/>
              </a:defRPr>
            </a:defPPr>
            <a:lvl1pPr algn="ctr">
              <a:defRPr sz="1650" b="1">
                <a:solidFill>
                  <a:srgbClr val="162C45"/>
                </a:solidFill>
                <a:latin typeface="DejaVu Serif"/>
                <a:ea typeface="DejaVu Serif"/>
                <a:cs typeface="DejaVu Serif"/>
              </a:defRPr>
            </a:lvl1pPr>
            <a:lvl2pPr algn="ctr">
              <a:defRPr sz="1650" b="1">
                <a:solidFill>
                  <a:srgbClr val="162C45"/>
                </a:solidFill>
                <a:latin typeface="DejaVu Serif"/>
                <a:ea typeface="DejaVu Serif"/>
                <a:cs typeface="DejaVu Serif"/>
              </a:defRPr>
            </a:lvl2pPr>
            <a:lvl3pPr algn="ctr">
              <a:defRPr sz="1650" b="1">
                <a:solidFill>
                  <a:srgbClr val="162C45"/>
                </a:solidFill>
                <a:latin typeface="DejaVu Serif"/>
                <a:ea typeface="DejaVu Serif"/>
                <a:cs typeface="DejaVu Serif"/>
              </a:defRPr>
            </a:lvl3pPr>
            <a:lvl4pPr algn="ctr">
              <a:defRPr sz="1650" b="1">
                <a:solidFill>
                  <a:srgbClr val="162C45"/>
                </a:solidFill>
                <a:latin typeface="DejaVu Serif"/>
                <a:ea typeface="DejaVu Serif"/>
                <a:cs typeface="DejaVu Serif"/>
              </a:defRPr>
            </a:lvl4pPr>
            <a:lvl5pPr algn="ctr">
              <a:defRPr sz="1650" b="1">
                <a:solidFill>
                  <a:srgbClr val="162C45"/>
                </a:solidFill>
                <a:latin typeface="DejaVu Serif"/>
                <a:ea typeface="DejaVu Serif"/>
                <a:cs typeface="DejaVu Serif"/>
              </a:defRPr>
            </a:lvl5pPr>
            <a:lvl6pPr algn="ctr">
              <a:defRPr sz="1650" b="1">
                <a:solidFill>
                  <a:srgbClr val="162C45"/>
                </a:solidFill>
                <a:latin typeface="DejaVu Serif"/>
                <a:ea typeface="DejaVu Serif"/>
                <a:cs typeface="DejaVu Serif"/>
              </a:defRPr>
            </a:lvl6pPr>
            <a:lvl7pPr algn="ctr">
              <a:defRPr sz="1650" b="1">
                <a:solidFill>
                  <a:srgbClr val="162C45"/>
                </a:solidFill>
                <a:latin typeface="DejaVu Serif"/>
                <a:ea typeface="DejaVu Serif"/>
                <a:cs typeface="DejaVu Serif"/>
              </a:defRPr>
            </a:lvl7pPr>
            <a:lvl8pPr algn="ctr">
              <a:defRPr sz="1650" b="1">
                <a:solidFill>
                  <a:srgbClr val="162C45"/>
                </a:solidFill>
                <a:latin typeface="DejaVu Serif"/>
                <a:ea typeface="DejaVu Serif"/>
                <a:cs typeface="DejaVu Serif"/>
              </a:defRPr>
            </a:lvl8pPr>
            <a:lvl9pPr algn="ctr">
              <a:defRPr sz="1650" b="1">
                <a:solidFill>
                  <a:srgbClr val="162C45"/>
                </a:solidFill>
                <a:latin typeface="DejaVu Serif"/>
                <a:ea typeface="DejaVu Serif"/>
                <a:cs typeface="DejaVu Serif"/>
              </a:defRPr>
            </a:lvl9pPr>
          </a:lstStyle>
          <a:p xmlns:a="http://schemas.openxmlformats.org/drawingml/2006/main">
            <a:pPr algn="ctr">
              <a:defRPr sz="1650" b="1">
                <a:solidFill>
                  <a:srgbClr val="162C45"/>
                </a:solidFill>
                <a:latin typeface="DejaVu Serif"/>
                <a:ea typeface="DejaVu Serif"/>
                <a:cs typeface="DejaVu Serif"/>
              </a:defRPr>
            </a:pPr>
            <a:r>
              <a:rPr sz="1650" b="1">
                <a:solidFill>
                  <a:srgbClr val="162C45"/>
                </a:solidFill>
                <a:latin typeface="DejaVu Serif"/>
                <a:ea typeface="DejaVu Serif"/>
                <a:cs typeface="DejaVu Serif"/>
              </a:rPr>
              <a:t>Discover</a:t>
            </a:r>
          </a:p>
        </p:txBody>
      </p:sp>
      <p:sp>
        <p:nvSpPr>
          <p:cNvPr id="12" name="text-177">
            <a:extLst xmlns:a="http://schemas.openxmlformats.org/drawingml/2006/main">
              <a:ext uri="{FF2B5EF4-FFF2-40B4-BE49-F238E27FC236}">
                <a16:creationId xmlns:a16="http://schemas.microsoft.com/office/drawing/2014/main" id="{C8BB1A2E-43C5-48E2-A57E-6E398DE5487B}"/>
              </a:ext>
            </a:extLst>
          </p:cNvPr>
          <p:cNvSpPr>
            <a:spLocks xmlns:a="http://schemas.openxmlformats.org/drawingml/2006/main" noGrp="1"/>
          </p:cNvSpPr>
          <p:nvPr/>
        </p:nvSpPr>
        <p:spPr>
          <a:xfrm xmlns:a="http://schemas.openxmlformats.org/drawingml/2006/main">
            <a:off x="781050" y="3914775"/>
            <a:ext cx="134302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425" b="0">
                <a:solidFill>
                  <a:srgbClr val="354A5F"/>
                </a:solidFill>
                <a:latin typeface="DejaVu Sans"/>
                <a:ea typeface="DejaVu Sans"/>
                <a:cs typeface="DejaVu Sans"/>
              </a:defRPr>
            </a:defPPr>
            <a:lvl1pPr algn="ctr">
              <a:defRPr sz="1425" b="0">
                <a:solidFill>
                  <a:srgbClr val="354A5F"/>
                </a:solidFill>
                <a:latin typeface="DejaVu Sans"/>
                <a:ea typeface="DejaVu Sans"/>
                <a:cs typeface="DejaVu Sans"/>
              </a:defRPr>
            </a:lvl1pPr>
            <a:lvl2pPr algn="ctr">
              <a:defRPr sz="1425" b="0">
                <a:solidFill>
                  <a:srgbClr val="354A5F"/>
                </a:solidFill>
                <a:latin typeface="DejaVu Sans"/>
                <a:ea typeface="DejaVu Sans"/>
                <a:cs typeface="DejaVu Sans"/>
              </a:defRPr>
            </a:lvl2pPr>
            <a:lvl3pPr algn="ctr">
              <a:defRPr sz="1425" b="0">
                <a:solidFill>
                  <a:srgbClr val="354A5F"/>
                </a:solidFill>
                <a:latin typeface="DejaVu Sans"/>
                <a:ea typeface="DejaVu Sans"/>
                <a:cs typeface="DejaVu Sans"/>
              </a:defRPr>
            </a:lvl3pPr>
            <a:lvl4pPr algn="ctr">
              <a:defRPr sz="1425" b="0">
                <a:solidFill>
                  <a:srgbClr val="354A5F"/>
                </a:solidFill>
                <a:latin typeface="DejaVu Sans"/>
                <a:ea typeface="DejaVu Sans"/>
                <a:cs typeface="DejaVu Sans"/>
              </a:defRPr>
            </a:lvl4pPr>
            <a:lvl5pPr algn="ctr">
              <a:defRPr sz="1425" b="0">
                <a:solidFill>
                  <a:srgbClr val="354A5F"/>
                </a:solidFill>
                <a:latin typeface="DejaVu Sans"/>
                <a:ea typeface="DejaVu Sans"/>
                <a:cs typeface="DejaVu Sans"/>
              </a:defRPr>
            </a:lvl5pPr>
            <a:lvl6pPr algn="ctr">
              <a:defRPr sz="1425" b="0">
                <a:solidFill>
                  <a:srgbClr val="354A5F"/>
                </a:solidFill>
                <a:latin typeface="DejaVu Sans"/>
                <a:ea typeface="DejaVu Sans"/>
                <a:cs typeface="DejaVu Sans"/>
              </a:defRPr>
            </a:lvl6pPr>
            <a:lvl7pPr algn="ctr">
              <a:defRPr sz="1425" b="0">
                <a:solidFill>
                  <a:srgbClr val="354A5F"/>
                </a:solidFill>
                <a:latin typeface="DejaVu Sans"/>
                <a:ea typeface="DejaVu Sans"/>
                <a:cs typeface="DejaVu Sans"/>
              </a:defRPr>
            </a:lvl7pPr>
            <a:lvl8pPr algn="ctr">
              <a:defRPr sz="1425" b="0">
                <a:solidFill>
                  <a:srgbClr val="354A5F"/>
                </a:solidFill>
                <a:latin typeface="DejaVu Sans"/>
                <a:ea typeface="DejaVu Sans"/>
                <a:cs typeface="DejaVu Sans"/>
              </a:defRPr>
            </a:lvl8pPr>
            <a:lvl9pPr algn="ctr">
              <a:defRPr sz="1425" b="0">
                <a:solidFill>
                  <a:srgbClr val="354A5F"/>
                </a:solidFill>
                <a:latin typeface="DejaVu Sans"/>
                <a:ea typeface="DejaVu Sans"/>
                <a:cs typeface="DejaVu Sans"/>
              </a:defRPr>
            </a:lvl9pPr>
          </a:lstStyle>
          <a:p xmlns:a="http://schemas.openxmlformats.org/drawingml/2006/main">
            <a:pPr algn="ctr">
              <a:defRPr sz="1425" b="0">
                <a:solidFill>
                  <a:srgbClr val="354A5F"/>
                </a:solidFill>
                <a:latin typeface="DejaVu Sans"/>
                <a:ea typeface="DejaVu Sans"/>
                <a:cs typeface="DejaVu Sans"/>
              </a:defRPr>
            </a:pPr>
            <a:r>
              <a:rPr sz="1425" b="0">
                <a:solidFill>
                  <a:srgbClr val="354A5F"/>
                </a:solidFill>
                <a:latin typeface="DejaVu Sans"/>
                <a:ea typeface="DejaVu Sans"/>
                <a:cs typeface="DejaVu Sans"/>
              </a:rPr>
              <a:t>Match tables with configuration metadata.</a:t>
            </a:r>
          </a:p>
        </p:txBody>
      </p:sp>
      <p:sp>
        <p:nvSpPr>
          <p:cNvPr id="13" name="panel-178">
            <a:extLst xmlns:a="http://schemas.openxmlformats.org/drawingml/2006/main">
              <a:ext uri="{FF2B5EF4-FFF2-40B4-BE49-F238E27FC236}">
                <a16:creationId xmlns:a16="http://schemas.microsoft.com/office/drawing/2014/main" id="{6012E295-0AF1-48F8-95D4-467FC0C9CC44}"/>
              </a:ext>
            </a:extLst>
          </p:cNvPr>
          <p:cNvSpPr>
            <a:spLocks xmlns:a="http://schemas.openxmlformats.org/drawingml/2006/main" noGrp="1"/>
          </p:cNvSpPr>
          <p:nvPr/>
        </p:nvSpPr>
        <p:spPr>
          <a:xfrm xmlns:a="http://schemas.openxmlformats.org/drawingml/2006/main">
            <a:off x="2466975" y="1924050"/>
            <a:ext cx="1685925" cy="3190875"/>
          </a:xfrm>
          <a:prstGeom xmlns:a="http://schemas.openxmlformats.org/drawingml/2006/main" prst="roundRect">
            <a:avLst>
              <a:gd name="adj" fmla="val 7910"/>
            </a:avLst>
          </a:prstGeom>
          <a:solidFill xmlns:a="http://schemas.openxmlformats.org/drawingml/2006/main">
            <a:srgbClr val="F2F7FA"/>
          </a:solidFill>
          <a:ln xmlns:a="http://schemas.openxmlformats.org/drawingml/2006/main" w="9525">
            <a:solidFill>
              <a:srgbClr val="D9E5EC"/>
            </a:solidFill>
            <a:prstDash val="solid"/>
          </a:ln>
        </p:spPr>
      </p:sp>
      <p:sp>
        <p:nvSpPr>
          <p:cNvPr id="14" name="text-179">
            <a:extLst xmlns:a="http://schemas.openxmlformats.org/drawingml/2006/main">
              <a:ext uri="{FF2B5EF4-FFF2-40B4-BE49-F238E27FC236}">
                <a16:creationId xmlns:a16="http://schemas.microsoft.com/office/drawing/2014/main" id="{D2BDCE7E-D012-4FE3-B6CF-AED9A558970D}"/>
              </a:ext>
            </a:extLst>
          </p:cNvPr>
          <p:cNvSpPr>
            <a:spLocks xmlns:a="http://schemas.openxmlformats.org/drawingml/2006/main" noGrp="1"/>
          </p:cNvSpPr>
          <p:nvPr/>
        </p:nvSpPr>
        <p:spPr>
          <a:xfrm xmlns:a="http://schemas.openxmlformats.org/drawingml/2006/main">
            <a:off x="3048000" y="2066925"/>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425" b="1">
                <a:solidFill>
                  <a:srgbClr val="247E91"/>
                </a:solidFill>
                <a:latin typeface="DejaVu Sans"/>
                <a:ea typeface="DejaVu Sans"/>
                <a:cs typeface="DejaVu Sans"/>
              </a:defRPr>
            </a:defPPr>
            <a:lvl1pPr algn="ctr">
              <a:defRPr sz="1425" b="1">
                <a:solidFill>
                  <a:srgbClr val="247E91"/>
                </a:solidFill>
                <a:latin typeface="DejaVu Sans"/>
                <a:ea typeface="DejaVu Sans"/>
                <a:cs typeface="DejaVu Sans"/>
              </a:defRPr>
            </a:lvl1pPr>
            <a:lvl2pPr algn="ctr">
              <a:defRPr sz="1425" b="1">
                <a:solidFill>
                  <a:srgbClr val="247E91"/>
                </a:solidFill>
                <a:latin typeface="DejaVu Sans"/>
                <a:ea typeface="DejaVu Sans"/>
                <a:cs typeface="DejaVu Sans"/>
              </a:defRPr>
            </a:lvl2pPr>
            <a:lvl3pPr algn="ctr">
              <a:defRPr sz="1425" b="1">
                <a:solidFill>
                  <a:srgbClr val="247E91"/>
                </a:solidFill>
                <a:latin typeface="DejaVu Sans"/>
                <a:ea typeface="DejaVu Sans"/>
                <a:cs typeface="DejaVu Sans"/>
              </a:defRPr>
            </a:lvl3pPr>
            <a:lvl4pPr algn="ctr">
              <a:defRPr sz="1425" b="1">
                <a:solidFill>
                  <a:srgbClr val="247E91"/>
                </a:solidFill>
                <a:latin typeface="DejaVu Sans"/>
                <a:ea typeface="DejaVu Sans"/>
                <a:cs typeface="DejaVu Sans"/>
              </a:defRPr>
            </a:lvl4pPr>
            <a:lvl5pPr algn="ctr">
              <a:defRPr sz="1425" b="1">
                <a:solidFill>
                  <a:srgbClr val="247E91"/>
                </a:solidFill>
                <a:latin typeface="DejaVu Sans"/>
                <a:ea typeface="DejaVu Sans"/>
                <a:cs typeface="DejaVu Sans"/>
              </a:defRPr>
            </a:lvl5pPr>
            <a:lvl6pPr algn="ctr">
              <a:defRPr sz="1425" b="1">
                <a:solidFill>
                  <a:srgbClr val="247E91"/>
                </a:solidFill>
                <a:latin typeface="DejaVu Sans"/>
                <a:ea typeface="DejaVu Sans"/>
                <a:cs typeface="DejaVu Sans"/>
              </a:defRPr>
            </a:lvl6pPr>
            <a:lvl7pPr algn="ctr">
              <a:defRPr sz="1425" b="1">
                <a:solidFill>
                  <a:srgbClr val="247E91"/>
                </a:solidFill>
                <a:latin typeface="DejaVu Sans"/>
                <a:ea typeface="DejaVu Sans"/>
                <a:cs typeface="DejaVu Sans"/>
              </a:defRPr>
            </a:lvl7pPr>
            <a:lvl8pPr algn="ctr">
              <a:defRPr sz="1425" b="1">
                <a:solidFill>
                  <a:srgbClr val="247E91"/>
                </a:solidFill>
                <a:latin typeface="DejaVu Sans"/>
                <a:ea typeface="DejaVu Sans"/>
                <a:cs typeface="DejaVu Sans"/>
              </a:defRPr>
            </a:lvl8pPr>
            <a:lvl9pPr algn="ctr">
              <a:defRPr sz="1425" b="1">
                <a:solidFill>
                  <a:srgbClr val="247E91"/>
                </a:solidFill>
                <a:latin typeface="DejaVu Sans"/>
                <a:ea typeface="DejaVu Sans"/>
                <a:cs typeface="DejaVu Sans"/>
              </a:defRPr>
            </a:lvl9pPr>
          </a:lstStyle>
          <a:p xmlns:a="http://schemas.openxmlformats.org/drawingml/2006/main">
            <a:pPr algn="ctr">
              <a:defRPr sz="1425" b="1">
                <a:solidFill>
                  <a:srgbClr val="247E91"/>
                </a:solidFill>
                <a:latin typeface="DejaVu Sans"/>
                <a:ea typeface="DejaVu Sans"/>
                <a:cs typeface="DejaVu Sans"/>
              </a:defRPr>
            </a:pPr>
            <a:r>
              <a:rPr sz="1425" b="1">
                <a:solidFill>
                  <a:srgbClr val="247E91"/>
                </a:solidFill>
                <a:latin typeface="DejaVu Sans"/>
                <a:ea typeface="DejaVu Sans"/>
                <a:cs typeface="DejaVu Sans"/>
              </a:rPr>
              <a:t>2</a:t>
            </a:r>
          </a:p>
        </p:txBody>
      </p:sp>
      <p:sp>
        <p:nvSpPr>
          <p:cNvPr id="15" name="panel-180">
            <a:extLst xmlns:a="http://schemas.openxmlformats.org/drawingml/2006/main">
              <a:ext uri="{FF2B5EF4-FFF2-40B4-BE49-F238E27FC236}">
                <a16:creationId xmlns:a16="http://schemas.microsoft.com/office/drawing/2014/main" id="{1720B20C-0982-4EA8-80CF-8C739012658B}"/>
              </a:ext>
            </a:extLst>
          </p:cNvPr>
          <p:cNvSpPr>
            <a:spLocks xmlns:a="http://schemas.openxmlformats.org/drawingml/2006/main" noGrp="1"/>
          </p:cNvSpPr>
          <p:nvPr/>
        </p:nvSpPr>
        <p:spPr>
          <a:xfrm xmlns:a="http://schemas.openxmlformats.org/drawingml/2006/main">
            <a:off x="3028950" y="2466975"/>
            <a:ext cx="561975" cy="561975"/>
          </a:xfrm>
          <a:prstGeom xmlns:a="http://schemas.openxmlformats.org/drawingml/2006/main" prst="roundRect">
            <a:avLst>
              <a:gd name="adj" fmla="val 50000"/>
            </a:avLst>
          </a:prstGeom>
          <a:solidFill xmlns:a="http://schemas.openxmlformats.org/drawingml/2006/main">
            <a:srgbClr val="247E91"/>
          </a:solidFill>
          <a:ln xmlns:a="http://schemas.openxmlformats.org/drawingml/2006/main" w="0">
            <a:noFill/>
            <a:prstDash val="solid"/>
          </a:ln>
        </p:spPr>
      </p:sp>
      <p:pic>
        <p:nvPicPr>
          <p:cNvPr id="16" name="">
            <a:extLst xmlns:a="http://schemas.openxmlformats.org/drawingml/2006/main">
              <a:ext uri="{FF2B5EF4-FFF2-40B4-BE49-F238E27FC236}">
                <a16:creationId xmlns:a16="http://schemas.microsoft.com/office/drawing/2014/main" id="{DD0A80F9-A643-404B-B441-1BEEAA87E253}"/>
              </a:ext>
            </a:extLst>
          </p:cNvPr>
          <p:cNvPicPr>
            <a:picLocks xmlns:a="http://schemas.openxmlformats.org/drawingml/2006/main" noChangeAspect="1"/>
          </p:cNvPicPr>
          <p:nvPr/>
        </p:nvPicPr>
        <p:blipFill>
          <a:blip xmlns:r="http://schemas.openxmlformats.org/officeDocument/2006/relationships" xmlns:a="http://schemas.openxmlformats.org/drawingml/2006/main" r:embed="R86008132bcdd4a28">
            <a:extLst>
              <a:ext uri="{96DAC541-7B7A-43D3-8B79-37D633B846F1}">
                <asvg:svgBlip xmlns:asvg="http://schemas.microsoft.com/office/drawing/2016/SVG/main" r:embed="R92625c5b1f8e46db"/>
              </a:ext>
            </a:extLst>
          </a:blip>
          <a:stretch xmlns:a="http://schemas.openxmlformats.org/drawingml/2006/main"/>
        </p:blipFill>
        <p:spPr>
          <a:xfrm xmlns:a="http://schemas.openxmlformats.org/drawingml/2006/main">
            <a:off x="3163824" y="2601849"/>
            <a:ext cx="292227" cy="292227"/>
          </a:xfrm>
          <a:prstGeom xmlns:a="http://schemas.openxmlformats.org/drawingml/2006/main" prst="rect">
            <a:avLst/>
          </a:prstGeom>
        </p:spPr>
      </p:pic>
      <p:sp>
        <p:nvSpPr>
          <p:cNvPr id="17" name="text-181">
            <a:extLst xmlns:a="http://schemas.openxmlformats.org/drawingml/2006/main">
              <a:ext uri="{FF2B5EF4-FFF2-40B4-BE49-F238E27FC236}">
                <a16:creationId xmlns:a16="http://schemas.microsoft.com/office/drawing/2014/main" id="{591F9BE3-DCE7-43A8-9804-2DD92FBCA49E}"/>
              </a:ext>
            </a:extLst>
          </p:cNvPr>
          <p:cNvSpPr>
            <a:spLocks xmlns:a="http://schemas.openxmlformats.org/drawingml/2006/main" noGrp="1"/>
          </p:cNvSpPr>
          <p:nvPr/>
        </p:nvSpPr>
        <p:spPr>
          <a:xfrm xmlns:a="http://schemas.openxmlformats.org/drawingml/2006/main">
            <a:off x="2562225" y="3305175"/>
            <a:ext cx="14954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1">
                <a:solidFill>
                  <a:srgbClr val="162C45"/>
                </a:solidFill>
                <a:latin typeface="DejaVu Serif"/>
                <a:ea typeface="DejaVu Serif"/>
                <a:cs typeface="DejaVu Serif"/>
              </a:defRPr>
            </a:defPPr>
            <a:lvl1pPr algn="ctr">
              <a:defRPr sz="1650" b="1">
                <a:solidFill>
                  <a:srgbClr val="162C45"/>
                </a:solidFill>
                <a:latin typeface="DejaVu Serif"/>
                <a:ea typeface="DejaVu Serif"/>
                <a:cs typeface="DejaVu Serif"/>
              </a:defRPr>
            </a:lvl1pPr>
            <a:lvl2pPr algn="ctr">
              <a:defRPr sz="1650" b="1">
                <a:solidFill>
                  <a:srgbClr val="162C45"/>
                </a:solidFill>
                <a:latin typeface="DejaVu Serif"/>
                <a:ea typeface="DejaVu Serif"/>
                <a:cs typeface="DejaVu Serif"/>
              </a:defRPr>
            </a:lvl2pPr>
            <a:lvl3pPr algn="ctr">
              <a:defRPr sz="1650" b="1">
                <a:solidFill>
                  <a:srgbClr val="162C45"/>
                </a:solidFill>
                <a:latin typeface="DejaVu Serif"/>
                <a:ea typeface="DejaVu Serif"/>
                <a:cs typeface="DejaVu Serif"/>
              </a:defRPr>
            </a:lvl3pPr>
            <a:lvl4pPr algn="ctr">
              <a:defRPr sz="1650" b="1">
                <a:solidFill>
                  <a:srgbClr val="162C45"/>
                </a:solidFill>
                <a:latin typeface="DejaVu Serif"/>
                <a:ea typeface="DejaVu Serif"/>
                <a:cs typeface="DejaVu Serif"/>
              </a:defRPr>
            </a:lvl4pPr>
            <a:lvl5pPr algn="ctr">
              <a:defRPr sz="1650" b="1">
                <a:solidFill>
                  <a:srgbClr val="162C45"/>
                </a:solidFill>
                <a:latin typeface="DejaVu Serif"/>
                <a:ea typeface="DejaVu Serif"/>
                <a:cs typeface="DejaVu Serif"/>
              </a:defRPr>
            </a:lvl5pPr>
            <a:lvl6pPr algn="ctr">
              <a:defRPr sz="1650" b="1">
                <a:solidFill>
                  <a:srgbClr val="162C45"/>
                </a:solidFill>
                <a:latin typeface="DejaVu Serif"/>
                <a:ea typeface="DejaVu Serif"/>
                <a:cs typeface="DejaVu Serif"/>
              </a:defRPr>
            </a:lvl6pPr>
            <a:lvl7pPr algn="ctr">
              <a:defRPr sz="1650" b="1">
                <a:solidFill>
                  <a:srgbClr val="162C45"/>
                </a:solidFill>
                <a:latin typeface="DejaVu Serif"/>
                <a:ea typeface="DejaVu Serif"/>
                <a:cs typeface="DejaVu Serif"/>
              </a:defRPr>
            </a:lvl7pPr>
            <a:lvl8pPr algn="ctr">
              <a:defRPr sz="1650" b="1">
                <a:solidFill>
                  <a:srgbClr val="162C45"/>
                </a:solidFill>
                <a:latin typeface="DejaVu Serif"/>
                <a:ea typeface="DejaVu Serif"/>
                <a:cs typeface="DejaVu Serif"/>
              </a:defRPr>
            </a:lvl8pPr>
            <a:lvl9pPr algn="ctr">
              <a:defRPr sz="1650" b="1">
                <a:solidFill>
                  <a:srgbClr val="162C45"/>
                </a:solidFill>
                <a:latin typeface="DejaVu Serif"/>
                <a:ea typeface="DejaVu Serif"/>
                <a:cs typeface="DejaVu Serif"/>
              </a:defRPr>
            </a:lvl9pPr>
          </a:lstStyle>
          <a:p xmlns:a="http://schemas.openxmlformats.org/drawingml/2006/main">
            <a:pPr algn="ctr">
              <a:defRPr sz="1650" b="1">
                <a:solidFill>
                  <a:srgbClr val="162C45"/>
                </a:solidFill>
                <a:latin typeface="DejaVu Serif"/>
                <a:ea typeface="DejaVu Serif"/>
                <a:cs typeface="DejaVu Serif"/>
              </a:defRPr>
            </a:pPr>
            <a:r>
              <a:rPr sz="1650" b="1">
                <a:solidFill>
                  <a:srgbClr val="162C45"/>
                </a:solidFill>
                <a:latin typeface="DejaVu Serif"/>
                <a:ea typeface="DejaVu Serif"/>
                <a:cs typeface="DejaVu Serif"/>
              </a:rPr>
              <a:t>Profile</a:t>
            </a:r>
          </a:p>
        </p:txBody>
      </p:sp>
      <p:sp>
        <p:nvSpPr>
          <p:cNvPr id="18" name="text-182">
            <a:extLst xmlns:a="http://schemas.openxmlformats.org/drawingml/2006/main">
              <a:ext uri="{FF2B5EF4-FFF2-40B4-BE49-F238E27FC236}">
                <a16:creationId xmlns:a16="http://schemas.microsoft.com/office/drawing/2014/main" id="{169CEF51-1186-4F31-9DD1-07F883773107}"/>
              </a:ext>
            </a:extLst>
          </p:cNvPr>
          <p:cNvSpPr>
            <a:spLocks xmlns:a="http://schemas.openxmlformats.org/drawingml/2006/main" noGrp="1"/>
          </p:cNvSpPr>
          <p:nvPr/>
        </p:nvSpPr>
        <p:spPr>
          <a:xfrm xmlns:a="http://schemas.openxmlformats.org/drawingml/2006/main">
            <a:off x="2638425" y="3914775"/>
            <a:ext cx="134302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425" b="0">
                <a:solidFill>
                  <a:srgbClr val="354A5F"/>
                </a:solidFill>
                <a:latin typeface="DejaVu Sans"/>
                <a:ea typeface="DejaVu Sans"/>
                <a:cs typeface="DejaVu Sans"/>
              </a:defRPr>
            </a:defPPr>
            <a:lvl1pPr algn="ctr">
              <a:defRPr sz="1425" b="0">
                <a:solidFill>
                  <a:srgbClr val="354A5F"/>
                </a:solidFill>
                <a:latin typeface="DejaVu Sans"/>
                <a:ea typeface="DejaVu Sans"/>
                <a:cs typeface="DejaVu Sans"/>
              </a:defRPr>
            </a:lvl1pPr>
            <a:lvl2pPr algn="ctr">
              <a:defRPr sz="1425" b="0">
                <a:solidFill>
                  <a:srgbClr val="354A5F"/>
                </a:solidFill>
                <a:latin typeface="DejaVu Sans"/>
                <a:ea typeface="DejaVu Sans"/>
                <a:cs typeface="DejaVu Sans"/>
              </a:defRPr>
            </a:lvl2pPr>
            <a:lvl3pPr algn="ctr">
              <a:defRPr sz="1425" b="0">
                <a:solidFill>
                  <a:srgbClr val="354A5F"/>
                </a:solidFill>
                <a:latin typeface="DejaVu Sans"/>
                <a:ea typeface="DejaVu Sans"/>
                <a:cs typeface="DejaVu Sans"/>
              </a:defRPr>
            </a:lvl3pPr>
            <a:lvl4pPr algn="ctr">
              <a:defRPr sz="1425" b="0">
                <a:solidFill>
                  <a:srgbClr val="354A5F"/>
                </a:solidFill>
                <a:latin typeface="DejaVu Sans"/>
                <a:ea typeface="DejaVu Sans"/>
                <a:cs typeface="DejaVu Sans"/>
              </a:defRPr>
            </a:lvl4pPr>
            <a:lvl5pPr algn="ctr">
              <a:defRPr sz="1425" b="0">
                <a:solidFill>
                  <a:srgbClr val="354A5F"/>
                </a:solidFill>
                <a:latin typeface="DejaVu Sans"/>
                <a:ea typeface="DejaVu Sans"/>
                <a:cs typeface="DejaVu Sans"/>
              </a:defRPr>
            </a:lvl5pPr>
            <a:lvl6pPr algn="ctr">
              <a:defRPr sz="1425" b="0">
                <a:solidFill>
                  <a:srgbClr val="354A5F"/>
                </a:solidFill>
                <a:latin typeface="DejaVu Sans"/>
                <a:ea typeface="DejaVu Sans"/>
                <a:cs typeface="DejaVu Sans"/>
              </a:defRPr>
            </a:lvl6pPr>
            <a:lvl7pPr algn="ctr">
              <a:defRPr sz="1425" b="0">
                <a:solidFill>
                  <a:srgbClr val="354A5F"/>
                </a:solidFill>
                <a:latin typeface="DejaVu Sans"/>
                <a:ea typeface="DejaVu Sans"/>
                <a:cs typeface="DejaVu Sans"/>
              </a:defRPr>
            </a:lvl7pPr>
            <a:lvl8pPr algn="ctr">
              <a:defRPr sz="1425" b="0">
                <a:solidFill>
                  <a:srgbClr val="354A5F"/>
                </a:solidFill>
                <a:latin typeface="DejaVu Sans"/>
                <a:ea typeface="DejaVu Sans"/>
                <a:cs typeface="DejaVu Sans"/>
              </a:defRPr>
            </a:lvl8pPr>
            <a:lvl9pPr algn="ctr">
              <a:defRPr sz="1425" b="0">
                <a:solidFill>
                  <a:srgbClr val="354A5F"/>
                </a:solidFill>
                <a:latin typeface="DejaVu Sans"/>
                <a:ea typeface="DejaVu Sans"/>
                <a:cs typeface="DejaVu Sans"/>
              </a:defRPr>
            </a:lvl9pPr>
          </a:lstStyle>
          <a:p xmlns:a="http://schemas.openxmlformats.org/drawingml/2006/main">
            <a:pPr algn="ctr">
              <a:defRPr sz="1425" b="0">
                <a:solidFill>
                  <a:srgbClr val="354A5F"/>
                </a:solidFill>
                <a:latin typeface="DejaVu Sans"/>
                <a:ea typeface="DejaVu Sans"/>
                <a:cs typeface="DejaVu Sans"/>
              </a:defRPr>
            </a:pPr>
            <a:r>
              <a:rPr sz="1425" b="0">
                <a:solidFill>
                  <a:srgbClr val="354A5F"/>
                </a:solidFill>
                <a:latin typeface="DejaVu Sans"/>
                <a:ea typeface="DejaVu Sans"/>
                <a:cs typeface="DejaVu Sans"/>
              </a:rPr>
              <a:t>Calculate column statistics.</a:t>
            </a:r>
          </a:p>
        </p:txBody>
      </p:sp>
      <p:sp>
        <p:nvSpPr>
          <p:cNvPr id="19" name="panel-183">
            <a:extLst xmlns:a="http://schemas.openxmlformats.org/drawingml/2006/main">
              <a:ext uri="{FF2B5EF4-FFF2-40B4-BE49-F238E27FC236}">
                <a16:creationId xmlns:a16="http://schemas.microsoft.com/office/drawing/2014/main" id="{AD83A62F-B415-4074-9250-0943D9BBDBEB}"/>
              </a:ext>
            </a:extLst>
          </p:cNvPr>
          <p:cNvSpPr>
            <a:spLocks xmlns:a="http://schemas.openxmlformats.org/drawingml/2006/main" noGrp="1"/>
          </p:cNvSpPr>
          <p:nvPr/>
        </p:nvSpPr>
        <p:spPr>
          <a:xfrm xmlns:a="http://schemas.openxmlformats.org/drawingml/2006/main">
            <a:off x="4324350" y="1924050"/>
            <a:ext cx="1685925" cy="3190875"/>
          </a:xfrm>
          <a:prstGeom xmlns:a="http://schemas.openxmlformats.org/drawingml/2006/main" prst="roundRect">
            <a:avLst>
              <a:gd name="adj" fmla="val 7910"/>
            </a:avLst>
          </a:prstGeom>
          <a:solidFill xmlns:a="http://schemas.openxmlformats.org/drawingml/2006/main">
            <a:srgbClr val="F2F7FA"/>
          </a:solidFill>
          <a:ln xmlns:a="http://schemas.openxmlformats.org/drawingml/2006/main" w="9525">
            <a:solidFill>
              <a:srgbClr val="D9E5EC"/>
            </a:solidFill>
            <a:prstDash val="solid"/>
          </a:ln>
        </p:spPr>
      </p:sp>
      <p:sp>
        <p:nvSpPr>
          <p:cNvPr id="20" name="text-184">
            <a:extLst xmlns:a="http://schemas.openxmlformats.org/drawingml/2006/main">
              <a:ext uri="{FF2B5EF4-FFF2-40B4-BE49-F238E27FC236}">
                <a16:creationId xmlns:a16="http://schemas.microsoft.com/office/drawing/2014/main" id="{32BCDF50-29B4-43EA-8687-9DF1A8592BC6}"/>
              </a:ext>
            </a:extLst>
          </p:cNvPr>
          <p:cNvSpPr>
            <a:spLocks xmlns:a="http://schemas.openxmlformats.org/drawingml/2006/main" noGrp="1"/>
          </p:cNvSpPr>
          <p:nvPr/>
        </p:nvSpPr>
        <p:spPr>
          <a:xfrm xmlns:a="http://schemas.openxmlformats.org/drawingml/2006/main">
            <a:off x="4905375" y="2066925"/>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425" b="1">
                <a:solidFill>
                  <a:srgbClr val="247E91"/>
                </a:solidFill>
                <a:latin typeface="DejaVu Sans"/>
                <a:ea typeface="DejaVu Sans"/>
                <a:cs typeface="DejaVu Sans"/>
              </a:defRPr>
            </a:defPPr>
            <a:lvl1pPr algn="ctr">
              <a:defRPr sz="1425" b="1">
                <a:solidFill>
                  <a:srgbClr val="247E91"/>
                </a:solidFill>
                <a:latin typeface="DejaVu Sans"/>
                <a:ea typeface="DejaVu Sans"/>
                <a:cs typeface="DejaVu Sans"/>
              </a:defRPr>
            </a:lvl1pPr>
            <a:lvl2pPr algn="ctr">
              <a:defRPr sz="1425" b="1">
                <a:solidFill>
                  <a:srgbClr val="247E91"/>
                </a:solidFill>
                <a:latin typeface="DejaVu Sans"/>
                <a:ea typeface="DejaVu Sans"/>
                <a:cs typeface="DejaVu Sans"/>
              </a:defRPr>
            </a:lvl2pPr>
            <a:lvl3pPr algn="ctr">
              <a:defRPr sz="1425" b="1">
                <a:solidFill>
                  <a:srgbClr val="247E91"/>
                </a:solidFill>
                <a:latin typeface="DejaVu Sans"/>
                <a:ea typeface="DejaVu Sans"/>
                <a:cs typeface="DejaVu Sans"/>
              </a:defRPr>
            </a:lvl3pPr>
            <a:lvl4pPr algn="ctr">
              <a:defRPr sz="1425" b="1">
                <a:solidFill>
                  <a:srgbClr val="247E91"/>
                </a:solidFill>
                <a:latin typeface="DejaVu Sans"/>
                <a:ea typeface="DejaVu Sans"/>
                <a:cs typeface="DejaVu Sans"/>
              </a:defRPr>
            </a:lvl4pPr>
            <a:lvl5pPr algn="ctr">
              <a:defRPr sz="1425" b="1">
                <a:solidFill>
                  <a:srgbClr val="247E91"/>
                </a:solidFill>
                <a:latin typeface="DejaVu Sans"/>
                <a:ea typeface="DejaVu Sans"/>
                <a:cs typeface="DejaVu Sans"/>
              </a:defRPr>
            </a:lvl5pPr>
            <a:lvl6pPr algn="ctr">
              <a:defRPr sz="1425" b="1">
                <a:solidFill>
                  <a:srgbClr val="247E91"/>
                </a:solidFill>
                <a:latin typeface="DejaVu Sans"/>
                <a:ea typeface="DejaVu Sans"/>
                <a:cs typeface="DejaVu Sans"/>
              </a:defRPr>
            </a:lvl6pPr>
            <a:lvl7pPr algn="ctr">
              <a:defRPr sz="1425" b="1">
                <a:solidFill>
                  <a:srgbClr val="247E91"/>
                </a:solidFill>
                <a:latin typeface="DejaVu Sans"/>
                <a:ea typeface="DejaVu Sans"/>
                <a:cs typeface="DejaVu Sans"/>
              </a:defRPr>
            </a:lvl7pPr>
            <a:lvl8pPr algn="ctr">
              <a:defRPr sz="1425" b="1">
                <a:solidFill>
                  <a:srgbClr val="247E91"/>
                </a:solidFill>
                <a:latin typeface="DejaVu Sans"/>
                <a:ea typeface="DejaVu Sans"/>
                <a:cs typeface="DejaVu Sans"/>
              </a:defRPr>
            </a:lvl8pPr>
            <a:lvl9pPr algn="ctr">
              <a:defRPr sz="1425" b="1">
                <a:solidFill>
                  <a:srgbClr val="247E91"/>
                </a:solidFill>
                <a:latin typeface="DejaVu Sans"/>
                <a:ea typeface="DejaVu Sans"/>
                <a:cs typeface="DejaVu Sans"/>
              </a:defRPr>
            </a:lvl9pPr>
          </a:lstStyle>
          <a:p xmlns:a="http://schemas.openxmlformats.org/drawingml/2006/main">
            <a:pPr algn="ctr">
              <a:defRPr sz="1425" b="1">
                <a:solidFill>
                  <a:srgbClr val="247E91"/>
                </a:solidFill>
                <a:latin typeface="DejaVu Sans"/>
                <a:ea typeface="DejaVu Sans"/>
                <a:cs typeface="DejaVu Sans"/>
              </a:defRPr>
            </a:pPr>
            <a:r>
              <a:rPr sz="1425" b="1">
                <a:solidFill>
                  <a:srgbClr val="247E91"/>
                </a:solidFill>
                <a:latin typeface="DejaVu Sans"/>
                <a:ea typeface="DejaVu Sans"/>
                <a:cs typeface="DejaVu Sans"/>
              </a:rPr>
              <a:t>3</a:t>
            </a:r>
          </a:p>
        </p:txBody>
      </p:sp>
      <p:sp>
        <p:nvSpPr>
          <p:cNvPr id="21" name="panel-185">
            <a:extLst xmlns:a="http://schemas.openxmlformats.org/drawingml/2006/main">
              <a:ext uri="{FF2B5EF4-FFF2-40B4-BE49-F238E27FC236}">
                <a16:creationId xmlns:a16="http://schemas.microsoft.com/office/drawing/2014/main" id="{6144B1EB-DB73-44FF-9D47-ED71252900A0}"/>
              </a:ext>
            </a:extLst>
          </p:cNvPr>
          <p:cNvSpPr>
            <a:spLocks xmlns:a="http://schemas.openxmlformats.org/drawingml/2006/main" noGrp="1"/>
          </p:cNvSpPr>
          <p:nvPr/>
        </p:nvSpPr>
        <p:spPr>
          <a:xfrm xmlns:a="http://schemas.openxmlformats.org/drawingml/2006/main">
            <a:off x="4886325" y="2466975"/>
            <a:ext cx="561975" cy="561975"/>
          </a:xfrm>
          <a:prstGeom xmlns:a="http://schemas.openxmlformats.org/drawingml/2006/main" prst="roundRect">
            <a:avLst>
              <a:gd name="adj" fmla="val 50000"/>
            </a:avLst>
          </a:prstGeom>
          <a:solidFill xmlns:a="http://schemas.openxmlformats.org/drawingml/2006/main">
            <a:srgbClr val="247E91"/>
          </a:solidFill>
          <a:ln xmlns:a="http://schemas.openxmlformats.org/drawingml/2006/main" w="0">
            <a:noFill/>
            <a:prstDash val="solid"/>
          </a:ln>
        </p:spPr>
      </p:sp>
      <p:pic>
        <p:nvPicPr>
          <p:cNvPr id="22" name="">
            <a:extLst xmlns:a="http://schemas.openxmlformats.org/drawingml/2006/main">
              <a:ext uri="{FF2B5EF4-FFF2-40B4-BE49-F238E27FC236}">
                <a16:creationId xmlns:a16="http://schemas.microsoft.com/office/drawing/2014/main" id="{3EB26D85-340D-492B-86BE-D8DF23899DEE}"/>
              </a:ext>
            </a:extLst>
          </p:cNvPr>
          <p:cNvPicPr>
            <a:picLocks xmlns:a="http://schemas.openxmlformats.org/drawingml/2006/main" noChangeAspect="1"/>
          </p:cNvPicPr>
          <p:nvPr/>
        </p:nvPicPr>
        <p:blipFill>
          <a:blip xmlns:r="http://schemas.openxmlformats.org/officeDocument/2006/relationships" xmlns:a="http://schemas.openxmlformats.org/drawingml/2006/main" r:embed="Re59906bfc56e4667">
            <a:extLst>
              <a:ext uri="{96DAC541-7B7A-43D3-8B79-37D633B846F1}">
                <asvg:svgBlip xmlns:asvg="http://schemas.microsoft.com/office/drawing/2016/SVG/main" r:embed="R84bf83eb0f6f4328"/>
              </a:ext>
            </a:extLst>
          </a:blip>
          <a:stretch xmlns:a="http://schemas.openxmlformats.org/drawingml/2006/main"/>
        </p:blipFill>
        <p:spPr>
          <a:xfrm xmlns:a="http://schemas.openxmlformats.org/drawingml/2006/main">
            <a:off x="5021199" y="2601849"/>
            <a:ext cx="292227" cy="292227"/>
          </a:xfrm>
          <a:prstGeom xmlns:a="http://schemas.openxmlformats.org/drawingml/2006/main" prst="rect">
            <a:avLst/>
          </a:prstGeom>
        </p:spPr>
      </p:pic>
      <p:sp>
        <p:nvSpPr>
          <p:cNvPr id="23" name="text-186">
            <a:extLst xmlns:a="http://schemas.openxmlformats.org/drawingml/2006/main">
              <a:ext uri="{FF2B5EF4-FFF2-40B4-BE49-F238E27FC236}">
                <a16:creationId xmlns:a16="http://schemas.microsoft.com/office/drawing/2014/main" id="{48B4F159-B170-4AF7-B60C-BC41C8ACF66F}"/>
              </a:ext>
            </a:extLst>
          </p:cNvPr>
          <p:cNvSpPr>
            <a:spLocks xmlns:a="http://schemas.openxmlformats.org/drawingml/2006/main" noGrp="1"/>
          </p:cNvSpPr>
          <p:nvPr/>
        </p:nvSpPr>
        <p:spPr>
          <a:xfrm xmlns:a="http://schemas.openxmlformats.org/drawingml/2006/main">
            <a:off x="4419600" y="3305175"/>
            <a:ext cx="14954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1">
                <a:solidFill>
                  <a:srgbClr val="162C45"/>
                </a:solidFill>
                <a:latin typeface="DejaVu Serif"/>
                <a:ea typeface="DejaVu Serif"/>
                <a:cs typeface="DejaVu Serif"/>
              </a:defRPr>
            </a:defPPr>
            <a:lvl1pPr algn="ctr">
              <a:defRPr sz="1650" b="1">
                <a:solidFill>
                  <a:srgbClr val="162C45"/>
                </a:solidFill>
                <a:latin typeface="DejaVu Serif"/>
                <a:ea typeface="DejaVu Serif"/>
                <a:cs typeface="DejaVu Serif"/>
              </a:defRPr>
            </a:lvl1pPr>
            <a:lvl2pPr algn="ctr">
              <a:defRPr sz="1650" b="1">
                <a:solidFill>
                  <a:srgbClr val="162C45"/>
                </a:solidFill>
                <a:latin typeface="DejaVu Serif"/>
                <a:ea typeface="DejaVu Serif"/>
                <a:cs typeface="DejaVu Serif"/>
              </a:defRPr>
            </a:lvl2pPr>
            <a:lvl3pPr algn="ctr">
              <a:defRPr sz="1650" b="1">
                <a:solidFill>
                  <a:srgbClr val="162C45"/>
                </a:solidFill>
                <a:latin typeface="DejaVu Serif"/>
                <a:ea typeface="DejaVu Serif"/>
                <a:cs typeface="DejaVu Serif"/>
              </a:defRPr>
            </a:lvl3pPr>
            <a:lvl4pPr algn="ctr">
              <a:defRPr sz="1650" b="1">
                <a:solidFill>
                  <a:srgbClr val="162C45"/>
                </a:solidFill>
                <a:latin typeface="DejaVu Serif"/>
                <a:ea typeface="DejaVu Serif"/>
                <a:cs typeface="DejaVu Serif"/>
              </a:defRPr>
            </a:lvl4pPr>
            <a:lvl5pPr algn="ctr">
              <a:defRPr sz="1650" b="1">
                <a:solidFill>
                  <a:srgbClr val="162C45"/>
                </a:solidFill>
                <a:latin typeface="DejaVu Serif"/>
                <a:ea typeface="DejaVu Serif"/>
                <a:cs typeface="DejaVu Serif"/>
              </a:defRPr>
            </a:lvl5pPr>
            <a:lvl6pPr algn="ctr">
              <a:defRPr sz="1650" b="1">
                <a:solidFill>
                  <a:srgbClr val="162C45"/>
                </a:solidFill>
                <a:latin typeface="DejaVu Serif"/>
                <a:ea typeface="DejaVu Serif"/>
                <a:cs typeface="DejaVu Serif"/>
              </a:defRPr>
            </a:lvl6pPr>
            <a:lvl7pPr algn="ctr">
              <a:defRPr sz="1650" b="1">
                <a:solidFill>
                  <a:srgbClr val="162C45"/>
                </a:solidFill>
                <a:latin typeface="DejaVu Serif"/>
                <a:ea typeface="DejaVu Serif"/>
                <a:cs typeface="DejaVu Serif"/>
              </a:defRPr>
            </a:lvl7pPr>
            <a:lvl8pPr algn="ctr">
              <a:defRPr sz="1650" b="1">
                <a:solidFill>
                  <a:srgbClr val="162C45"/>
                </a:solidFill>
                <a:latin typeface="DejaVu Serif"/>
                <a:ea typeface="DejaVu Serif"/>
                <a:cs typeface="DejaVu Serif"/>
              </a:defRPr>
            </a:lvl8pPr>
            <a:lvl9pPr algn="ctr">
              <a:defRPr sz="1650" b="1">
                <a:solidFill>
                  <a:srgbClr val="162C45"/>
                </a:solidFill>
                <a:latin typeface="DejaVu Serif"/>
                <a:ea typeface="DejaVu Serif"/>
                <a:cs typeface="DejaVu Serif"/>
              </a:defRPr>
            </a:lvl9pPr>
          </a:lstStyle>
          <a:p xmlns:a="http://schemas.openxmlformats.org/drawingml/2006/main">
            <a:pPr algn="ctr">
              <a:defRPr sz="1650" b="1">
                <a:solidFill>
                  <a:srgbClr val="162C45"/>
                </a:solidFill>
                <a:latin typeface="DejaVu Serif"/>
                <a:ea typeface="DejaVu Serif"/>
                <a:cs typeface="DejaVu Serif"/>
              </a:defRPr>
            </a:pPr>
            <a:r>
              <a:rPr sz="1650" b="1">
                <a:solidFill>
                  <a:srgbClr val="162C45"/>
                </a:solidFill>
                <a:latin typeface="DejaVu Serif"/>
                <a:ea typeface="DejaVu Serif"/>
                <a:cs typeface="DejaVu Serif"/>
              </a:rPr>
              <a:t>Understand</a:t>
            </a:r>
          </a:p>
        </p:txBody>
      </p:sp>
      <p:sp>
        <p:nvSpPr>
          <p:cNvPr id="24" name="text-187">
            <a:extLst xmlns:a="http://schemas.openxmlformats.org/drawingml/2006/main">
              <a:ext uri="{FF2B5EF4-FFF2-40B4-BE49-F238E27FC236}">
                <a16:creationId xmlns:a16="http://schemas.microsoft.com/office/drawing/2014/main" id="{EE845904-42C4-4A6B-B60F-5A145926A6F7}"/>
              </a:ext>
            </a:extLst>
          </p:cNvPr>
          <p:cNvSpPr>
            <a:spLocks xmlns:a="http://schemas.openxmlformats.org/drawingml/2006/main" noGrp="1"/>
          </p:cNvSpPr>
          <p:nvPr/>
        </p:nvSpPr>
        <p:spPr>
          <a:xfrm xmlns:a="http://schemas.openxmlformats.org/drawingml/2006/main">
            <a:off x="4495800" y="3914775"/>
            <a:ext cx="134302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425" b="0">
                <a:solidFill>
                  <a:srgbClr val="354A5F"/>
                </a:solidFill>
                <a:latin typeface="DejaVu Sans"/>
                <a:ea typeface="DejaVu Sans"/>
                <a:cs typeface="DejaVu Sans"/>
              </a:defRPr>
            </a:defPPr>
            <a:lvl1pPr algn="ctr">
              <a:defRPr sz="1425" b="0">
                <a:solidFill>
                  <a:srgbClr val="354A5F"/>
                </a:solidFill>
                <a:latin typeface="DejaVu Sans"/>
                <a:ea typeface="DejaVu Sans"/>
                <a:cs typeface="DejaVu Sans"/>
              </a:defRPr>
            </a:lvl1pPr>
            <a:lvl2pPr algn="ctr">
              <a:defRPr sz="1425" b="0">
                <a:solidFill>
                  <a:srgbClr val="354A5F"/>
                </a:solidFill>
                <a:latin typeface="DejaVu Sans"/>
                <a:ea typeface="DejaVu Sans"/>
                <a:cs typeface="DejaVu Sans"/>
              </a:defRPr>
            </a:lvl2pPr>
            <a:lvl3pPr algn="ctr">
              <a:defRPr sz="1425" b="0">
                <a:solidFill>
                  <a:srgbClr val="354A5F"/>
                </a:solidFill>
                <a:latin typeface="DejaVu Sans"/>
                <a:ea typeface="DejaVu Sans"/>
                <a:cs typeface="DejaVu Sans"/>
              </a:defRPr>
            </a:lvl3pPr>
            <a:lvl4pPr algn="ctr">
              <a:defRPr sz="1425" b="0">
                <a:solidFill>
                  <a:srgbClr val="354A5F"/>
                </a:solidFill>
                <a:latin typeface="DejaVu Sans"/>
                <a:ea typeface="DejaVu Sans"/>
                <a:cs typeface="DejaVu Sans"/>
              </a:defRPr>
            </a:lvl4pPr>
            <a:lvl5pPr algn="ctr">
              <a:defRPr sz="1425" b="0">
                <a:solidFill>
                  <a:srgbClr val="354A5F"/>
                </a:solidFill>
                <a:latin typeface="DejaVu Sans"/>
                <a:ea typeface="DejaVu Sans"/>
                <a:cs typeface="DejaVu Sans"/>
              </a:defRPr>
            </a:lvl5pPr>
            <a:lvl6pPr algn="ctr">
              <a:defRPr sz="1425" b="0">
                <a:solidFill>
                  <a:srgbClr val="354A5F"/>
                </a:solidFill>
                <a:latin typeface="DejaVu Sans"/>
                <a:ea typeface="DejaVu Sans"/>
                <a:cs typeface="DejaVu Sans"/>
              </a:defRPr>
            </a:lvl6pPr>
            <a:lvl7pPr algn="ctr">
              <a:defRPr sz="1425" b="0">
                <a:solidFill>
                  <a:srgbClr val="354A5F"/>
                </a:solidFill>
                <a:latin typeface="DejaVu Sans"/>
                <a:ea typeface="DejaVu Sans"/>
                <a:cs typeface="DejaVu Sans"/>
              </a:defRPr>
            </a:lvl7pPr>
            <a:lvl8pPr algn="ctr">
              <a:defRPr sz="1425" b="0">
                <a:solidFill>
                  <a:srgbClr val="354A5F"/>
                </a:solidFill>
                <a:latin typeface="DejaVu Sans"/>
                <a:ea typeface="DejaVu Sans"/>
                <a:cs typeface="DejaVu Sans"/>
              </a:defRPr>
            </a:lvl8pPr>
            <a:lvl9pPr algn="ctr">
              <a:defRPr sz="1425" b="0">
                <a:solidFill>
                  <a:srgbClr val="354A5F"/>
                </a:solidFill>
                <a:latin typeface="DejaVu Sans"/>
                <a:ea typeface="DejaVu Sans"/>
                <a:cs typeface="DejaVu Sans"/>
              </a:defRPr>
            </a:lvl9pPr>
          </a:lstStyle>
          <a:p xmlns:a="http://schemas.openxmlformats.org/drawingml/2006/main">
            <a:pPr algn="ctr">
              <a:defRPr sz="1425" b="0">
                <a:solidFill>
                  <a:srgbClr val="354A5F"/>
                </a:solidFill>
                <a:latin typeface="DejaVu Sans"/>
                <a:ea typeface="DejaVu Sans"/>
                <a:cs typeface="DejaVu Sans"/>
              </a:defRPr>
            </a:pPr>
            <a:r>
              <a:rPr sz="1425" b="0">
                <a:solidFill>
                  <a:srgbClr val="354A5F"/>
                </a:solidFill>
                <a:latin typeface="DejaVu Sans"/>
                <a:ea typeface="DejaVu Sans"/>
                <a:cs typeface="DejaVu Sans"/>
              </a:rPr>
              <a:t>Describe table grain and column meaning.</a:t>
            </a:r>
          </a:p>
        </p:txBody>
      </p:sp>
      <p:sp>
        <p:nvSpPr>
          <p:cNvPr id="25" name="panel-188">
            <a:extLst xmlns:a="http://schemas.openxmlformats.org/drawingml/2006/main">
              <a:ext uri="{FF2B5EF4-FFF2-40B4-BE49-F238E27FC236}">
                <a16:creationId xmlns:a16="http://schemas.microsoft.com/office/drawing/2014/main" id="{28729430-EE33-4C13-9457-6B8691107F83}"/>
              </a:ext>
            </a:extLst>
          </p:cNvPr>
          <p:cNvSpPr>
            <a:spLocks xmlns:a="http://schemas.openxmlformats.org/drawingml/2006/main" noGrp="1"/>
          </p:cNvSpPr>
          <p:nvPr/>
        </p:nvSpPr>
        <p:spPr>
          <a:xfrm xmlns:a="http://schemas.openxmlformats.org/drawingml/2006/main">
            <a:off x="6181725" y="1924050"/>
            <a:ext cx="1685925" cy="3190875"/>
          </a:xfrm>
          <a:prstGeom xmlns:a="http://schemas.openxmlformats.org/drawingml/2006/main" prst="roundRect">
            <a:avLst>
              <a:gd name="adj" fmla="val 7910"/>
            </a:avLst>
          </a:prstGeom>
          <a:solidFill xmlns:a="http://schemas.openxmlformats.org/drawingml/2006/main">
            <a:srgbClr val="F2F7FA"/>
          </a:solidFill>
          <a:ln xmlns:a="http://schemas.openxmlformats.org/drawingml/2006/main" w="9525">
            <a:solidFill>
              <a:srgbClr val="D9E5EC"/>
            </a:solidFill>
            <a:prstDash val="solid"/>
          </a:ln>
        </p:spPr>
      </p:sp>
      <p:sp>
        <p:nvSpPr>
          <p:cNvPr id="26" name="text-189">
            <a:extLst xmlns:a="http://schemas.openxmlformats.org/drawingml/2006/main">
              <a:ext uri="{FF2B5EF4-FFF2-40B4-BE49-F238E27FC236}">
                <a16:creationId xmlns:a16="http://schemas.microsoft.com/office/drawing/2014/main" id="{434197BF-3827-4591-8B02-64C56BDA08D1}"/>
              </a:ext>
            </a:extLst>
          </p:cNvPr>
          <p:cNvSpPr>
            <a:spLocks xmlns:a="http://schemas.openxmlformats.org/drawingml/2006/main" noGrp="1"/>
          </p:cNvSpPr>
          <p:nvPr/>
        </p:nvSpPr>
        <p:spPr>
          <a:xfrm xmlns:a="http://schemas.openxmlformats.org/drawingml/2006/main">
            <a:off x="6762750" y="2066925"/>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425" b="1">
                <a:solidFill>
                  <a:srgbClr val="247E91"/>
                </a:solidFill>
                <a:latin typeface="DejaVu Sans"/>
                <a:ea typeface="DejaVu Sans"/>
                <a:cs typeface="DejaVu Sans"/>
              </a:defRPr>
            </a:defPPr>
            <a:lvl1pPr algn="ctr">
              <a:defRPr sz="1425" b="1">
                <a:solidFill>
                  <a:srgbClr val="247E91"/>
                </a:solidFill>
                <a:latin typeface="DejaVu Sans"/>
                <a:ea typeface="DejaVu Sans"/>
                <a:cs typeface="DejaVu Sans"/>
              </a:defRPr>
            </a:lvl1pPr>
            <a:lvl2pPr algn="ctr">
              <a:defRPr sz="1425" b="1">
                <a:solidFill>
                  <a:srgbClr val="247E91"/>
                </a:solidFill>
                <a:latin typeface="DejaVu Sans"/>
                <a:ea typeface="DejaVu Sans"/>
                <a:cs typeface="DejaVu Sans"/>
              </a:defRPr>
            </a:lvl2pPr>
            <a:lvl3pPr algn="ctr">
              <a:defRPr sz="1425" b="1">
                <a:solidFill>
                  <a:srgbClr val="247E91"/>
                </a:solidFill>
                <a:latin typeface="DejaVu Sans"/>
                <a:ea typeface="DejaVu Sans"/>
                <a:cs typeface="DejaVu Sans"/>
              </a:defRPr>
            </a:lvl3pPr>
            <a:lvl4pPr algn="ctr">
              <a:defRPr sz="1425" b="1">
                <a:solidFill>
                  <a:srgbClr val="247E91"/>
                </a:solidFill>
                <a:latin typeface="DejaVu Sans"/>
                <a:ea typeface="DejaVu Sans"/>
                <a:cs typeface="DejaVu Sans"/>
              </a:defRPr>
            </a:lvl4pPr>
            <a:lvl5pPr algn="ctr">
              <a:defRPr sz="1425" b="1">
                <a:solidFill>
                  <a:srgbClr val="247E91"/>
                </a:solidFill>
                <a:latin typeface="DejaVu Sans"/>
                <a:ea typeface="DejaVu Sans"/>
                <a:cs typeface="DejaVu Sans"/>
              </a:defRPr>
            </a:lvl5pPr>
            <a:lvl6pPr algn="ctr">
              <a:defRPr sz="1425" b="1">
                <a:solidFill>
                  <a:srgbClr val="247E91"/>
                </a:solidFill>
                <a:latin typeface="DejaVu Sans"/>
                <a:ea typeface="DejaVu Sans"/>
                <a:cs typeface="DejaVu Sans"/>
              </a:defRPr>
            </a:lvl6pPr>
            <a:lvl7pPr algn="ctr">
              <a:defRPr sz="1425" b="1">
                <a:solidFill>
                  <a:srgbClr val="247E91"/>
                </a:solidFill>
                <a:latin typeface="DejaVu Sans"/>
                <a:ea typeface="DejaVu Sans"/>
                <a:cs typeface="DejaVu Sans"/>
              </a:defRPr>
            </a:lvl7pPr>
            <a:lvl8pPr algn="ctr">
              <a:defRPr sz="1425" b="1">
                <a:solidFill>
                  <a:srgbClr val="247E91"/>
                </a:solidFill>
                <a:latin typeface="DejaVu Sans"/>
                <a:ea typeface="DejaVu Sans"/>
                <a:cs typeface="DejaVu Sans"/>
              </a:defRPr>
            </a:lvl8pPr>
            <a:lvl9pPr algn="ctr">
              <a:defRPr sz="1425" b="1">
                <a:solidFill>
                  <a:srgbClr val="247E91"/>
                </a:solidFill>
                <a:latin typeface="DejaVu Sans"/>
                <a:ea typeface="DejaVu Sans"/>
                <a:cs typeface="DejaVu Sans"/>
              </a:defRPr>
            </a:lvl9pPr>
          </a:lstStyle>
          <a:p xmlns:a="http://schemas.openxmlformats.org/drawingml/2006/main">
            <a:pPr algn="ctr">
              <a:defRPr sz="1425" b="1">
                <a:solidFill>
                  <a:srgbClr val="247E91"/>
                </a:solidFill>
                <a:latin typeface="DejaVu Sans"/>
                <a:ea typeface="DejaVu Sans"/>
                <a:cs typeface="DejaVu Sans"/>
              </a:defRPr>
            </a:pPr>
            <a:r>
              <a:rPr sz="1425" b="1">
                <a:solidFill>
                  <a:srgbClr val="247E91"/>
                </a:solidFill>
                <a:latin typeface="DejaVu Sans"/>
                <a:ea typeface="DejaVu Sans"/>
                <a:cs typeface="DejaVu Sans"/>
              </a:rPr>
              <a:t>4</a:t>
            </a:r>
          </a:p>
        </p:txBody>
      </p:sp>
      <p:sp>
        <p:nvSpPr>
          <p:cNvPr id="27" name="panel-190">
            <a:extLst xmlns:a="http://schemas.openxmlformats.org/drawingml/2006/main">
              <a:ext uri="{FF2B5EF4-FFF2-40B4-BE49-F238E27FC236}">
                <a16:creationId xmlns:a16="http://schemas.microsoft.com/office/drawing/2014/main" id="{4EB891FF-A30A-48D0-BB77-F24FAB5ECB29}"/>
              </a:ext>
            </a:extLst>
          </p:cNvPr>
          <p:cNvSpPr>
            <a:spLocks xmlns:a="http://schemas.openxmlformats.org/drawingml/2006/main" noGrp="1"/>
          </p:cNvSpPr>
          <p:nvPr/>
        </p:nvSpPr>
        <p:spPr>
          <a:xfrm xmlns:a="http://schemas.openxmlformats.org/drawingml/2006/main">
            <a:off x="6743700" y="2466975"/>
            <a:ext cx="561975" cy="561975"/>
          </a:xfrm>
          <a:prstGeom xmlns:a="http://schemas.openxmlformats.org/drawingml/2006/main" prst="roundRect">
            <a:avLst>
              <a:gd name="adj" fmla="val 50000"/>
            </a:avLst>
          </a:prstGeom>
          <a:solidFill xmlns:a="http://schemas.openxmlformats.org/drawingml/2006/main">
            <a:srgbClr val="247E91"/>
          </a:solidFill>
          <a:ln xmlns:a="http://schemas.openxmlformats.org/drawingml/2006/main" w="0">
            <a:noFill/>
            <a:prstDash val="solid"/>
          </a:ln>
        </p:spPr>
      </p:sp>
      <p:pic>
        <p:nvPicPr>
          <p:cNvPr id="28" name="">
            <a:extLst xmlns:a="http://schemas.openxmlformats.org/drawingml/2006/main">
              <a:ext uri="{FF2B5EF4-FFF2-40B4-BE49-F238E27FC236}">
                <a16:creationId xmlns:a16="http://schemas.microsoft.com/office/drawing/2014/main" id="{A7307AFA-302B-48C6-9AB2-7A0FD7BDEE3B}"/>
              </a:ext>
            </a:extLst>
          </p:cNvPr>
          <p:cNvPicPr>
            <a:picLocks xmlns:a="http://schemas.openxmlformats.org/drawingml/2006/main" noChangeAspect="1"/>
          </p:cNvPicPr>
          <p:nvPr/>
        </p:nvPicPr>
        <p:blipFill>
          <a:blip xmlns:r="http://schemas.openxmlformats.org/officeDocument/2006/relationships" xmlns:a="http://schemas.openxmlformats.org/drawingml/2006/main" r:embed="R9127a40acc944e6f">
            <a:extLst>
              <a:ext uri="{96DAC541-7B7A-43D3-8B79-37D633B846F1}">
                <asvg:svgBlip xmlns:asvg="http://schemas.microsoft.com/office/drawing/2016/SVG/main" r:embed="R7a8b4f3d46754d03"/>
              </a:ext>
            </a:extLst>
          </a:blip>
          <a:stretch xmlns:a="http://schemas.openxmlformats.org/drawingml/2006/main"/>
        </p:blipFill>
        <p:spPr>
          <a:xfrm xmlns:a="http://schemas.openxmlformats.org/drawingml/2006/main">
            <a:off x="6878574" y="2601849"/>
            <a:ext cx="292227" cy="292227"/>
          </a:xfrm>
          <a:prstGeom xmlns:a="http://schemas.openxmlformats.org/drawingml/2006/main" prst="rect">
            <a:avLst/>
          </a:prstGeom>
        </p:spPr>
      </p:pic>
      <p:sp>
        <p:nvSpPr>
          <p:cNvPr id="29" name="text-191">
            <a:extLst xmlns:a="http://schemas.openxmlformats.org/drawingml/2006/main">
              <a:ext uri="{FF2B5EF4-FFF2-40B4-BE49-F238E27FC236}">
                <a16:creationId xmlns:a16="http://schemas.microsoft.com/office/drawing/2014/main" id="{CC6212F7-EE76-4202-AEA1-1D24C0A382A1}"/>
              </a:ext>
            </a:extLst>
          </p:cNvPr>
          <p:cNvSpPr>
            <a:spLocks xmlns:a="http://schemas.openxmlformats.org/drawingml/2006/main" noGrp="1"/>
          </p:cNvSpPr>
          <p:nvPr/>
        </p:nvSpPr>
        <p:spPr>
          <a:xfrm xmlns:a="http://schemas.openxmlformats.org/drawingml/2006/main">
            <a:off x="6276975" y="3305175"/>
            <a:ext cx="14954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1">
                <a:solidFill>
                  <a:srgbClr val="162C45"/>
                </a:solidFill>
                <a:latin typeface="DejaVu Serif"/>
                <a:ea typeface="DejaVu Serif"/>
                <a:cs typeface="DejaVu Serif"/>
              </a:defRPr>
            </a:defPPr>
            <a:lvl1pPr algn="ctr">
              <a:defRPr sz="1650" b="1">
                <a:solidFill>
                  <a:srgbClr val="162C45"/>
                </a:solidFill>
                <a:latin typeface="DejaVu Serif"/>
                <a:ea typeface="DejaVu Serif"/>
                <a:cs typeface="DejaVu Serif"/>
              </a:defRPr>
            </a:lvl1pPr>
            <a:lvl2pPr algn="ctr">
              <a:defRPr sz="1650" b="1">
                <a:solidFill>
                  <a:srgbClr val="162C45"/>
                </a:solidFill>
                <a:latin typeface="DejaVu Serif"/>
                <a:ea typeface="DejaVu Serif"/>
                <a:cs typeface="DejaVu Serif"/>
              </a:defRPr>
            </a:lvl2pPr>
            <a:lvl3pPr algn="ctr">
              <a:defRPr sz="1650" b="1">
                <a:solidFill>
                  <a:srgbClr val="162C45"/>
                </a:solidFill>
                <a:latin typeface="DejaVu Serif"/>
                <a:ea typeface="DejaVu Serif"/>
                <a:cs typeface="DejaVu Serif"/>
              </a:defRPr>
            </a:lvl3pPr>
            <a:lvl4pPr algn="ctr">
              <a:defRPr sz="1650" b="1">
                <a:solidFill>
                  <a:srgbClr val="162C45"/>
                </a:solidFill>
                <a:latin typeface="DejaVu Serif"/>
                <a:ea typeface="DejaVu Serif"/>
                <a:cs typeface="DejaVu Serif"/>
              </a:defRPr>
            </a:lvl4pPr>
            <a:lvl5pPr algn="ctr">
              <a:defRPr sz="1650" b="1">
                <a:solidFill>
                  <a:srgbClr val="162C45"/>
                </a:solidFill>
                <a:latin typeface="DejaVu Serif"/>
                <a:ea typeface="DejaVu Serif"/>
                <a:cs typeface="DejaVu Serif"/>
              </a:defRPr>
            </a:lvl5pPr>
            <a:lvl6pPr algn="ctr">
              <a:defRPr sz="1650" b="1">
                <a:solidFill>
                  <a:srgbClr val="162C45"/>
                </a:solidFill>
                <a:latin typeface="DejaVu Serif"/>
                <a:ea typeface="DejaVu Serif"/>
                <a:cs typeface="DejaVu Serif"/>
              </a:defRPr>
            </a:lvl6pPr>
            <a:lvl7pPr algn="ctr">
              <a:defRPr sz="1650" b="1">
                <a:solidFill>
                  <a:srgbClr val="162C45"/>
                </a:solidFill>
                <a:latin typeface="DejaVu Serif"/>
                <a:ea typeface="DejaVu Serif"/>
                <a:cs typeface="DejaVu Serif"/>
              </a:defRPr>
            </a:lvl7pPr>
            <a:lvl8pPr algn="ctr">
              <a:defRPr sz="1650" b="1">
                <a:solidFill>
                  <a:srgbClr val="162C45"/>
                </a:solidFill>
                <a:latin typeface="DejaVu Serif"/>
                <a:ea typeface="DejaVu Serif"/>
                <a:cs typeface="DejaVu Serif"/>
              </a:defRPr>
            </a:lvl8pPr>
            <a:lvl9pPr algn="ctr">
              <a:defRPr sz="1650" b="1">
                <a:solidFill>
                  <a:srgbClr val="162C45"/>
                </a:solidFill>
                <a:latin typeface="DejaVu Serif"/>
                <a:ea typeface="DejaVu Serif"/>
                <a:cs typeface="DejaVu Serif"/>
              </a:defRPr>
            </a:lvl9pPr>
          </a:lstStyle>
          <a:p xmlns:a="http://schemas.openxmlformats.org/drawingml/2006/main">
            <a:pPr algn="ctr">
              <a:defRPr sz="1650" b="1">
                <a:solidFill>
                  <a:srgbClr val="162C45"/>
                </a:solidFill>
                <a:latin typeface="DejaVu Serif"/>
                <a:ea typeface="DejaVu Serif"/>
                <a:cs typeface="DejaVu Serif"/>
              </a:defRPr>
            </a:pPr>
            <a:r>
              <a:rPr sz="1650" b="1">
                <a:solidFill>
                  <a:srgbClr val="162C45"/>
                </a:solidFill>
                <a:latin typeface="DejaVu Serif"/>
                <a:ea typeface="DejaVu Serif"/>
                <a:cs typeface="DejaVu Serif"/>
              </a:rPr>
              <a:t>Recommend</a:t>
            </a:r>
          </a:p>
        </p:txBody>
      </p:sp>
      <p:sp>
        <p:nvSpPr>
          <p:cNvPr id="30" name="text-192">
            <a:extLst xmlns:a="http://schemas.openxmlformats.org/drawingml/2006/main">
              <a:ext uri="{FF2B5EF4-FFF2-40B4-BE49-F238E27FC236}">
                <a16:creationId xmlns:a16="http://schemas.microsoft.com/office/drawing/2014/main" id="{C46F9314-CA7E-473F-A7D5-DAA371EAB8AA}"/>
              </a:ext>
            </a:extLst>
          </p:cNvPr>
          <p:cNvSpPr>
            <a:spLocks xmlns:a="http://schemas.openxmlformats.org/drawingml/2006/main" noGrp="1"/>
          </p:cNvSpPr>
          <p:nvPr/>
        </p:nvSpPr>
        <p:spPr>
          <a:xfrm xmlns:a="http://schemas.openxmlformats.org/drawingml/2006/main">
            <a:off x="6353175" y="3914775"/>
            <a:ext cx="134302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425" b="0">
                <a:solidFill>
                  <a:srgbClr val="354A5F"/>
                </a:solidFill>
                <a:latin typeface="DejaVu Sans"/>
                <a:ea typeface="DejaVu Sans"/>
                <a:cs typeface="DejaVu Sans"/>
              </a:defRPr>
            </a:defPPr>
            <a:lvl1pPr algn="ctr">
              <a:defRPr sz="1425" b="0">
                <a:solidFill>
                  <a:srgbClr val="354A5F"/>
                </a:solidFill>
                <a:latin typeface="DejaVu Sans"/>
                <a:ea typeface="DejaVu Sans"/>
                <a:cs typeface="DejaVu Sans"/>
              </a:defRPr>
            </a:lvl1pPr>
            <a:lvl2pPr algn="ctr">
              <a:defRPr sz="1425" b="0">
                <a:solidFill>
                  <a:srgbClr val="354A5F"/>
                </a:solidFill>
                <a:latin typeface="DejaVu Sans"/>
                <a:ea typeface="DejaVu Sans"/>
                <a:cs typeface="DejaVu Sans"/>
              </a:defRPr>
            </a:lvl2pPr>
            <a:lvl3pPr algn="ctr">
              <a:defRPr sz="1425" b="0">
                <a:solidFill>
                  <a:srgbClr val="354A5F"/>
                </a:solidFill>
                <a:latin typeface="DejaVu Sans"/>
                <a:ea typeface="DejaVu Sans"/>
                <a:cs typeface="DejaVu Sans"/>
              </a:defRPr>
            </a:lvl3pPr>
            <a:lvl4pPr algn="ctr">
              <a:defRPr sz="1425" b="0">
                <a:solidFill>
                  <a:srgbClr val="354A5F"/>
                </a:solidFill>
                <a:latin typeface="DejaVu Sans"/>
                <a:ea typeface="DejaVu Sans"/>
                <a:cs typeface="DejaVu Sans"/>
              </a:defRPr>
            </a:lvl4pPr>
            <a:lvl5pPr algn="ctr">
              <a:defRPr sz="1425" b="0">
                <a:solidFill>
                  <a:srgbClr val="354A5F"/>
                </a:solidFill>
                <a:latin typeface="DejaVu Sans"/>
                <a:ea typeface="DejaVu Sans"/>
                <a:cs typeface="DejaVu Sans"/>
              </a:defRPr>
            </a:lvl5pPr>
            <a:lvl6pPr algn="ctr">
              <a:defRPr sz="1425" b="0">
                <a:solidFill>
                  <a:srgbClr val="354A5F"/>
                </a:solidFill>
                <a:latin typeface="DejaVu Sans"/>
                <a:ea typeface="DejaVu Sans"/>
                <a:cs typeface="DejaVu Sans"/>
              </a:defRPr>
            </a:lvl6pPr>
            <a:lvl7pPr algn="ctr">
              <a:defRPr sz="1425" b="0">
                <a:solidFill>
                  <a:srgbClr val="354A5F"/>
                </a:solidFill>
                <a:latin typeface="DejaVu Sans"/>
                <a:ea typeface="DejaVu Sans"/>
                <a:cs typeface="DejaVu Sans"/>
              </a:defRPr>
            </a:lvl7pPr>
            <a:lvl8pPr algn="ctr">
              <a:defRPr sz="1425" b="0">
                <a:solidFill>
                  <a:srgbClr val="354A5F"/>
                </a:solidFill>
                <a:latin typeface="DejaVu Sans"/>
                <a:ea typeface="DejaVu Sans"/>
                <a:cs typeface="DejaVu Sans"/>
              </a:defRPr>
            </a:lvl8pPr>
            <a:lvl9pPr algn="ctr">
              <a:defRPr sz="1425" b="0">
                <a:solidFill>
                  <a:srgbClr val="354A5F"/>
                </a:solidFill>
                <a:latin typeface="DejaVu Sans"/>
                <a:ea typeface="DejaVu Sans"/>
                <a:cs typeface="DejaVu Sans"/>
              </a:defRPr>
            </a:lvl9pPr>
          </a:lstStyle>
          <a:p xmlns:a="http://schemas.openxmlformats.org/drawingml/2006/main">
            <a:pPr algn="ctr">
              <a:defRPr sz="1425" b="0">
                <a:solidFill>
                  <a:srgbClr val="354A5F"/>
                </a:solidFill>
                <a:latin typeface="DejaVu Sans"/>
                <a:ea typeface="DejaVu Sans"/>
                <a:cs typeface="DejaVu Sans"/>
              </a:defRPr>
            </a:pPr>
            <a:r>
              <a:rPr sz="1425" b="0">
                <a:solidFill>
                  <a:srgbClr val="354A5F"/>
                </a:solidFill>
                <a:latin typeface="DejaVu Sans"/>
                <a:ea typeface="DejaVu Sans"/>
                <a:cs typeface="DejaVu Sans"/>
              </a:rPr>
              <a:t>Generate individual and cross-table checks.</a:t>
            </a:r>
          </a:p>
        </p:txBody>
      </p:sp>
      <p:sp>
        <p:nvSpPr>
          <p:cNvPr id="31" name="panel-193">
            <a:extLst xmlns:a="http://schemas.openxmlformats.org/drawingml/2006/main">
              <a:ext uri="{FF2B5EF4-FFF2-40B4-BE49-F238E27FC236}">
                <a16:creationId xmlns:a16="http://schemas.microsoft.com/office/drawing/2014/main" id="{D1279A7D-66C8-4B21-8DCC-FC7214BDD5A3}"/>
              </a:ext>
            </a:extLst>
          </p:cNvPr>
          <p:cNvSpPr>
            <a:spLocks xmlns:a="http://schemas.openxmlformats.org/drawingml/2006/main" noGrp="1"/>
          </p:cNvSpPr>
          <p:nvPr/>
        </p:nvSpPr>
        <p:spPr>
          <a:xfrm xmlns:a="http://schemas.openxmlformats.org/drawingml/2006/main">
            <a:off x="8039100" y="1924050"/>
            <a:ext cx="1685925" cy="3190875"/>
          </a:xfrm>
          <a:prstGeom xmlns:a="http://schemas.openxmlformats.org/drawingml/2006/main" prst="roundRect">
            <a:avLst>
              <a:gd name="adj" fmla="val 7910"/>
            </a:avLst>
          </a:prstGeom>
          <a:solidFill xmlns:a="http://schemas.openxmlformats.org/drawingml/2006/main">
            <a:srgbClr val="F2F7FA"/>
          </a:solidFill>
          <a:ln xmlns:a="http://schemas.openxmlformats.org/drawingml/2006/main" w="9525">
            <a:solidFill>
              <a:srgbClr val="D9E5EC"/>
            </a:solidFill>
            <a:prstDash val="solid"/>
          </a:ln>
        </p:spPr>
      </p:sp>
      <p:sp>
        <p:nvSpPr>
          <p:cNvPr id="32" name="text-194">
            <a:extLst xmlns:a="http://schemas.openxmlformats.org/drawingml/2006/main">
              <a:ext uri="{FF2B5EF4-FFF2-40B4-BE49-F238E27FC236}">
                <a16:creationId xmlns:a16="http://schemas.microsoft.com/office/drawing/2014/main" id="{BCFD5DB3-F33E-4FBD-8E9C-8CB9E9430F8E}"/>
              </a:ext>
            </a:extLst>
          </p:cNvPr>
          <p:cNvSpPr>
            <a:spLocks xmlns:a="http://schemas.openxmlformats.org/drawingml/2006/main" noGrp="1"/>
          </p:cNvSpPr>
          <p:nvPr/>
        </p:nvSpPr>
        <p:spPr>
          <a:xfrm xmlns:a="http://schemas.openxmlformats.org/drawingml/2006/main">
            <a:off x="8620125" y="2066925"/>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425" b="1">
                <a:solidFill>
                  <a:srgbClr val="247E91"/>
                </a:solidFill>
                <a:latin typeface="DejaVu Sans"/>
                <a:ea typeface="DejaVu Sans"/>
                <a:cs typeface="DejaVu Sans"/>
              </a:defRPr>
            </a:defPPr>
            <a:lvl1pPr algn="ctr">
              <a:defRPr sz="1425" b="1">
                <a:solidFill>
                  <a:srgbClr val="247E91"/>
                </a:solidFill>
                <a:latin typeface="DejaVu Sans"/>
                <a:ea typeface="DejaVu Sans"/>
                <a:cs typeface="DejaVu Sans"/>
              </a:defRPr>
            </a:lvl1pPr>
            <a:lvl2pPr algn="ctr">
              <a:defRPr sz="1425" b="1">
                <a:solidFill>
                  <a:srgbClr val="247E91"/>
                </a:solidFill>
                <a:latin typeface="DejaVu Sans"/>
                <a:ea typeface="DejaVu Sans"/>
                <a:cs typeface="DejaVu Sans"/>
              </a:defRPr>
            </a:lvl2pPr>
            <a:lvl3pPr algn="ctr">
              <a:defRPr sz="1425" b="1">
                <a:solidFill>
                  <a:srgbClr val="247E91"/>
                </a:solidFill>
                <a:latin typeface="DejaVu Sans"/>
                <a:ea typeface="DejaVu Sans"/>
                <a:cs typeface="DejaVu Sans"/>
              </a:defRPr>
            </a:lvl3pPr>
            <a:lvl4pPr algn="ctr">
              <a:defRPr sz="1425" b="1">
                <a:solidFill>
                  <a:srgbClr val="247E91"/>
                </a:solidFill>
                <a:latin typeface="DejaVu Sans"/>
                <a:ea typeface="DejaVu Sans"/>
                <a:cs typeface="DejaVu Sans"/>
              </a:defRPr>
            </a:lvl4pPr>
            <a:lvl5pPr algn="ctr">
              <a:defRPr sz="1425" b="1">
                <a:solidFill>
                  <a:srgbClr val="247E91"/>
                </a:solidFill>
                <a:latin typeface="DejaVu Sans"/>
                <a:ea typeface="DejaVu Sans"/>
                <a:cs typeface="DejaVu Sans"/>
              </a:defRPr>
            </a:lvl5pPr>
            <a:lvl6pPr algn="ctr">
              <a:defRPr sz="1425" b="1">
                <a:solidFill>
                  <a:srgbClr val="247E91"/>
                </a:solidFill>
                <a:latin typeface="DejaVu Sans"/>
                <a:ea typeface="DejaVu Sans"/>
                <a:cs typeface="DejaVu Sans"/>
              </a:defRPr>
            </a:lvl6pPr>
            <a:lvl7pPr algn="ctr">
              <a:defRPr sz="1425" b="1">
                <a:solidFill>
                  <a:srgbClr val="247E91"/>
                </a:solidFill>
                <a:latin typeface="DejaVu Sans"/>
                <a:ea typeface="DejaVu Sans"/>
                <a:cs typeface="DejaVu Sans"/>
              </a:defRPr>
            </a:lvl7pPr>
            <a:lvl8pPr algn="ctr">
              <a:defRPr sz="1425" b="1">
                <a:solidFill>
                  <a:srgbClr val="247E91"/>
                </a:solidFill>
                <a:latin typeface="DejaVu Sans"/>
                <a:ea typeface="DejaVu Sans"/>
                <a:cs typeface="DejaVu Sans"/>
              </a:defRPr>
            </a:lvl8pPr>
            <a:lvl9pPr algn="ctr">
              <a:defRPr sz="1425" b="1">
                <a:solidFill>
                  <a:srgbClr val="247E91"/>
                </a:solidFill>
                <a:latin typeface="DejaVu Sans"/>
                <a:ea typeface="DejaVu Sans"/>
                <a:cs typeface="DejaVu Sans"/>
              </a:defRPr>
            </a:lvl9pPr>
          </a:lstStyle>
          <a:p xmlns:a="http://schemas.openxmlformats.org/drawingml/2006/main">
            <a:pPr algn="ctr">
              <a:defRPr sz="1425" b="1">
                <a:solidFill>
                  <a:srgbClr val="247E91"/>
                </a:solidFill>
                <a:latin typeface="DejaVu Sans"/>
                <a:ea typeface="DejaVu Sans"/>
                <a:cs typeface="DejaVu Sans"/>
              </a:defRPr>
            </a:pPr>
            <a:r>
              <a:rPr sz="1425" b="1">
                <a:solidFill>
                  <a:srgbClr val="247E91"/>
                </a:solidFill>
                <a:latin typeface="DejaVu Sans"/>
                <a:ea typeface="DejaVu Sans"/>
                <a:cs typeface="DejaVu Sans"/>
              </a:rPr>
              <a:t>5</a:t>
            </a:r>
          </a:p>
        </p:txBody>
      </p:sp>
      <p:sp>
        <p:nvSpPr>
          <p:cNvPr id="33" name="panel-195">
            <a:extLst xmlns:a="http://schemas.openxmlformats.org/drawingml/2006/main">
              <a:ext uri="{FF2B5EF4-FFF2-40B4-BE49-F238E27FC236}">
                <a16:creationId xmlns:a16="http://schemas.microsoft.com/office/drawing/2014/main" id="{F4F8FEF9-6B93-4BBA-99EE-2AB89F8DE2CD}"/>
              </a:ext>
            </a:extLst>
          </p:cNvPr>
          <p:cNvSpPr>
            <a:spLocks xmlns:a="http://schemas.openxmlformats.org/drawingml/2006/main" noGrp="1"/>
          </p:cNvSpPr>
          <p:nvPr/>
        </p:nvSpPr>
        <p:spPr>
          <a:xfrm xmlns:a="http://schemas.openxmlformats.org/drawingml/2006/main">
            <a:off x="8601075" y="2466975"/>
            <a:ext cx="561975" cy="561975"/>
          </a:xfrm>
          <a:prstGeom xmlns:a="http://schemas.openxmlformats.org/drawingml/2006/main" prst="roundRect">
            <a:avLst>
              <a:gd name="adj" fmla="val 50000"/>
            </a:avLst>
          </a:prstGeom>
          <a:solidFill xmlns:a="http://schemas.openxmlformats.org/drawingml/2006/main">
            <a:srgbClr val="247E91"/>
          </a:solidFill>
          <a:ln xmlns:a="http://schemas.openxmlformats.org/drawingml/2006/main" w="0">
            <a:noFill/>
            <a:prstDash val="solid"/>
          </a:ln>
        </p:spPr>
      </p:sp>
      <p:pic>
        <p:nvPicPr>
          <p:cNvPr id="34" name="">
            <a:extLst xmlns:a="http://schemas.openxmlformats.org/drawingml/2006/main">
              <a:ext uri="{FF2B5EF4-FFF2-40B4-BE49-F238E27FC236}">
                <a16:creationId xmlns:a16="http://schemas.microsoft.com/office/drawing/2014/main" id="{E851D62E-7838-4691-80E1-308C1D8AFBFD}"/>
              </a:ext>
            </a:extLst>
          </p:cNvPr>
          <p:cNvPicPr>
            <a:picLocks xmlns:a="http://schemas.openxmlformats.org/drawingml/2006/main" noChangeAspect="1"/>
          </p:cNvPicPr>
          <p:nvPr/>
        </p:nvPicPr>
        <p:blipFill>
          <a:blip xmlns:r="http://schemas.openxmlformats.org/officeDocument/2006/relationships" xmlns:a="http://schemas.openxmlformats.org/drawingml/2006/main" r:embed="Rb3bf4d112f8c48a8">
            <a:extLst>
              <a:ext uri="{96DAC541-7B7A-43D3-8B79-37D633B846F1}">
                <asvg:svgBlip xmlns:asvg="http://schemas.microsoft.com/office/drawing/2016/SVG/main" r:embed="R97ab4a44a0c14ff4"/>
              </a:ext>
            </a:extLst>
          </a:blip>
          <a:stretch xmlns:a="http://schemas.openxmlformats.org/drawingml/2006/main"/>
        </p:blipFill>
        <p:spPr>
          <a:xfrm xmlns:a="http://schemas.openxmlformats.org/drawingml/2006/main">
            <a:off x="8735949" y="2601849"/>
            <a:ext cx="292227" cy="292227"/>
          </a:xfrm>
          <a:prstGeom xmlns:a="http://schemas.openxmlformats.org/drawingml/2006/main" prst="rect">
            <a:avLst/>
          </a:prstGeom>
        </p:spPr>
      </p:pic>
      <p:sp>
        <p:nvSpPr>
          <p:cNvPr id="35" name="text-196">
            <a:extLst xmlns:a="http://schemas.openxmlformats.org/drawingml/2006/main">
              <a:ext uri="{FF2B5EF4-FFF2-40B4-BE49-F238E27FC236}">
                <a16:creationId xmlns:a16="http://schemas.microsoft.com/office/drawing/2014/main" id="{A78B3FB0-49D9-4676-B4A7-BC2EA1B1C0E0}"/>
              </a:ext>
            </a:extLst>
          </p:cNvPr>
          <p:cNvSpPr>
            <a:spLocks xmlns:a="http://schemas.openxmlformats.org/drawingml/2006/main" noGrp="1"/>
          </p:cNvSpPr>
          <p:nvPr/>
        </p:nvSpPr>
        <p:spPr>
          <a:xfrm xmlns:a="http://schemas.openxmlformats.org/drawingml/2006/main">
            <a:off x="8134350" y="3305175"/>
            <a:ext cx="14954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1">
                <a:solidFill>
                  <a:srgbClr val="162C45"/>
                </a:solidFill>
                <a:latin typeface="DejaVu Serif"/>
                <a:ea typeface="DejaVu Serif"/>
                <a:cs typeface="DejaVu Serif"/>
              </a:defRPr>
            </a:defPPr>
            <a:lvl1pPr algn="ctr">
              <a:defRPr sz="1650" b="1">
                <a:solidFill>
                  <a:srgbClr val="162C45"/>
                </a:solidFill>
                <a:latin typeface="DejaVu Serif"/>
                <a:ea typeface="DejaVu Serif"/>
                <a:cs typeface="DejaVu Serif"/>
              </a:defRPr>
            </a:lvl1pPr>
            <a:lvl2pPr algn="ctr">
              <a:defRPr sz="1650" b="1">
                <a:solidFill>
                  <a:srgbClr val="162C45"/>
                </a:solidFill>
                <a:latin typeface="DejaVu Serif"/>
                <a:ea typeface="DejaVu Serif"/>
                <a:cs typeface="DejaVu Serif"/>
              </a:defRPr>
            </a:lvl2pPr>
            <a:lvl3pPr algn="ctr">
              <a:defRPr sz="1650" b="1">
                <a:solidFill>
                  <a:srgbClr val="162C45"/>
                </a:solidFill>
                <a:latin typeface="DejaVu Serif"/>
                <a:ea typeface="DejaVu Serif"/>
                <a:cs typeface="DejaVu Serif"/>
              </a:defRPr>
            </a:lvl3pPr>
            <a:lvl4pPr algn="ctr">
              <a:defRPr sz="1650" b="1">
                <a:solidFill>
                  <a:srgbClr val="162C45"/>
                </a:solidFill>
                <a:latin typeface="DejaVu Serif"/>
                <a:ea typeface="DejaVu Serif"/>
                <a:cs typeface="DejaVu Serif"/>
              </a:defRPr>
            </a:lvl4pPr>
            <a:lvl5pPr algn="ctr">
              <a:defRPr sz="1650" b="1">
                <a:solidFill>
                  <a:srgbClr val="162C45"/>
                </a:solidFill>
                <a:latin typeface="DejaVu Serif"/>
                <a:ea typeface="DejaVu Serif"/>
                <a:cs typeface="DejaVu Serif"/>
              </a:defRPr>
            </a:lvl5pPr>
            <a:lvl6pPr algn="ctr">
              <a:defRPr sz="1650" b="1">
                <a:solidFill>
                  <a:srgbClr val="162C45"/>
                </a:solidFill>
                <a:latin typeface="DejaVu Serif"/>
                <a:ea typeface="DejaVu Serif"/>
                <a:cs typeface="DejaVu Serif"/>
              </a:defRPr>
            </a:lvl6pPr>
            <a:lvl7pPr algn="ctr">
              <a:defRPr sz="1650" b="1">
                <a:solidFill>
                  <a:srgbClr val="162C45"/>
                </a:solidFill>
                <a:latin typeface="DejaVu Serif"/>
                <a:ea typeface="DejaVu Serif"/>
                <a:cs typeface="DejaVu Serif"/>
              </a:defRPr>
            </a:lvl7pPr>
            <a:lvl8pPr algn="ctr">
              <a:defRPr sz="1650" b="1">
                <a:solidFill>
                  <a:srgbClr val="162C45"/>
                </a:solidFill>
                <a:latin typeface="DejaVu Serif"/>
                <a:ea typeface="DejaVu Serif"/>
                <a:cs typeface="DejaVu Serif"/>
              </a:defRPr>
            </a:lvl8pPr>
            <a:lvl9pPr algn="ctr">
              <a:defRPr sz="1650" b="1">
                <a:solidFill>
                  <a:srgbClr val="162C45"/>
                </a:solidFill>
                <a:latin typeface="DejaVu Serif"/>
                <a:ea typeface="DejaVu Serif"/>
                <a:cs typeface="DejaVu Serif"/>
              </a:defRPr>
            </a:lvl9pPr>
          </a:lstStyle>
          <a:p xmlns:a="http://schemas.openxmlformats.org/drawingml/2006/main">
            <a:pPr algn="ctr">
              <a:defRPr sz="1650" b="1">
                <a:solidFill>
                  <a:srgbClr val="162C45"/>
                </a:solidFill>
                <a:latin typeface="DejaVu Serif"/>
                <a:ea typeface="DejaVu Serif"/>
                <a:cs typeface="DejaVu Serif"/>
              </a:defRPr>
            </a:pPr>
            <a:r>
              <a:rPr sz="1650" b="1">
                <a:solidFill>
                  <a:srgbClr val="162C45"/>
                </a:solidFill>
                <a:latin typeface="DejaVu Serif"/>
                <a:ea typeface="DejaVu Serif"/>
                <a:cs typeface="DejaVu Serif"/>
              </a:rPr>
              <a:t>Review</a:t>
            </a:r>
          </a:p>
        </p:txBody>
      </p:sp>
      <p:sp>
        <p:nvSpPr>
          <p:cNvPr id="36" name="text-197">
            <a:extLst xmlns:a="http://schemas.openxmlformats.org/drawingml/2006/main">
              <a:ext uri="{FF2B5EF4-FFF2-40B4-BE49-F238E27FC236}">
                <a16:creationId xmlns:a16="http://schemas.microsoft.com/office/drawing/2014/main" id="{27816070-B6CF-4602-8FFF-4C6FFACCB9FC}"/>
              </a:ext>
            </a:extLst>
          </p:cNvPr>
          <p:cNvSpPr>
            <a:spLocks xmlns:a="http://schemas.openxmlformats.org/drawingml/2006/main" noGrp="1"/>
          </p:cNvSpPr>
          <p:nvPr/>
        </p:nvSpPr>
        <p:spPr>
          <a:xfrm xmlns:a="http://schemas.openxmlformats.org/drawingml/2006/main">
            <a:off x="8210550" y="3914775"/>
            <a:ext cx="134302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425" b="0">
                <a:solidFill>
                  <a:srgbClr val="354A5F"/>
                </a:solidFill>
                <a:latin typeface="DejaVu Sans"/>
                <a:ea typeface="DejaVu Sans"/>
                <a:cs typeface="DejaVu Sans"/>
              </a:defRPr>
            </a:defPPr>
            <a:lvl1pPr algn="ctr">
              <a:defRPr sz="1425" b="0">
                <a:solidFill>
                  <a:srgbClr val="354A5F"/>
                </a:solidFill>
                <a:latin typeface="DejaVu Sans"/>
                <a:ea typeface="DejaVu Sans"/>
                <a:cs typeface="DejaVu Sans"/>
              </a:defRPr>
            </a:lvl1pPr>
            <a:lvl2pPr algn="ctr">
              <a:defRPr sz="1425" b="0">
                <a:solidFill>
                  <a:srgbClr val="354A5F"/>
                </a:solidFill>
                <a:latin typeface="DejaVu Sans"/>
                <a:ea typeface="DejaVu Sans"/>
                <a:cs typeface="DejaVu Sans"/>
              </a:defRPr>
            </a:lvl2pPr>
            <a:lvl3pPr algn="ctr">
              <a:defRPr sz="1425" b="0">
                <a:solidFill>
                  <a:srgbClr val="354A5F"/>
                </a:solidFill>
                <a:latin typeface="DejaVu Sans"/>
                <a:ea typeface="DejaVu Sans"/>
                <a:cs typeface="DejaVu Sans"/>
              </a:defRPr>
            </a:lvl3pPr>
            <a:lvl4pPr algn="ctr">
              <a:defRPr sz="1425" b="0">
                <a:solidFill>
                  <a:srgbClr val="354A5F"/>
                </a:solidFill>
                <a:latin typeface="DejaVu Sans"/>
                <a:ea typeface="DejaVu Sans"/>
                <a:cs typeface="DejaVu Sans"/>
              </a:defRPr>
            </a:lvl4pPr>
            <a:lvl5pPr algn="ctr">
              <a:defRPr sz="1425" b="0">
                <a:solidFill>
                  <a:srgbClr val="354A5F"/>
                </a:solidFill>
                <a:latin typeface="DejaVu Sans"/>
                <a:ea typeface="DejaVu Sans"/>
                <a:cs typeface="DejaVu Sans"/>
              </a:defRPr>
            </a:lvl5pPr>
            <a:lvl6pPr algn="ctr">
              <a:defRPr sz="1425" b="0">
                <a:solidFill>
                  <a:srgbClr val="354A5F"/>
                </a:solidFill>
                <a:latin typeface="DejaVu Sans"/>
                <a:ea typeface="DejaVu Sans"/>
                <a:cs typeface="DejaVu Sans"/>
              </a:defRPr>
            </a:lvl6pPr>
            <a:lvl7pPr algn="ctr">
              <a:defRPr sz="1425" b="0">
                <a:solidFill>
                  <a:srgbClr val="354A5F"/>
                </a:solidFill>
                <a:latin typeface="DejaVu Sans"/>
                <a:ea typeface="DejaVu Sans"/>
                <a:cs typeface="DejaVu Sans"/>
              </a:defRPr>
            </a:lvl7pPr>
            <a:lvl8pPr algn="ctr">
              <a:defRPr sz="1425" b="0">
                <a:solidFill>
                  <a:srgbClr val="354A5F"/>
                </a:solidFill>
                <a:latin typeface="DejaVu Sans"/>
                <a:ea typeface="DejaVu Sans"/>
                <a:cs typeface="DejaVu Sans"/>
              </a:defRPr>
            </a:lvl8pPr>
            <a:lvl9pPr algn="ctr">
              <a:defRPr sz="1425" b="0">
                <a:solidFill>
                  <a:srgbClr val="354A5F"/>
                </a:solidFill>
                <a:latin typeface="DejaVu Sans"/>
                <a:ea typeface="DejaVu Sans"/>
                <a:cs typeface="DejaVu Sans"/>
              </a:defRPr>
            </a:lvl9pPr>
          </a:lstStyle>
          <a:p xmlns:a="http://schemas.openxmlformats.org/drawingml/2006/main">
            <a:pPr algn="ctr">
              <a:defRPr sz="1425" b="0">
                <a:solidFill>
                  <a:srgbClr val="354A5F"/>
                </a:solidFill>
                <a:latin typeface="DejaVu Sans"/>
                <a:ea typeface="DejaVu Sans"/>
                <a:cs typeface="DejaVu Sans"/>
              </a:defRPr>
            </a:pPr>
            <a:r>
              <a:rPr sz="1425" b="0">
                <a:solidFill>
                  <a:srgbClr val="354A5F"/>
                </a:solidFill>
                <a:latin typeface="DejaVu Sans"/>
                <a:ea typeface="DejaVu Sans"/>
                <a:cs typeface="DejaVu Sans"/>
              </a:rPr>
              <a:t>Select checks and edit their SQL.</a:t>
            </a:r>
          </a:p>
        </p:txBody>
      </p:sp>
      <p:sp>
        <p:nvSpPr>
          <p:cNvPr id="37" name="panel-198">
            <a:extLst xmlns:a="http://schemas.openxmlformats.org/drawingml/2006/main">
              <a:ext uri="{FF2B5EF4-FFF2-40B4-BE49-F238E27FC236}">
                <a16:creationId xmlns:a16="http://schemas.microsoft.com/office/drawing/2014/main" id="{A3C51044-D12F-4B2A-A489-B9B12CFE9C92}"/>
              </a:ext>
            </a:extLst>
          </p:cNvPr>
          <p:cNvSpPr>
            <a:spLocks xmlns:a="http://schemas.openxmlformats.org/drawingml/2006/main" noGrp="1"/>
          </p:cNvSpPr>
          <p:nvPr/>
        </p:nvSpPr>
        <p:spPr>
          <a:xfrm xmlns:a="http://schemas.openxmlformats.org/drawingml/2006/main">
            <a:off x="9896475" y="1924050"/>
            <a:ext cx="1685925" cy="3190875"/>
          </a:xfrm>
          <a:prstGeom xmlns:a="http://schemas.openxmlformats.org/drawingml/2006/main" prst="roundRect">
            <a:avLst>
              <a:gd name="adj" fmla="val 7910"/>
            </a:avLst>
          </a:prstGeom>
          <a:solidFill xmlns:a="http://schemas.openxmlformats.org/drawingml/2006/main">
            <a:srgbClr val="F2F7FA"/>
          </a:solidFill>
          <a:ln xmlns:a="http://schemas.openxmlformats.org/drawingml/2006/main" w="9525">
            <a:solidFill>
              <a:srgbClr val="D9E5EC"/>
            </a:solidFill>
            <a:prstDash val="solid"/>
          </a:ln>
        </p:spPr>
      </p:sp>
      <p:sp>
        <p:nvSpPr>
          <p:cNvPr id="38" name="text-199">
            <a:extLst xmlns:a="http://schemas.openxmlformats.org/drawingml/2006/main">
              <a:ext uri="{FF2B5EF4-FFF2-40B4-BE49-F238E27FC236}">
                <a16:creationId xmlns:a16="http://schemas.microsoft.com/office/drawing/2014/main" id="{FD79B748-FC62-47E9-8121-C97C3D14DF91}"/>
              </a:ext>
            </a:extLst>
          </p:cNvPr>
          <p:cNvSpPr>
            <a:spLocks xmlns:a="http://schemas.openxmlformats.org/drawingml/2006/main" noGrp="1"/>
          </p:cNvSpPr>
          <p:nvPr/>
        </p:nvSpPr>
        <p:spPr>
          <a:xfrm xmlns:a="http://schemas.openxmlformats.org/drawingml/2006/main">
            <a:off x="10477500" y="2066925"/>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425" b="1">
                <a:solidFill>
                  <a:srgbClr val="247E91"/>
                </a:solidFill>
                <a:latin typeface="DejaVu Sans"/>
                <a:ea typeface="DejaVu Sans"/>
                <a:cs typeface="DejaVu Sans"/>
              </a:defRPr>
            </a:defPPr>
            <a:lvl1pPr algn="ctr">
              <a:defRPr sz="1425" b="1">
                <a:solidFill>
                  <a:srgbClr val="247E91"/>
                </a:solidFill>
                <a:latin typeface="DejaVu Sans"/>
                <a:ea typeface="DejaVu Sans"/>
                <a:cs typeface="DejaVu Sans"/>
              </a:defRPr>
            </a:lvl1pPr>
            <a:lvl2pPr algn="ctr">
              <a:defRPr sz="1425" b="1">
                <a:solidFill>
                  <a:srgbClr val="247E91"/>
                </a:solidFill>
                <a:latin typeface="DejaVu Sans"/>
                <a:ea typeface="DejaVu Sans"/>
                <a:cs typeface="DejaVu Sans"/>
              </a:defRPr>
            </a:lvl2pPr>
            <a:lvl3pPr algn="ctr">
              <a:defRPr sz="1425" b="1">
                <a:solidFill>
                  <a:srgbClr val="247E91"/>
                </a:solidFill>
                <a:latin typeface="DejaVu Sans"/>
                <a:ea typeface="DejaVu Sans"/>
                <a:cs typeface="DejaVu Sans"/>
              </a:defRPr>
            </a:lvl3pPr>
            <a:lvl4pPr algn="ctr">
              <a:defRPr sz="1425" b="1">
                <a:solidFill>
                  <a:srgbClr val="247E91"/>
                </a:solidFill>
                <a:latin typeface="DejaVu Sans"/>
                <a:ea typeface="DejaVu Sans"/>
                <a:cs typeface="DejaVu Sans"/>
              </a:defRPr>
            </a:lvl4pPr>
            <a:lvl5pPr algn="ctr">
              <a:defRPr sz="1425" b="1">
                <a:solidFill>
                  <a:srgbClr val="247E91"/>
                </a:solidFill>
                <a:latin typeface="DejaVu Sans"/>
                <a:ea typeface="DejaVu Sans"/>
                <a:cs typeface="DejaVu Sans"/>
              </a:defRPr>
            </a:lvl5pPr>
            <a:lvl6pPr algn="ctr">
              <a:defRPr sz="1425" b="1">
                <a:solidFill>
                  <a:srgbClr val="247E91"/>
                </a:solidFill>
                <a:latin typeface="DejaVu Sans"/>
                <a:ea typeface="DejaVu Sans"/>
                <a:cs typeface="DejaVu Sans"/>
              </a:defRPr>
            </a:lvl6pPr>
            <a:lvl7pPr algn="ctr">
              <a:defRPr sz="1425" b="1">
                <a:solidFill>
                  <a:srgbClr val="247E91"/>
                </a:solidFill>
                <a:latin typeface="DejaVu Sans"/>
                <a:ea typeface="DejaVu Sans"/>
                <a:cs typeface="DejaVu Sans"/>
              </a:defRPr>
            </a:lvl7pPr>
            <a:lvl8pPr algn="ctr">
              <a:defRPr sz="1425" b="1">
                <a:solidFill>
                  <a:srgbClr val="247E91"/>
                </a:solidFill>
                <a:latin typeface="DejaVu Sans"/>
                <a:ea typeface="DejaVu Sans"/>
                <a:cs typeface="DejaVu Sans"/>
              </a:defRPr>
            </a:lvl8pPr>
            <a:lvl9pPr algn="ctr">
              <a:defRPr sz="1425" b="1">
                <a:solidFill>
                  <a:srgbClr val="247E91"/>
                </a:solidFill>
                <a:latin typeface="DejaVu Sans"/>
                <a:ea typeface="DejaVu Sans"/>
                <a:cs typeface="DejaVu Sans"/>
              </a:defRPr>
            </a:lvl9pPr>
          </a:lstStyle>
          <a:p xmlns:a="http://schemas.openxmlformats.org/drawingml/2006/main">
            <a:pPr algn="ctr">
              <a:defRPr sz="1425" b="1">
                <a:solidFill>
                  <a:srgbClr val="247E91"/>
                </a:solidFill>
                <a:latin typeface="DejaVu Sans"/>
                <a:ea typeface="DejaVu Sans"/>
                <a:cs typeface="DejaVu Sans"/>
              </a:defRPr>
            </a:pPr>
            <a:r>
              <a:rPr sz="1425" b="1">
                <a:solidFill>
                  <a:srgbClr val="247E91"/>
                </a:solidFill>
                <a:latin typeface="DejaVu Sans"/>
                <a:ea typeface="DejaVu Sans"/>
                <a:cs typeface="DejaVu Sans"/>
              </a:rPr>
              <a:t>6</a:t>
            </a:r>
          </a:p>
        </p:txBody>
      </p:sp>
      <p:sp>
        <p:nvSpPr>
          <p:cNvPr id="39" name="panel-200">
            <a:extLst xmlns:a="http://schemas.openxmlformats.org/drawingml/2006/main">
              <a:ext uri="{FF2B5EF4-FFF2-40B4-BE49-F238E27FC236}">
                <a16:creationId xmlns:a16="http://schemas.microsoft.com/office/drawing/2014/main" id="{A7087A70-DFA4-420F-A092-E9932C238C2B}"/>
              </a:ext>
            </a:extLst>
          </p:cNvPr>
          <p:cNvSpPr>
            <a:spLocks xmlns:a="http://schemas.openxmlformats.org/drawingml/2006/main" noGrp="1"/>
          </p:cNvSpPr>
          <p:nvPr/>
        </p:nvSpPr>
        <p:spPr>
          <a:xfrm xmlns:a="http://schemas.openxmlformats.org/drawingml/2006/main">
            <a:off x="10458450" y="2466975"/>
            <a:ext cx="561975" cy="561975"/>
          </a:xfrm>
          <a:prstGeom xmlns:a="http://schemas.openxmlformats.org/drawingml/2006/main" prst="roundRect">
            <a:avLst>
              <a:gd name="adj" fmla="val 50000"/>
            </a:avLst>
          </a:prstGeom>
          <a:solidFill xmlns:a="http://schemas.openxmlformats.org/drawingml/2006/main">
            <a:srgbClr val="25938D"/>
          </a:solidFill>
          <a:ln xmlns:a="http://schemas.openxmlformats.org/drawingml/2006/main" w="0">
            <a:noFill/>
            <a:prstDash val="solid"/>
          </a:ln>
        </p:spPr>
      </p:sp>
      <p:pic>
        <p:nvPicPr>
          <p:cNvPr id="40" name="">
            <a:extLst xmlns:a="http://schemas.openxmlformats.org/drawingml/2006/main">
              <a:ext uri="{FF2B5EF4-FFF2-40B4-BE49-F238E27FC236}">
                <a16:creationId xmlns:a16="http://schemas.microsoft.com/office/drawing/2014/main" id="{FF677A46-86E2-4EE7-88D2-731D848F68E8}"/>
              </a:ext>
            </a:extLst>
          </p:cNvPr>
          <p:cNvPicPr>
            <a:picLocks xmlns:a="http://schemas.openxmlformats.org/drawingml/2006/main" noChangeAspect="1"/>
          </p:cNvPicPr>
          <p:nvPr/>
        </p:nvPicPr>
        <p:blipFill>
          <a:blip xmlns:r="http://schemas.openxmlformats.org/officeDocument/2006/relationships" xmlns:a="http://schemas.openxmlformats.org/drawingml/2006/main" r:embed="R8e9d2e54aba94ee2">
            <a:extLst>
              <a:ext uri="{96DAC541-7B7A-43D3-8B79-37D633B846F1}">
                <asvg:svgBlip xmlns:asvg="http://schemas.microsoft.com/office/drawing/2016/SVG/main" r:embed="R80ea0f0c291f4c81"/>
              </a:ext>
            </a:extLst>
          </a:blip>
          <a:stretch xmlns:a="http://schemas.openxmlformats.org/drawingml/2006/main"/>
        </p:blipFill>
        <p:spPr>
          <a:xfrm xmlns:a="http://schemas.openxmlformats.org/drawingml/2006/main">
            <a:off x="10593324" y="2601849"/>
            <a:ext cx="292227" cy="292227"/>
          </a:xfrm>
          <a:prstGeom xmlns:a="http://schemas.openxmlformats.org/drawingml/2006/main" prst="rect">
            <a:avLst/>
          </a:prstGeom>
        </p:spPr>
      </p:pic>
      <p:sp>
        <p:nvSpPr>
          <p:cNvPr id="41" name="text-201">
            <a:extLst xmlns:a="http://schemas.openxmlformats.org/drawingml/2006/main">
              <a:ext uri="{FF2B5EF4-FFF2-40B4-BE49-F238E27FC236}">
                <a16:creationId xmlns:a16="http://schemas.microsoft.com/office/drawing/2014/main" id="{BA32065F-0E92-4A9A-A60D-5206C43F48C1}"/>
              </a:ext>
            </a:extLst>
          </p:cNvPr>
          <p:cNvSpPr>
            <a:spLocks xmlns:a="http://schemas.openxmlformats.org/drawingml/2006/main" noGrp="1"/>
          </p:cNvSpPr>
          <p:nvPr/>
        </p:nvSpPr>
        <p:spPr>
          <a:xfrm xmlns:a="http://schemas.openxmlformats.org/drawingml/2006/main">
            <a:off x="9991725" y="3305175"/>
            <a:ext cx="14954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1">
                <a:solidFill>
                  <a:srgbClr val="162C45"/>
                </a:solidFill>
                <a:latin typeface="DejaVu Serif"/>
                <a:ea typeface="DejaVu Serif"/>
                <a:cs typeface="DejaVu Serif"/>
              </a:defRPr>
            </a:defPPr>
            <a:lvl1pPr algn="ctr">
              <a:defRPr sz="1650" b="1">
                <a:solidFill>
                  <a:srgbClr val="162C45"/>
                </a:solidFill>
                <a:latin typeface="DejaVu Serif"/>
                <a:ea typeface="DejaVu Serif"/>
                <a:cs typeface="DejaVu Serif"/>
              </a:defRPr>
            </a:lvl1pPr>
            <a:lvl2pPr algn="ctr">
              <a:defRPr sz="1650" b="1">
                <a:solidFill>
                  <a:srgbClr val="162C45"/>
                </a:solidFill>
                <a:latin typeface="DejaVu Serif"/>
                <a:ea typeface="DejaVu Serif"/>
                <a:cs typeface="DejaVu Serif"/>
              </a:defRPr>
            </a:lvl2pPr>
            <a:lvl3pPr algn="ctr">
              <a:defRPr sz="1650" b="1">
                <a:solidFill>
                  <a:srgbClr val="162C45"/>
                </a:solidFill>
                <a:latin typeface="DejaVu Serif"/>
                <a:ea typeface="DejaVu Serif"/>
                <a:cs typeface="DejaVu Serif"/>
              </a:defRPr>
            </a:lvl3pPr>
            <a:lvl4pPr algn="ctr">
              <a:defRPr sz="1650" b="1">
                <a:solidFill>
                  <a:srgbClr val="162C45"/>
                </a:solidFill>
                <a:latin typeface="DejaVu Serif"/>
                <a:ea typeface="DejaVu Serif"/>
                <a:cs typeface="DejaVu Serif"/>
              </a:defRPr>
            </a:lvl4pPr>
            <a:lvl5pPr algn="ctr">
              <a:defRPr sz="1650" b="1">
                <a:solidFill>
                  <a:srgbClr val="162C45"/>
                </a:solidFill>
                <a:latin typeface="DejaVu Serif"/>
                <a:ea typeface="DejaVu Serif"/>
                <a:cs typeface="DejaVu Serif"/>
              </a:defRPr>
            </a:lvl5pPr>
            <a:lvl6pPr algn="ctr">
              <a:defRPr sz="1650" b="1">
                <a:solidFill>
                  <a:srgbClr val="162C45"/>
                </a:solidFill>
                <a:latin typeface="DejaVu Serif"/>
                <a:ea typeface="DejaVu Serif"/>
                <a:cs typeface="DejaVu Serif"/>
              </a:defRPr>
            </a:lvl6pPr>
            <a:lvl7pPr algn="ctr">
              <a:defRPr sz="1650" b="1">
                <a:solidFill>
                  <a:srgbClr val="162C45"/>
                </a:solidFill>
                <a:latin typeface="DejaVu Serif"/>
                <a:ea typeface="DejaVu Serif"/>
                <a:cs typeface="DejaVu Serif"/>
              </a:defRPr>
            </a:lvl7pPr>
            <a:lvl8pPr algn="ctr">
              <a:defRPr sz="1650" b="1">
                <a:solidFill>
                  <a:srgbClr val="162C45"/>
                </a:solidFill>
                <a:latin typeface="DejaVu Serif"/>
                <a:ea typeface="DejaVu Serif"/>
                <a:cs typeface="DejaVu Serif"/>
              </a:defRPr>
            </a:lvl8pPr>
            <a:lvl9pPr algn="ctr">
              <a:defRPr sz="1650" b="1">
                <a:solidFill>
                  <a:srgbClr val="162C45"/>
                </a:solidFill>
                <a:latin typeface="DejaVu Serif"/>
                <a:ea typeface="DejaVu Serif"/>
                <a:cs typeface="DejaVu Serif"/>
              </a:defRPr>
            </a:lvl9pPr>
          </a:lstStyle>
          <a:p xmlns:a="http://schemas.openxmlformats.org/drawingml/2006/main">
            <a:pPr algn="ctr">
              <a:defRPr sz="1650" b="1">
                <a:solidFill>
                  <a:srgbClr val="162C45"/>
                </a:solidFill>
                <a:latin typeface="DejaVu Serif"/>
                <a:ea typeface="DejaVu Serif"/>
                <a:cs typeface="DejaVu Serif"/>
              </a:defRPr>
            </a:pPr>
            <a:r>
              <a:rPr sz="1650" b="1">
                <a:solidFill>
                  <a:srgbClr val="162C45"/>
                </a:solidFill>
                <a:latin typeface="DejaVu Serif"/>
                <a:ea typeface="DejaVu Serif"/>
                <a:cs typeface="DejaVu Serif"/>
              </a:rPr>
              <a:t>Export</a:t>
            </a:r>
          </a:p>
        </p:txBody>
      </p:sp>
      <p:sp>
        <p:nvSpPr>
          <p:cNvPr id="42" name="text-202">
            <a:extLst xmlns:a="http://schemas.openxmlformats.org/drawingml/2006/main">
              <a:ext uri="{FF2B5EF4-FFF2-40B4-BE49-F238E27FC236}">
                <a16:creationId xmlns:a16="http://schemas.microsoft.com/office/drawing/2014/main" id="{AF2DB740-477B-48CB-8451-D1FBCC27F4BA}"/>
              </a:ext>
            </a:extLst>
          </p:cNvPr>
          <p:cNvSpPr>
            <a:spLocks xmlns:a="http://schemas.openxmlformats.org/drawingml/2006/main" noGrp="1"/>
          </p:cNvSpPr>
          <p:nvPr/>
        </p:nvSpPr>
        <p:spPr>
          <a:xfrm xmlns:a="http://schemas.openxmlformats.org/drawingml/2006/main">
            <a:off x="10067925" y="3914775"/>
            <a:ext cx="134302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425" b="0">
                <a:solidFill>
                  <a:srgbClr val="354A5F"/>
                </a:solidFill>
                <a:latin typeface="DejaVu Sans"/>
                <a:ea typeface="DejaVu Sans"/>
                <a:cs typeface="DejaVu Sans"/>
              </a:defRPr>
            </a:defPPr>
            <a:lvl1pPr algn="ctr">
              <a:defRPr sz="1425" b="0">
                <a:solidFill>
                  <a:srgbClr val="354A5F"/>
                </a:solidFill>
                <a:latin typeface="DejaVu Sans"/>
                <a:ea typeface="DejaVu Sans"/>
                <a:cs typeface="DejaVu Sans"/>
              </a:defRPr>
            </a:lvl1pPr>
            <a:lvl2pPr algn="ctr">
              <a:defRPr sz="1425" b="0">
                <a:solidFill>
                  <a:srgbClr val="354A5F"/>
                </a:solidFill>
                <a:latin typeface="DejaVu Sans"/>
                <a:ea typeface="DejaVu Sans"/>
                <a:cs typeface="DejaVu Sans"/>
              </a:defRPr>
            </a:lvl2pPr>
            <a:lvl3pPr algn="ctr">
              <a:defRPr sz="1425" b="0">
                <a:solidFill>
                  <a:srgbClr val="354A5F"/>
                </a:solidFill>
                <a:latin typeface="DejaVu Sans"/>
                <a:ea typeface="DejaVu Sans"/>
                <a:cs typeface="DejaVu Sans"/>
              </a:defRPr>
            </a:lvl3pPr>
            <a:lvl4pPr algn="ctr">
              <a:defRPr sz="1425" b="0">
                <a:solidFill>
                  <a:srgbClr val="354A5F"/>
                </a:solidFill>
                <a:latin typeface="DejaVu Sans"/>
                <a:ea typeface="DejaVu Sans"/>
                <a:cs typeface="DejaVu Sans"/>
              </a:defRPr>
            </a:lvl4pPr>
            <a:lvl5pPr algn="ctr">
              <a:defRPr sz="1425" b="0">
                <a:solidFill>
                  <a:srgbClr val="354A5F"/>
                </a:solidFill>
                <a:latin typeface="DejaVu Sans"/>
                <a:ea typeface="DejaVu Sans"/>
                <a:cs typeface="DejaVu Sans"/>
              </a:defRPr>
            </a:lvl5pPr>
            <a:lvl6pPr algn="ctr">
              <a:defRPr sz="1425" b="0">
                <a:solidFill>
                  <a:srgbClr val="354A5F"/>
                </a:solidFill>
                <a:latin typeface="DejaVu Sans"/>
                <a:ea typeface="DejaVu Sans"/>
                <a:cs typeface="DejaVu Sans"/>
              </a:defRPr>
            </a:lvl6pPr>
            <a:lvl7pPr algn="ctr">
              <a:defRPr sz="1425" b="0">
                <a:solidFill>
                  <a:srgbClr val="354A5F"/>
                </a:solidFill>
                <a:latin typeface="DejaVu Sans"/>
                <a:ea typeface="DejaVu Sans"/>
                <a:cs typeface="DejaVu Sans"/>
              </a:defRPr>
            </a:lvl7pPr>
            <a:lvl8pPr algn="ctr">
              <a:defRPr sz="1425" b="0">
                <a:solidFill>
                  <a:srgbClr val="354A5F"/>
                </a:solidFill>
                <a:latin typeface="DejaVu Sans"/>
                <a:ea typeface="DejaVu Sans"/>
                <a:cs typeface="DejaVu Sans"/>
              </a:defRPr>
            </a:lvl8pPr>
            <a:lvl9pPr algn="ctr">
              <a:defRPr sz="1425" b="0">
                <a:solidFill>
                  <a:srgbClr val="354A5F"/>
                </a:solidFill>
                <a:latin typeface="DejaVu Sans"/>
                <a:ea typeface="DejaVu Sans"/>
                <a:cs typeface="DejaVu Sans"/>
              </a:defRPr>
            </a:lvl9pPr>
          </a:lstStyle>
          <a:p xmlns:a="http://schemas.openxmlformats.org/drawingml/2006/main">
            <a:pPr algn="ctr">
              <a:defRPr sz="1425" b="0">
                <a:solidFill>
                  <a:srgbClr val="354A5F"/>
                </a:solidFill>
                <a:latin typeface="DejaVu Sans"/>
                <a:ea typeface="DejaVu Sans"/>
                <a:cs typeface="DejaVu Sans"/>
              </a:defRPr>
            </a:pPr>
            <a:r>
              <a:rPr sz="1425" b="0">
                <a:solidFill>
                  <a:srgbClr val="354A5F"/>
                </a:solidFill>
                <a:latin typeface="DejaVu Sans"/>
                <a:ea typeface="DejaVu Sans"/>
                <a:cs typeface="DejaVu Sans"/>
              </a:rPr>
              <a:t>Download CSV, JSON or SQL.</a:t>
            </a:r>
          </a:p>
        </p:txBody>
      </p:sp>
      <p:sp>
        <p:nvSpPr>
          <p:cNvPr id="48" name="panel-203">
            <a:extLst xmlns:a="http://schemas.openxmlformats.org/drawingml/2006/main">
              <a:ext uri="{FF2B5EF4-FFF2-40B4-BE49-F238E27FC236}">
                <a16:creationId xmlns:a16="http://schemas.microsoft.com/office/drawing/2014/main" id="{69A6A0D0-E92B-481B-9815-1D66C6325653}"/>
              </a:ext>
            </a:extLst>
          </p:cNvPr>
          <p:cNvSpPr>
            <a:spLocks xmlns:a="http://schemas.openxmlformats.org/drawingml/2006/main" noGrp="1"/>
          </p:cNvSpPr>
          <p:nvPr/>
        </p:nvSpPr>
        <p:spPr>
          <a:xfrm xmlns:a="http://schemas.openxmlformats.org/drawingml/2006/main">
            <a:off x="609600" y="5514975"/>
            <a:ext cx="10972800" cy="523875"/>
          </a:xfrm>
          <a:prstGeom xmlns:a="http://schemas.openxmlformats.org/drawingml/2006/main" prst="roundRect">
            <a:avLst>
              <a:gd name="adj" fmla="val 14545"/>
            </a:avLst>
          </a:prstGeom>
          <a:solidFill xmlns:a="http://schemas.openxmlformats.org/drawingml/2006/main">
            <a:srgbClr val="14253D"/>
          </a:solidFill>
          <a:ln xmlns:a="http://schemas.openxmlformats.org/drawingml/2006/main" w="0">
            <a:noFill/>
            <a:prstDash val="solid"/>
          </a:ln>
        </p:spPr>
      </p:sp>
      <p:sp>
        <p:nvSpPr>
          <p:cNvPr id="49" name="text-204">
            <a:extLst xmlns:a="http://schemas.openxmlformats.org/drawingml/2006/main">
              <a:ext uri="{FF2B5EF4-FFF2-40B4-BE49-F238E27FC236}">
                <a16:creationId xmlns:a16="http://schemas.microsoft.com/office/drawing/2014/main" id="{BC7F256B-90AF-4749-9F7F-63E8EB4A5927}"/>
              </a:ext>
            </a:extLst>
          </p:cNvPr>
          <p:cNvSpPr>
            <a:spLocks xmlns:a="http://schemas.openxmlformats.org/drawingml/2006/main" noGrp="1"/>
          </p:cNvSpPr>
          <p:nvPr/>
        </p:nvSpPr>
        <p:spPr>
          <a:xfrm xmlns:a="http://schemas.openxmlformats.org/drawingml/2006/main">
            <a:off x="828675" y="5648325"/>
            <a:ext cx="10534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FFFFFF"/>
                </a:solidFill>
                <a:latin typeface="DejaVu Sans"/>
                <a:ea typeface="DejaVu Sans"/>
                <a:cs typeface="DejaVu Sans"/>
              </a:defRPr>
            </a:defPPr>
            <a:lvl1pPr algn="l">
              <a:defRPr sz="1575" b="1">
                <a:solidFill>
                  <a:srgbClr val="FFFFFF"/>
                </a:solidFill>
                <a:latin typeface="DejaVu Sans"/>
                <a:ea typeface="DejaVu Sans"/>
                <a:cs typeface="DejaVu Sans"/>
              </a:defRPr>
            </a:lvl1pPr>
            <a:lvl2pPr algn="l">
              <a:defRPr sz="1575" b="1">
                <a:solidFill>
                  <a:srgbClr val="FFFFFF"/>
                </a:solidFill>
                <a:latin typeface="DejaVu Sans"/>
                <a:ea typeface="DejaVu Sans"/>
                <a:cs typeface="DejaVu Sans"/>
              </a:defRPr>
            </a:lvl2pPr>
            <a:lvl3pPr algn="l">
              <a:defRPr sz="1575" b="1">
                <a:solidFill>
                  <a:srgbClr val="FFFFFF"/>
                </a:solidFill>
                <a:latin typeface="DejaVu Sans"/>
                <a:ea typeface="DejaVu Sans"/>
                <a:cs typeface="DejaVu Sans"/>
              </a:defRPr>
            </a:lvl3pPr>
            <a:lvl4pPr algn="l">
              <a:defRPr sz="1575" b="1">
                <a:solidFill>
                  <a:srgbClr val="FFFFFF"/>
                </a:solidFill>
                <a:latin typeface="DejaVu Sans"/>
                <a:ea typeface="DejaVu Sans"/>
                <a:cs typeface="DejaVu Sans"/>
              </a:defRPr>
            </a:lvl4pPr>
            <a:lvl5pPr algn="l">
              <a:defRPr sz="1575" b="1">
                <a:solidFill>
                  <a:srgbClr val="FFFFFF"/>
                </a:solidFill>
                <a:latin typeface="DejaVu Sans"/>
                <a:ea typeface="DejaVu Sans"/>
                <a:cs typeface="DejaVu Sans"/>
              </a:defRPr>
            </a:lvl5pPr>
            <a:lvl6pPr algn="l">
              <a:defRPr sz="1575" b="1">
                <a:solidFill>
                  <a:srgbClr val="FFFFFF"/>
                </a:solidFill>
                <a:latin typeface="DejaVu Sans"/>
                <a:ea typeface="DejaVu Sans"/>
                <a:cs typeface="DejaVu Sans"/>
              </a:defRPr>
            </a:lvl6pPr>
            <a:lvl7pPr algn="l">
              <a:defRPr sz="1575" b="1">
                <a:solidFill>
                  <a:srgbClr val="FFFFFF"/>
                </a:solidFill>
                <a:latin typeface="DejaVu Sans"/>
                <a:ea typeface="DejaVu Sans"/>
                <a:cs typeface="DejaVu Sans"/>
              </a:defRPr>
            </a:lvl7pPr>
            <a:lvl8pPr algn="l">
              <a:defRPr sz="1575" b="1">
                <a:solidFill>
                  <a:srgbClr val="FFFFFF"/>
                </a:solidFill>
                <a:latin typeface="DejaVu Sans"/>
                <a:ea typeface="DejaVu Sans"/>
                <a:cs typeface="DejaVu Sans"/>
              </a:defRPr>
            </a:lvl8pPr>
            <a:lvl9pPr algn="l">
              <a:defRPr sz="1575" b="1">
                <a:solidFill>
                  <a:srgbClr val="FFFFFF"/>
                </a:solidFill>
                <a:latin typeface="DejaVu Sans"/>
                <a:ea typeface="DejaVu Sans"/>
                <a:cs typeface="DejaVu Sans"/>
              </a:defRPr>
            </a:lvl9pPr>
          </a:lstStyle>
          <a:p xmlns:a="http://schemas.openxmlformats.org/drawingml/2006/main">
            <a:pPr algn="l">
              <a:defRPr sz="1575" b="1">
                <a:solidFill>
                  <a:srgbClr val="FFFFFF"/>
                </a:solidFill>
                <a:latin typeface="DejaVu Sans"/>
                <a:ea typeface="DejaVu Sans"/>
                <a:cs typeface="DejaVu Sans"/>
              </a:defRPr>
            </a:pPr>
            <a:r>
              <a:rPr sz="1575" b="1">
                <a:solidFill>
                  <a:srgbClr val="FFFFFF"/>
                </a:solidFill>
                <a:latin typeface="DejaVu Sans"/>
                <a:ea typeface="DejaVu Sans"/>
                <a:cs typeface="DejaVu Sans"/>
              </a:rPr>
              <a:t>The reviewer chooses which recommendations to keep before exporting them.</a:t>
            </a:r>
          </a:p>
        </p:txBody>
      </p:sp>
    </p:spTree>
    <p:extLst>
      <p:ext uri="{BB962C8B-B14F-4D97-AF65-F5344CB8AC3E}">
        <p14:creationId xmlns:p14="http://schemas.microsoft.com/office/powerpoint/2010/main" val="49736672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5" name="">
            <a:extLst xmlns:a="http://schemas.openxmlformats.org/drawingml/2006/main">
              <a:ext uri="{FF2B5EF4-FFF2-40B4-BE49-F238E27FC236}">
                <a16:creationId xmlns:a16="http://schemas.microsoft.com/office/drawing/2014/main" id="{4CB995DB-44C7-46FE-8073-67FE2559C734}"/>
              </a:ext>
            </a:extLst>
          </p:cNvPr>
          <p:cNvCxnSpPr>
            <a:stCxn xmlns:a="http://schemas.openxmlformats.org/drawingml/2006/main" id="15" idx="2"/>
            <a:endCxn xmlns:a="http://schemas.openxmlformats.org/drawingml/2006/main" id="23" idx="0"/>
          </p:cNvCxnSpPr>
          <p:nvPr/>
        </p:nvCxnSpPr>
        <p:spPr>
          <a:xfrm xmlns:a="http://schemas.openxmlformats.org/drawingml/2006/main">
            <a:off x="5905500" y="3581400"/>
            <a:ext cx="1119188" cy="495300"/>
          </a:xfrm>
          <a:prstGeom xmlns:a="http://schemas.openxmlformats.org/drawingml/2006/main" prst="bentConnector4">
            <a:avLst>
              <a:gd name="adj1" fmla="val 0"/>
              <a:gd name="adj2" fmla="val 50000"/>
            </a:avLst>
          </a:prstGeom>
          <a:ln xmlns:a="http://schemas.openxmlformats.org/drawingml/2006/main" w="20955">
            <a:solidFill>
              <a:srgbClr val="247E91"/>
            </a:solidFill>
            <a:prstDash val="solid"/>
            <a:tailEnd type="triangle" w="sm" len="sm"/>
          </a:ln>
        </p:spPr>
      </p:cxnSp>
      <p:cxnSp>
        <p:nvCxnSpPr>
          <p:cNvPr id="34" name="">
            <a:extLst xmlns:a="http://schemas.openxmlformats.org/drawingml/2006/main">
              <a:ext uri="{FF2B5EF4-FFF2-40B4-BE49-F238E27FC236}">
                <a16:creationId xmlns:a16="http://schemas.microsoft.com/office/drawing/2014/main" id="{7307B844-F687-4F67-B0BB-8F437EB7FC2D}"/>
              </a:ext>
            </a:extLst>
          </p:cNvPr>
          <p:cNvCxnSpPr>
            <a:stCxn xmlns:a="http://schemas.openxmlformats.org/drawingml/2006/main" id="15" idx="2"/>
            <a:endCxn xmlns:a="http://schemas.openxmlformats.org/drawingml/2006/main" id="20" idx="0"/>
          </p:cNvCxnSpPr>
          <p:nvPr/>
        </p:nvCxnSpPr>
        <p:spPr>
          <a:xfrm xmlns:a="http://schemas.openxmlformats.org/drawingml/2006/main" flipH="1">
            <a:off x="4786313" y="3581400"/>
            <a:ext cx="1119188" cy="495300"/>
          </a:xfrm>
          <a:prstGeom xmlns:a="http://schemas.openxmlformats.org/drawingml/2006/main" prst="bentConnector4">
            <a:avLst>
              <a:gd name="adj1" fmla="val 0"/>
              <a:gd name="adj2" fmla="val 50000"/>
            </a:avLst>
          </a:prstGeom>
          <a:ln xmlns:a="http://schemas.openxmlformats.org/drawingml/2006/main" w="20955">
            <a:solidFill>
              <a:srgbClr val="65578C"/>
            </a:solidFill>
            <a:prstDash val="solid"/>
            <a:tailEnd type="triangle" w="sm" len="sm"/>
          </a:ln>
        </p:spPr>
      </p:cxnSp>
      <p:cxnSp>
        <p:nvCxnSpPr>
          <p:cNvPr id="33" name="">
            <a:extLst xmlns:a="http://schemas.openxmlformats.org/drawingml/2006/main">
              <a:ext uri="{FF2B5EF4-FFF2-40B4-BE49-F238E27FC236}">
                <a16:creationId xmlns:a16="http://schemas.microsoft.com/office/drawing/2014/main" id="{3EFE309C-2525-4B41-9203-B1546BFC9E95}"/>
              </a:ext>
            </a:extLst>
          </p:cNvPr>
          <p:cNvCxnSpPr>
            <a:stCxn xmlns:a="http://schemas.openxmlformats.org/drawingml/2006/main" id="26" idx="1"/>
            <a:endCxn xmlns:a="http://schemas.openxmlformats.org/drawingml/2006/main" id="15" idx="3"/>
          </p:cNvCxnSpPr>
          <p:nvPr/>
        </p:nvCxnSpPr>
        <p:spPr>
          <a:xfrm xmlns:a="http://schemas.openxmlformats.org/drawingml/2006/main" flipH="1" flipV="1">
            <a:off x="8001000" y="2795588"/>
            <a:ext cx="790575" cy="833438"/>
          </a:xfrm>
          <a:prstGeom xmlns:a="http://schemas.openxmlformats.org/drawingml/2006/main" prst="bentConnector3">
            <a:avLst>
              <a:gd name="adj1" fmla="val 50000"/>
            </a:avLst>
          </a:prstGeom>
          <a:ln xmlns:a="http://schemas.openxmlformats.org/drawingml/2006/main" w="20955">
            <a:solidFill>
              <a:srgbClr val="247E91"/>
            </a:solidFill>
            <a:prstDash val="solid"/>
            <a:tailEnd type="triangle" w="sm" len="sm"/>
          </a:ln>
        </p:spPr>
      </p:cxnSp>
      <p:cxnSp>
        <p:nvCxnSpPr>
          <p:cNvPr id="32" name="">
            <a:extLst xmlns:a="http://schemas.openxmlformats.org/drawingml/2006/main">
              <a:ext uri="{FF2B5EF4-FFF2-40B4-BE49-F238E27FC236}">
                <a16:creationId xmlns:a16="http://schemas.microsoft.com/office/drawing/2014/main" id="{31A9F1E0-ADAB-4777-935A-305215580FDB}"/>
              </a:ext>
            </a:extLst>
          </p:cNvPr>
          <p:cNvCxnSpPr>
            <a:stCxn xmlns:a="http://schemas.openxmlformats.org/drawingml/2006/main" id="7" idx="3"/>
            <a:endCxn xmlns:a="http://schemas.openxmlformats.org/drawingml/2006/main" id="15" idx="1"/>
          </p:cNvCxnSpPr>
          <p:nvPr/>
        </p:nvCxnSpPr>
        <p:spPr>
          <a:xfrm xmlns:a="http://schemas.openxmlformats.org/drawingml/2006/main" flipV="1">
            <a:off x="3276600" y="2795588"/>
            <a:ext cx="533400" cy="833438"/>
          </a:xfrm>
          <a:prstGeom xmlns:a="http://schemas.openxmlformats.org/drawingml/2006/main" prst="bentConnector3">
            <a:avLst>
              <a:gd name="adj1" fmla="val 50000"/>
            </a:avLst>
          </a:prstGeom>
          <a:ln xmlns:a="http://schemas.openxmlformats.org/drawingml/2006/main" w="20955">
            <a:solidFill>
              <a:srgbClr val="247E91"/>
            </a:solidFill>
            <a:prstDash val="solid"/>
            <a:tailEnd type="triangle" w="sm" len="sm"/>
          </a:ln>
        </p:spPr>
      </p:cxnSp>
      <p:sp>
        <p:nvSpPr>
          <p:cNvPr id="38" name="text-205">
            <a:extLst xmlns:a="http://schemas.openxmlformats.org/drawingml/2006/main">
              <a:ext uri="{FF2B5EF4-FFF2-40B4-BE49-F238E27FC236}">
                <a16:creationId xmlns:a16="http://schemas.microsoft.com/office/drawing/2014/main" id="{06339764-08F5-4E92-9D59-C3D3B054A8B8}"/>
              </a:ext>
            </a:extLst>
          </p:cNvPr>
          <p:cNvSpPr>
            <a:spLocks xmlns:a="http://schemas.openxmlformats.org/drawingml/2006/main" noGrp="1"/>
          </p:cNvSpPr>
          <p:nvPr/>
        </p:nvSpPr>
        <p:spPr>
          <a:xfrm xmlns:a="http://schemas.openxmlformats.org/drawingml/2006/main">
            <a:off x="609600" y="428625"/>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247E91"/>
                </a:solidFill>
                <a:latin typeface="DejaVu Sans"/>
                <a:ea typeface="DejaVu Sans"/>
                <a:cs typeface="DejaVu Sans"/>
              </a:defRPr>
            </a:defPPr>
            <a:lvl1pPr algn="l">
              <a:defRPr sz="1125" b="1">
                <a:solidFill>
                  <a:srgbClr val="247E91"/>
                </a:solidFill>
                <a:latin typeface="DejaVu Sans"/>
                <a:ea typeface="DejaVu Sans"/>
                <a:cs typeface="DejaVu Sans"/>
              </a:defRPr>
            </a:lvl1pPr>
            <a:lvl2pPr algn="l">
              <a:defRPr sz="1125" b="1">
                <a:solidFill>
                  <a:srgbClr val="247E91"/>
                </a:solidFill>
                <a:latin typeface="DejaVu Sans"/>
                <a:ea typeface="DejaVu Sans"/>
                <a:cs typeface="DejaVu Sans"/>
              </a:defRPr>
            </a:lvl2pPr>
            <a:lvl3pPr algn="l">
              <a:defRPr sz="1125" b="1">
                <a:solidFill>
                  <a:srgbClr val="247E91"/>
                </a:solidFill>
                <a:latin typeface="DejaVu Sans"/>
                <a:ea typeface="DejaVu Sans"/>
                <a:cs typeface="DejaVu Sans"/>
              </a:defRPr>
            </a:lvl3pPr>
            <a:lvl4pPr algn="l">
              <a:defRPr sz="1125" b="1">
                <a:solidFill>
                  <a:srgbClr val="247E91"/>
                </a:solidFill>
                <a:latin typeface="DejaVu Sans"/>
                <a:ea typeface="DejaVu Sans"/>
                <a:cs typeface="DejaVu Sans"/>
              </a:defRPr>
            </a:lvl4pPr>
            <a:lvl5pPr algn="l">
              <a:defRPr sz="1125" b="1">
                <a:solidFill>
                  <a:srgbClr val="247E91"/>
                </a:solidFill>
                <a:latin typeface="DejaVu Sans"/>
                <a:ea typeface="DejaVu Sans"/>
                <a:cs typeface="DejaVu Sans"/>
              </a:defRPr>
            </a:lvl5pPr>
            <a:lvl6pPr algn="l">
              <a:defRPr sz="1125" b="1">
                <a:solidFill>
                  <a:srgbClr val="247E91"/>
                </a:solidFill>
                <a:latin typeface="DejaVu Sans"/>
                <a:ea typeface="DejaVu Sans"/>
                <a:cs typeface="DejaVu Sans"/>
              </a:defRPr>
            </a:lvl6pPr>
            <a:lvl7pPr algn="l">
              <a:defRPr sz="1125" b="1">
                <a:solidFill>
                  <a:srgbClr val="247E91"/>
                </a:solidFill>
                <a:latin typeface="DejaVu Sans"/>
                <a:ea typeface="DejaVu Sans"/>
                <a:cs typeface="DejaVu Sans"/>
              </a:defRPr>
            </a:lvl7pPr>
            <a:lvl8pPr algn="l">
              <a:defRPr sz="1125" b="1">
                <a:solidFill>
                  <a:srgbClr val="247E91"/>
                </a:solidFill>
                <a:latin typeface="DejaVu Sans"/>
                <a:ea typeface="DejaVu Sans"/>
                <a:cs typeface="DejaVu Sans"/>
              </a:defRPr>
            </a:lvl8pPr>
            <a:lvl9pPr algn="l">
              <a:defRPr sz="1125" b="1">
                <a:solidFill>
                  <a:srgbClr val="247E91"/>
                </a:solidFill>
                <a:latin typeface="DejaVu Sans"/>
                <a:ea typeface="DejaVu Sans"/>
                <a:cs typeface="DejaVu Sans"/>
              </a:defRPr>
            </a:lvl9pPr>
          </a:lstStyle>
          <a:p xmlns:a="http://schemas.openxmlformats.org/drawingml/2006/main">
            <a:pPr algn="l">
              <a:defRPr sz="1125" b="1">
                <a:solidFill>
                  <a:srgbClr val="247E91"/>
                </a:solidFill>
                <a:latin typeface="DejaVu Sans"/>
                <a:ea typeface="DejaVu Sans"/>
                <a:cs typeface="DejaVu Sans"/>
              </a:defRPr>
            </a:pPr>
            <a:r>
              <a:rPr sz="1125" b="1">
                <a:solidFill>
                  <a:srgbClr val="247E91"/>
                </a:solidFill>
                <a:latin typeface="DejaVu Sans"/>
                <a:ea typeface="DejaVu Sans"/>
                <a:cs typeface="DejaVu Sans"/>
              </a:rPr>
              <a:t>LOGICAL ARCHITECTURE</a:t>
            </a:r>
          </a:p>
        </p:txBody>
      </p:sp>
      <p:sp>
        <p:nvSpPr>
          <p:cNvPr id="2" name="text-206">
            <a:extLst xmlns:a="http://schemas.openxmlformats.org/drawingml/2006/main">
              <a:ext uri="{FF2B5EF4-FFF2-40B4-BE49-F238E27FC236}">
                <a16:creationId xmlns:a16="http://schemas.microsoft.com/office/drawing/2014/main" id="{DD4FB796-0436-4C45-8A7D-F21DDBD7C160}"/>
              </a:ext>
            </a:extLst>
          </p:cNvPr>
          <p:cNvSpPr>
            <a:spLocks xmlns:a="http://schemas.openxmlformats.org/drawingml/2006/main" noGrp="1"/>
          </p:cNvSpPr>
          <p:nvPr/>
        </p:nvSpPr>
        <p:spPr>
          <a:xfrm xmlns:a="http://schemas.openxmlformats.org/drawingml/2006/main">
            <a:off x="609600" y="828675"/>
            <a:ext cx="109728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162C45"/>
                </a:solidFill>
                <a:latin typeface="DejaVu Serif"/>
                <a:ea typeface="DejaVu Serif"/>
                <a:cs typeface="DejaVu Serif"/>
              </a:defRPr>
            </a:defPPr>
            <a:lvl1pPr algn="l">
              <a:defRPr sz="2775" b="1">
                <a:solidFill>
                  <a:srgbClr val="162C45"/>
                </a:solidFill>
                <a:latin typeface="DejaVu Serif"/>
                <a:ea typeface="DejaVu Serif"/>
                <a:cs typeface="DejaVu Serif"/>
              </a:defRPr>
            </a:lvl1pPr>
            <a:lvl2pPr algn="l">
              <a:defRPr sz="2775" b="1">
                <a:solidFill>
                  <a:srgbClr val="162C45"/>
                </a:solidFill>
                <a:latin typeface="DejaVu Serif"/>
                <a:ea typeface="DejaVu Serif"/>
                <a:cs typeface="DejaVu Serif"/>
              </a:defRPr>
            </a:lvl2pPr>
            <a:lvl3pPr algn="l">
              <a:defRPr sz="2775" b="1">
                <a:solidFill>
                  <a:srgbClr val="162C45"/>
                </a:solidFill>
                <a:latin typeface="DejaVu Serif"/>
                <a:ea typeface="DejaVu Serif"/>
                <a:cs typeface="DejaVu Serif"/>
              </a:defRPr>
            </a:lvl3pPr>
            <a:lvl4pPr algn="l">
              <a:defRPr sz="2775" b="1">
                <a:solidFill>
                  <a:srgbClr val="162C45"/>
                </a:solidFill>
                <a:latin typeface="DejaVu Serif"/>
                <a:ea typeface="DejaVu Serif"/>
                <a:cs typeface="DejaVu Serif"/>
              </a:defRPr>
            </a:lvl4pPr>
            <a:lvl5pPr algn="l">
              <a:defRPr sz="2775" b="1">
                <a:solidFill>
                  <a:srgbClr val="162C45"/>
                </a:solidFill>
                <a:latin typeface="DejaVu Serif"/>
                <a:ea typeface="DejaVu Serif"/>
                <a:cs typeface="DejaVu Serif"/>
              </a:defRPr>
            </a:lvl5pPr>
            <a:lvl6pPr algn="l">
              <a:defRPr sz="2775" b="1">
                <a:solidFill>
                  <a:srgbClr val="162C45"/>
                </a:solidFill>
                <a:latin typeface="DejaVu Serif"/>
                <a:ea typeface="DejaVu Serif"/>
                <a:cs typeface="DejaVu Serif"/>
              </a:defRPr>
            </a:lvl6pPr>
            <a:lvl7pPr algn="l">
              <a:defRPr sz="2775" b="1">
                <a:solidFill>
                  <a:srgbClr val="162C45"/>
                </a:solidFill>
                <a:latin typeface="DejaVu Serif"/>
                <a:ea typeface="DejaVu Serif"/>
                <a:cs typeface="DejaVu Serif"/>
              </a:defRPr>
            </a:lvl7pPr>
            <a:lvl8pPr algn="l">
              <a:defRPr sz="2775" b="1">
                <a:solidFill>
                  <a:srgbClr val="162C45"/>
                </a:solidFill>
                <a:latin typeface="DejaVu Serif"/>
                <a:ea typeface="DejaVu Serif"/>
                <a:cs typeface="DejaVu Serif"/>
              </a:defRPr>
            </a:lvl8pPr>
            <a:lvl9pPr algn="l">
              <a:defRPr sz="2775" b="1">
                <a:solidFill>
                  <a:srgbClr val="162C45"/>
                </a:solidFill>
                <a:latin typeface="DejaVu Serif"/>
                <a:ea typeface="DejaVu Serif"/>
                <a:cs typeface="DejaVu Serif"/>
              </a:defRPr>
            </a:lvl9pPr>
          </a:lstStyle>
          <a:p xmlns:a="http://schemas.openxmlformats.org/drawingml/2006/main">
            <a:pPr algn="l">
              <a:defRPr sz="2775" b="1">
                <a:solidFill>
                  <a:srgbClr val="162C45"/>
                </a:solidFill>
                <a:latin typeface="DejaVu Serif"/>
                <a:ea typeface="DejaVu Serif"/>
                <a:cs typeface="DejaVu Serif"/>
              </a:defRPr>
            </a:pPr>
            <a:r>
              <a:rPr sz="2775" b="1">
                <a:solidFill>
                  <a:srgbClr val="162C45"/>
                </a:solidFill>
                <a:latin typeface="DejaVu Serif"/>
                <a:ea typeface="DejaVu Serif"/>
                <a:cs typeface="DejaVu Serif"/>
              </a:rPr>
              <a:t>Application Components and Data Flow</a:t>
            </a:r>
          </a:p>
        </p:txBody>
      </p:sp>
      <p:pic>
        <p:nvPicPr>
          <p:cNvPr id="3" name="">
            <a:extLst xmlns:a="http://schemas.openxmlformats.org/drawingml/2006/main">
              <a:ext uri="{FF2B5EF4-FFF2-40B4-BE49-F238E27FC236}">
                <a16:creationId xmlns:a16="http://schemas.microsoft.com/office/drawing/2014/main" id="{29D21FD7-F1D7-4B35-8C04-A8AFB926B4CF}"/>
              </a:ext>
            </a:extLst>
          </p:cNvPr>
          <p:cNvPicPr>
            <a:picLocks xmlns:a="http://schemas.openxmlformats.org/drawingml/2006/main" noChangeAspect="1"/>
          </p:cNvPicPr>
          <p:nvPr/>
        </p:nvPicPr>
        <p:blipFill>
          <a:blip xmlns:r="http://schemas.openxmlformats.org/officeDocument/2006/relationships" xmlns:a="http://schemas.openxmlformats.org/drawingml/2006/main" r:embed="Rbba99dc69735473e"/>
          <a:stretch xmlns:a="http://schemas.openxmlformats.org/drawingml/2006/main"/>
        </p:blipFill>
        <p:spPr>
          <a:xfrm xmlns:a="http://schemas.openxmlformats.org/drawingml/2006/main">
            <a:off x="740111" y="6210300"/>
            <a:ext cx="1339177" cy="419100"/>
          </a:xfrm>
          <a:prstGeom xmlns:a="http://schemas.openxmlformats.org/drawingml/2006/main" prst="rect">
            <a:avLst/>
          </a:prstGeom>
        </p:spPr>
      </p:pic>
      <p:sp>
        <p:nvSpPr>
          <p:cNvPr id="4" name="panel-208">
            <a:extLst xmlns:a="http://schemas.openxmlformats.org/drawingml/2006/main">
              <a:ext uri="{FF2B5EF4-FFF2-40B4-BE49-F238E27FC236}">
                <a16:creationId xmlns:a16="http://schemas.microsoft.com/office/drawing/2014/main" id="{3259711B-8BBD-4A7D-B520-35B7964F88F8}"/>
              </a:ext>
            </a:extLst>
          </p:cNvPr>
          <p:cNvSpPr>
            <a:spLocks xmlns:a="http://schemas.openxmlformats.org/drawingml/2006/main" noGrp="1"/>
          </p:cNvSpPr>
          <p:nvPr/>
        </p:nvSpPr>
        <p:spPr>
          <a:xfrm xmlns:a="http://schemas.openxmlformats.org/drawingml/2006/main">
            <a:off x="11010900" y="6105525"/>
            <a:ext cx="571500" cy="571500"/>
          </a:xfrm>
          <a:prstGeom xmlns:a="http://schemas.openxmlformats.org/drawingml/2006/main" prst="rect">
            <a:avLst/>
          </a:prstGeom>
          <a:solidFill xmlns:a="http://schemas.openxmlformats.org/drawingml/2006/main">
            <a:srgbClr val="14253D"/>
          </a:solidFill>
          <a:ln xmlns:a="http://schemas.openxmlformats.org/drawingml/2006/main" w="0">
            <a:noFill/>
            <a:prstDash val="solid"/>
          </a:ln>
        </p:spPr>
      </p:sp>
      <p:pic>
        <p:nvPicPr>
          <p:cNvPr id="5" name="">
            <a:extLst xmlns:a="http://schemas.openxmlformats.org/drawingml/2006/main">
              <a:ext uri="{FF2B5EF4-FFF2-40B4-BE49-F238E27FC236}">
                <a16:creationId xmlns:a16="http://schemas.microsoft.com/office/drawing/2014/main" id="{D6254250-733D-41DF-A26F-706C5BCC8F29}"/>
              </a:ext>
            </a:extLst>
          </p:cNvPr>
          <p:cNvPicPr>
            <a:picLocks xmlns:a="http://schemas.openxmlformats.org/drawingml/2006/main" noChangeAspect="1"/>
          </p:cNvPicPr>
          <p:nvPr/>
        </p:nvPicPr>
        <p:blipFill>
          <a:blip xmlns:r="http://schemas.openxmlformats.org/officeDocument/2006/relationships" xmlns:a="http://schemas.openxmlformats.org/drawingml/2006/main" r:embed="R8ec1c42bd1024d68">
            <a:extLst>
              <a:ext uri="{96DAC541-7B7A-43D3-8B79-37D633B846F1}">
                <asvg:svgBlip xmlns:asvg="http://schemas.microsoft.com/office/drawing/2016/SVG/main" r:embed="R031fe354ec254da8"/>
              </a:ext>
            </a:extLst>
          </a:blip>
          <a:stretch xmlns:a="http://schemas.openxmlformats.org/drawingml/2006/main"/>
        </p:blipFill>
        <p:spPr>
          <a:xfrm xmlns:a="http://schemas.openxmlformats.org/drawingml/2006/main">
            <a:off x="11087100" y="6181725"/>
            <a:ext cx="419100" cy="409575"/>
          </a:xfrm>
          <a:prstGeom xmlns:a="http://schemas.openxmlformats.org/drawingml/2006/main" prst="rect">
            <a:avLst/>
          </a:prstGeom>
        </p:spPr>
      </p:pic>
      <p:sp>
        <p:nvSpPr>
          <p:cNvPr id="6" name="text-210">
            <a:extLst xmlns:a="http://schemas.openxmlformats.org/drawingml/2006/main">
              <a:ext uri="{FF2B5EF4-FFF2-40B4-BE49-F238E27FC236}">
                <a16:creationId xmlns:a16="http://schemas.microsoft.com/office/drawing/2014/main" id="{4119EF38-7ADE-4D9E-AF53-98326048752B}"/>
              </a:ext>
            </a:extLst>
          </p:cNvPr>
          <p:cNvSpPr>
            <a:spLocks xmlns:a="http://schemas.openxmlformats.org/drawingml/2006/main" noGrp="1"/>
          </p:cNvSpPr>
          <p:nvPr/>
        </p:nvSpPr>
        <p:spPr>
          <a:xfrm xmlns:a="http://schemas.openxmlformats.org/drawingml/2006/main">
            <a:off x="5810250" y="6353175"/>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75" b="0">
                <a:solidFill>
                  <a:srgbClr val="5E7285"/>
                </a:solidFill>
                <a:latin typeface="DejaVu Sans"/>
                <a:ea typeface="DejaVu Sans"/>
                <a:cs typeface="DejaVu Sans"/>
              </a:defRPr>
            </a:defPPr>
            <a:lvl1pPr algn="ctr">
              <a:defRPr sz="975" b="0">
                <a:solidFill>
                  <a:srgbClr val="5E7285"/>
                </a:solidFill>
                <a:latin typeface="DejaVu Sans"/>
                <a:ea typeface="DejaVu Sans"/>
                <a:cs typeface="DejaVu Sans"/>
              </a:defRPr>
            </a:lvl1pPr>
            <a:lvl2pPr algn="ctr">
              <a:defRPr sz="975" b="0">
                <a:solidFill>
                  <a:srgbClr val="5E7285"/>
                </a:solidFill>
                <a:latin typeface="DejaVu Sans"/>
                <a:ea typeface="DejaVu Sans"/>
                <a:cs typeface="DejaVu Sans"/>
              </a:defRPr>
            </a:lvl2pPr>
            <a:lvl3pPr algn="ctr">
              <a:defRPr sz="975" b="0">
                <a:solidFill>
                  <a:srgbClr val="5E7285"/>
                </a:solidFill>
                <a:latin typeface="DejaVu Sans"/>
                <a:ea typeface="DejaVu Sans"/>
                <a:cs typeface="DejaVu Sans"/>
              </a:defRPr>
            </a:lvl3pPr>
            <a:lvl4pPr algn="ctr">
              <a:defRPr sz="975" b="0">
                <a:solidFill>
                  <a:srgbClr val="5E7285"/>
                </a:solidFill>
                <a:latin typeface="DejaVu Sans"/>
                <a:ea typeface="DejaVu Sans"/>
                <a:cs typeface="DejaVu Sans"/>
              </a:defRPr>
            </a:lvl4pPr>
            <a:lvl5pPr algn="ctr">
              <a:defRPr sz="975" b="0">
                <a:solidFill>
                  <a:srgbClr val="5E7285"/>
                </a:solidFill>
                <a:latin typeface="DejaVu Sans"/>
                <a:ea typeface="DejaVu Sans"/>
                <a:cs typeface="DejaVu Sans"/>
              </a:defRPr>
            </a:lvl5pPr>
            <a:lvl6pPr algn="ctr">
              <a:defRPr sz="975" b="0">
                <a:solidFill>
                  <a:srgbClr val="5E7285"/>
                </a:solidFill>
                <a:latin typeface="DejaVu Sans"/>
                <a:ea typeface="DejaVu Sans"/>
                <a:cs typeface="DejaVu Sans"/>
              </a:defRPr>
            </a:lvl6pPr>
            <a:lvl7pPr algn="ctr">
              <a:defRPr sz="975" b="0">
                <a:solidFill>
                  <a:srgbClr val="5E7285"/>
                </a:solidFill>
                <a:latin typeface="DejaVu Sans"/>
                <a:ea typeface="DejaVu Sans"/>
                <a:cs typeface="DejaVu Sans"/>
              </a:defRPr>
            </a:lvl7pPr>
            <a:lvl8pPr algn="ctr">
              <a:defRPr sz="975" b="0">
                <a:solidFill>
                  <a:srgbClr val="5E7285"/>
                </a:solidFill>
                <a:latin typeface="DejaVu Sans"/>
                <a:ea typeface="DejaVu Sans"/>
                <a:cs typeface="DejaVu Sans"/>
              </a:defRPr>
            </a:lvl8pPr>
            <a:lvl9pPr algn="ctr">
              <a:defRPr sz="975" b="0">
                <a:solidFill>
                  <a:srgbClr val="5E7285"/>
                </a:solidFill>
                <a:latin typeface="DejaVu Sans"/>
                <a:ea typeface="DejaVu Sans"/>
                <a:cs typeface="DejaVu Sans"/>
              </a:defRPr>
            </a:lvl9pPr>
          </a:lstStyle>
          <a:p xmlns:a="http://schemas.openxmlformats.org/drawingml/2006/main">
            <a:pPr algn="ctr">
              <a:defRPr sz="975" b="0">
                <a:solidFill>
                  <a:srgbClr val="5E7285"/>
                </a:solidFill>
                <a:latin typeface="DejaVu Sans"/>
                <a:ea typeface="DejaVu Sans"/>
                <a:cs typeface="DejaVu Sans"/>
              </a:defRPr>
            </a:pPr>
            <a:r>
              <a:rPr sz="975" b="0">
                <a:solidFill>
                  <a:srgbClr val="5E7285"/>
                </a:solidFill>
                <a:latin typeface="DejaVu Sans"/>
                <a:ea typeface="DejaVu Sans"/>
                <a:cs typeface="DejaVu Sans"/>
              </a:rPr>
              <a:t>08</a:t>
            </a:r>
          </a:p>
        </p:txBody>
      </p:sp>
      <p:sp>
        <p:nvSpPr>
          <p:cNvPr id="7" name="panel-211">
            <a:extLst xmlns:a="http://schemas.openxmlformats.org/drawingml/2006/main">
              <a:ext uri="{FF2B5EF4-FFF2-40B4-BE49-F238E27FC236}">
                <a16:creationId xmlns:a16="http://schemas.microsoft.com/office/drawing/2014/main" id="{A8BE35CD-B951-4063-8E44-4F3D39CFCDB6}"/>
              </a:ext>
            </a:extLst>
          </p:cNvPr>
          <p:cNvSpPr>
            <a:spLocks xmlns:a="http://schemas.openxmlformats.org/drawingml/2006/main" noGrp="1"/>
          </p:cNvSpPr>
          <p:nvPr/>
        </p:nvSpPr>
        <p:spPr>
          <a:xfrm xmlns:a="http://schemas.openxmlformats.org/drawingml/2006/main">
            <a:off x="609600" y="2009775"/>
            <a:ext cx="2667000" cy="3238500"/>
          </a:xfrm>
          <a:prstGeom xmlns:a="http://schemas.openxmlformats.org/drawingml/2006/main" prst="roundRect">
            <a:avLst>
              <a:gd name="adj" fmla="val 5000"/>
            </a:avLst>
          </a:prstGeom>
          <a:solidFill xmlns:a="http://schemas.openxmlformats.org/drawingml/2006/main">
            <a:srgbClr val="F2F7FA"/>
          </a:solidFill>
          <a:ln xmlns:a="http://schemas.openxmlformats.org/drawingml/2006/main" w="9525">
            <a:solidFill>
              <a:srgbClr val="D9E5EC"/>
            </a:solidFill>
            <a:prstDash val="solid"/>
          </a:ln>
        </p:spPr>
      </p:sp>
      <p:sp>
        <p:nvSpPr>
          <p:cNvPr id="8" name="panel-212">
            <a:extLst xmlns:a="http://schemas.openxmlformats.org/drawingml/2006/main">
              <a:ext uri="{FF2B5EF4-FFF2-40B4-BE49-F238E27FC236}">
                <a16:creationId xmlns:a16="http://schemas.microsoft.com/office/drawing/2014/main" id="{067684DC-4DC6-4033-92A1-C1BFC65573C5}"/>
              </a:ext>
            </a:extLst>
          </p:cNvPr>
          <p:cNvSpPr>
            <a:spLocks xmlns:a="http://schemas.openxmlformats.org/drawingml/2006/main" noGrp="1"/>
          </p:cNvSpPr>
          <p:nvPr/>
        </p:nvSpPr>
        <p:spPr>
          <a:xfrm xmlns:a="http://schemas.openxmlformats.org/drawingml/2006/main">
            <a:off x="838200" y="2247900"/>
            <a:ext cx="533400" cy="533400"/>
          </a:xfrm>
          <a:prstGeom xmlns:a="http://schemas.openxmlformats.org/drawingml/2006/main" prst="roundRect">
            <a:avLst>
              <a:gd name="adj" fmla="val 50000"/>
            </a:avLst>
          </a:prstGeom>
          <a:solidFill xmlns:a="http://schemas.openxmlformats.org/drawingml/2006/main">
            <a:srgbClr val="247E91"/>
          </a:solidFill>
          <a:ln xmlns:a="http://schemas.openxmlformats.org/drawingml/2006/main" w="0">
            <a:noFill/>
            <a:prstDash val="solid"/>
          </a:ln>
        </p:spPr>
      </p:sp>
      <p:pic>
        <p:nvPicPr>
          <p:cNvPr id="9" name="">
            <a:extLst xmlns:a="http://schemas.openxmlformats.org/drawingml/2006/main">
              <a:ext uri="{FF2B5EF4-FFF2-40B4-BE49-F238E27FC236}">
                <a16:creationId xmlns:a16="http://schemas.microsoft.com/office/drawing/2014/main" id="{5D364B8E-64FD-4F18-8724-A92C1AC61262}"/>
              </a:ext>
            </a:extLst>
          </p:cNvPr>
          <p:cNvPicPr>
            <a:picLocks xmlns:a="http://schemas.openxmlformats.org/drawingml/2006/main" noChangeAspect="1"/>
          </p:cNvPicPr>
          <p:nvPr/>
        </p:nvPicPr>
        <p:blipFill>
          <a:blip xmlns:r="http://schemas.openxmlformats.org/officeDocument/2006/relationships" xmlns:a="http://schemas.openxmlformats.org/drawingml/2006/main" r:embed="Rc677cac7aaf8486c">
            <a:extLst>
              <a:ext uri="{96DAC541-7B7A-43D3-8B79-37D633B846F1}">
                <asvg:svgBlip xmlns:asvg="http://schemas.microsoft.com/office/drawing/2016/SVG/main" r:embed="Rf011208fd126480c"/>
              </a:ext>
            </a:extLst>
          </a:blip>
          <a:stretch xmlns:a="http://schemas.openxmlformats.org/drawingml/2006/main"/>
        </p:blipFill>
        <p:spPr>
          <a:xfrm xmlns:a="http://schemas.openxmlformats.org/drawingml/2006/main">
            <a:off x="966216" y="2375916"/>
            <a:ext cx="277368" cy="277368"/>
          </a:xfrm>
          <a:prstGeom xmlns:a="http://schemas.openxmlformats.org/drawingml/2006/main" prst="rect">
            <a:avLst/>
          </a:prstGeom>
        </p:spPr>
      </p:pic>
      <p:sp>
        <p:nvSpPr>
          <p:cNvPr id="10" name="text-213">
            <a:extLst xmlns:a="http://schemas.openxmlformats.org/drawingml/2006/main">
              <a:ext uri="{FF2B5EF4-FFF2-40B4-BE49-F238E27FC236}">
                <a16:creationId xmlns:a16="http://schemas.microsoft.com/office/drawing/2014/main" id="{3A82451A-40F1-4967-86E4-90001AC97DE4}"/>
              </a:ext>
            </a:extLst>
          </p:cNvPr>
          <p:cNvSpPr>
            <a:spLocks xmlns:a="http://schemas.openxmlformats.org/drawingml/2006/main" noGrp="1"/>
          </p:cNvSpPr>
          <p:nvPr/>
        </p:nvSpPr>
        <p:spPr>
          <a:xfrm xmlns:a="http://schemas.openxmlformats.org/drawingml/2006/main">
            <a:off x="1543050" y="2314575"/>
            <a:ext cx="152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162C45"/>
                </a:solidFill>
                <a:latin typeface="DejaVu Serif"/>
                <a:ea typeface="DejaVu Serif"/>
                <a:cs typeface="DejaVu Serif"/>
              </a:defRPr>
            </a:defPPr>
            <a:lvl1pPr algn="l">
              <a:defRPr sz="1950" b="1">
                <a:solidFill>
                  <a:srgbClr val="162C45"/>
                </a:solidFill>
                <a:latin typeface="DejaVu Serif"/>
                <a:ea typeface="DejaVu Serif"/>
                <a:cs typeface="DejaVu Serif"/>
              </a:defRPr>
            </a:lvl1pPr>
            <a:lvl2pPr algn="l">
              <a:defRPr sz="1950" b="1">
                <a:solidFill>
                  <a:srgbClr val="162C45"/>
                </a:solidFill>
                <a:latin typeface="DejaVu Serif"/>
                <a:ea typeface="DejaVu Serif"/>
                <a:cs typeface="DejaVu Serif"/>
              </a:defRPr>
            </a:lvl2pPr>
            <a:lvl3pPr algn="l">
              <a:defRPr sz="1950" b="1">
                <a:solidFill>
                  <a:srgbClr val="162C45"/>
                </a:solidFill>
                <a:latin typeface="DejaVu Serif"/>
                <a:ea typeface="DejaVu Serif"/>
                <a:cs typeface="DejaVu Serif"/>
              </a:defRPr>
            </a:lvl3pPr>
            <a:lvl4pPr algn="l">
              <a:defRPr sz="1950" b="1">
                <a:solidFill>
                  <a:srgbClr val="162C45"/>
                </a:solidFill>
                <a:latin typeface="DejaVu Serif"/>
                <a:ea typeface="DejaVu Serif"/>
                <a:cs typeface="DejaVu Serif"/>
              </a:defRPr>
            </a:lvl4pPr>
            <a:lvl5pPr algn="l">
              <a:defRPr sz="1950" b="1">
                <a:solidFill>
                  <a:srgbClr val="162C45"/>
                </a:solidFill>
                <a:latin typeface="DejaVu Serif"/>
                <a:ea typeface="DejaVu Serif"/>
                <a:cs typeface="DejaVu Serif"/>
              </a:defRPr>
            </a:lvl5pPr>
            <a:lvl6pPr algn="l">
              <a:defRPr sz="1950" b="1">
                <a:solidFill>
                  <a:srgbClr val="162C45"/>
                </a:solidFill>
                <a:latin typeface="DejaVu Serif"/>
                <a:ea typeface="DejaVu Serif"/>
                <a:cs typeface="DejaVu Serif"/>
              </a:defRPr>
            </a:lvl6pPr>
            <a:lvl7pPr algn="l">
              <a:defRPr sz="1950" b="1">
                <a:solidFill>
                  <a:srgbClr val="162C45"/>
                </a:solidFill>
                <a:latin typeface="DejaVu Serif"/>
                <a:ea typeface="DejaVu Serif"/>
                <a:cs typeface="DejaVu Serif"/>
              </a:defRPr>
            </a:lvl7pPr>
            <a:lvl8pPr algn="l">
              <a:defRPr sz="1950" b="1">
                <a:solidFill>
                  <a:srgbClr val="162C45"/>
                </a:solidFill>
                <a:latin typeface="DejaVu Serif"/>
                <a:ea typeface="DejaVu Serif"/>
                <a:cs typeface="DejaVu Serif"/>
              </a:defRPr>
            </a:lvl8pPr>
            <a:lvl9pPr algn="l">
              <a:defRPr sz="1950" b="1">
                <a:solidFill>
                  <a:srgbClr val="162C45"/>
                </a:solidFill>
                <a:latin typeface="DejaVu Serif"/>
                <a:ea typeface="DejaVu Serif"/>
                <a:cs typeface="DejaVu Serif"/>
              </a:defRPr>
            </a:lvl9pPr>
          </a:lstStyle>
          <a:p xmlns:a="http://schemas.openxmlformats.org/drawingml/2006/main">
            <a:pPr algn="l">
              <a:defRPr sz="1950" b="1">
                <a:solidFill>
                  <a:srgbClr val="162C45"/>
                </a:solidFill>
                <a:latin typeface="DejaVu Serif"/>
                <a:ea typeface="DejaVu Serif"/>
                <a:cs typeface="DejaVu Serif"/>
              </a:defRPr>
            </a:pPr>
            <a:r>
              <a:rPr sz="1950" b="1">
                <a:solidFill>
                  <a:srgbClr val="162C45"/>
                </a:solidFill>
                <a:latin typeface="DejaVu Serif"/>
                <a:ea typeface="DejaVu Serif"/>
                <a:cs typeface="DejaVu Serif"/>
              </a:rPr>
              <a:t>Databricks</a:t>
            </a:r>
          </a:p>
        </p:txBody>
      </p:sp>
      <p:sp>
        <p:nvSpPr>
          <p:cNvPr id="11" name="text-214">
            <a:extLst xmlns:a="http://schemas.openxmlformats.org/drawingml/2006/main">
              <a:ext uri="{FF2B5EF4-FFF2-40B4-BE49-F238E27FC236}">
                <a16:creationId xmlns:a16="http://schemas.microsoft.com/office/drawing/2014/main" id="{A0B955FC-D43E-43DF-A5CB-93EA4521DF6F}"/>
              </a:ext>
            </a:extLst>
          </p:cNvPr>
          <p:cNvSpPr>
            <a:spLocks xmlns:a="http://schemas.openxmlformats.org/drawingml/2006/main" noGrp="1"/>
          </p:cNvSpPr>
          <p:nvPr/>
        </p:nvSpPr>
        <p:spPr>
          <a:xfrm xmlns:a="http://schemas.openxmlformats.org/drawingml/2006/main">
            <a:off x="838200" y="3067050"/>
            <a:ext cx="22098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24618C"/>
                </a:solidFill>
                <a:latin typeface="DejaVu Sans"/>
                <a:ea typeface="DejaVu Sans"/>
                <a:cs typeface="DejaVu Sans"/>
              </a:defRPr>
            </a:defPPr>
            <a:lvl1pPr algn="l">
              <a:defRPr sz="1575" b="1">
                <a:solidFill>
                  <a:srgbClr val="24618C"/>
                </a:solidFill>
                <a:latin typeface="DejaVu Sans"/>
                <a:ea typeface="DejaVu Sans"/>
                <a:cs typeface="DejaVu Sans"/>
              </a:defRPr>
            </a:lvl1pPr>
            <a:lvl2pPr algn="l">
              <a:defRPr sz="1575" b="1">
                <a:solidFill>
                  <a:srgbClr val="24618C"/>
                </a:solidFill>
                <a:latin typeface="DejaVu Sans"/>
                <a:ea typeface="DejaVu Sans"/>
                <a:cs typeface="DejaVu Sans"/>
              </a:defRPr>
            </a:lvl2pPr>
            <a:lvl3pPr algn="l">
              <a:defRPr sz="1575" b="1">
                <a:solidFill>
                  <a:srgbClr val="24618C"/>
                </a:solidFill>
                <a:latin typeface="DejaVu Sans"/>
                <a:ea typeface="DejaVu Sans"/>
                <a:cs typeface="DejaVu Sans"/>
              </a:defRPr>
            </a:lvl3pPr>
            <a:lvl4pPr algn="l">
              <a:defRPr sz="1575" b="1">
                <a:solidFill>
                  <a:srgbClr val="24618C"/>
                </a:solidFill>
                <a:latin typeface="DejaVu Sans"/>
                <a:ea typeface="DejaVu Sans"/>
                <a:cs typeface="DejaVu Sans"/>
              </a:defRPr>
            </a:lvl4pPr>
            <a:lvl5pPr algn="l">
              <a:defRPr sz="1575" b="1">
                <a:solidFill>
                  <a:srgbClr val="24618C"/>
                </a:solidFill>
                <a:latin typeface="DejaVu Sans"/>
                <a:ea typeface="DejaVu Sans"/>
                <a:cs typeface="DejaVu Sans"/>
              </a:defRPr>
            </a:lvl5pPr>
            <a:lvl6pPr algn="l">
              <a:defRPr sz="1575" b="1">
                <a:solidFill>
                  <a:srgbClr val="24618C"/>
                </a:solidFill>
                <a:latin typeface="DejaVu Sans"/>
                <a:ea typeface="DejaVu Sans"/>
                <a:cs typeface="DejaVu Sans"/>
              </a:defRPr>
            </a:lvl6pPr>
            <a:lvl7pPr algn="l">
              <a:defRPr sz="1575" b="1">
                <a:solidFill>
                  <a:srgbClr val="24618C"/>
                </a:solidFill>
                <a:latin typeface="DejaVu Sans"/>
                <a:ea typeface="DejaVu Sans"/>
                <a:cs typeface="DejaVu Sans"/>
              </a:defRPr>
            </a:lvl7pPr>
            <a:lvl8pPr algn="l">
              <a:defRPr sz="1575" b="1">
                <a:solidFill>
                  <a:srgbClr val="24618C"/>
                </a:solidFill>
                <a:latin typeface="DejaVu Sans"/>
                <a:ea typeface="DejaVu Sans"/>
                <a:cs typeface="DejaVu Sans"/>
              </a:defRPr>
            </a:lvl8pPr>
            <a:lvl9pPr algn="l">
              <a:defRPr sz="1575" b="1">
                <a:solidFill>
                  <a:srgbClr val="24618C"/>
                </a:solidFill>
                <a:latin typeface="DejaVu Sans"/>
                <a:ea typeface="DejaVu Sans"/>
                <a:cs typeface="DejaVu Sans"/>
              </a:defRPr>
            </a:lvl9pPr>
          </a:lstStyle>
          <a:p xmlns:a="http://schemas.openxmlformats.org/drawingml/2006/main">
            <a:pPr algn="l">
              <a:defRPr sz="1575" b="1">
                <a:solidFill>
                  <a:srgbClr val="24618C"/>
                </a:solidFill>
                <a:latin typeface="DejaVu Sans"/>
                <a:ea typeface="DejaVu Sans"/>
                <a:cs typeface="DejaVu Sans"/>
              </a:defRPr>
            </a:pPr>
            <a:r>
              <a:rPr sz="1575" b="1">
                <a:solidFill>
                  <a:srgbClr val="24618C"/>
                </a:solidFill>
                <a:latin typeface="DejaVu Sans"/>
                <a:ea typeface="DejaVu Sans"/>
                <a:cs typeface="DejaVu Sans"/>
              </a:rPr>
              <a:t>Catalog + SQL</a:t>
            </a:r>
          </a:p>
        </p:txBody>
      </p:sp>
      <p:sp>
        <p:nvSpPr>
          <p:cNvPr id="12" name="text-215">
            <a:extLst xmlns:a="http://schemas.openxmlformats.org/drawingml/2006/main">
              <a:ext uri="{FF2B5EF4-FFF2-40B4-BE49-F238E27FC236}">
                <a16:creationId xmlns:a16="http://schemas.microsoft.com/office/drawing/2014/main" id="{256C86E4-038E-4516-ACA5-F8C63299703E}"/>
              </a:ext>
            </a:extLst>
          </p:cNvPr>
          <p:cNvSpPr>
            <a:spLocks xmlns:a="http://schemas.openxmlformats.org/drawingml/2006/main" noGrp="1"/>
          </p:cNvSpPr>
          <p:nvPr/>
        </p:nvSpPr>
        <p:spPr>
          <a:xfrm xmlns:a="http://schemas.openxmlformats.org/drawingml/2006/main">
            <a:off x="838200" y="3457575"/>
            <a:ext cx="2209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354A5F"/>
                </a:solidFill>
                <a:latin typeface="DejaVu Sans"/>
                <a:ea typeface="DejaVu Sans"/>
                <a:cs typeface="DejaVu Sans"/>
              </a:defRPr>
            </a:defPPr>
            <a:lvl1pPr algn="l">
              <a:defRPr sz="1575" b="0">
                <a:solidFill>
                  <a:srgbClr val="354A5F"/>
                </a:solidFill>
                <a:latin typeface="DejaVu Sans"/>
                <a:ea typeface="DejaVu Sans"/>
                <a:cs typeface="DejaVu Sans"/>
              </a:defRPr>
            </a:lvl1pPr>
            <a:lvl2pPr algn="l">
              <a:defRPr sz="1575" b="0">
                <a:solidFill>
                  <a:srgbClr val="354A5F"/>
                </a:solidFill>
                <a:latin typeface="DejaVu Sans"/>
                <a:ea typeface="DejaVu Sans"/>
                <a:cs typeface="DejaVu Sans"/>
              </a:defRPr>
            </a:lvl2pPr>
            <a:lvl3pPr algn="l">
              <a:defRPr sz="1575" b="0">
                <a:solidFill>
                  <a:srgbClr val="354A5F"/>
                </a:solidFill>
                <a:latin typeface="DejaVu Sans"/>
                <a:ea typeface="DejaVu Sans"/>
                <a:cs typeface="DejaVu Sans"/>
              </a:defRPr>
            </a:lvl3pPr>
            <a:lvl4pPr algn="l">
              <a:defRPr sz="1575" b="0">
                <a:solidFill>
                  <a:srgbClr val="354A5F"/>
                </a:solidFill>
                <a:latin typeface="DejaVu Sans"/>
                <a:ea typeface="DejaVu Sans"/>
                <a:cs typeface="DejaVu Sans"/>
              </a:defRPr>
            </a:lvl4pPr>
            <a:lvl5pPr algn="l">
              <a:defRPr sz="1575" b="0">
                <a:solidFill>
                  <a:srgbClr val="354A5F"/>
                </a:solidFill>
                <a:latin typeface="DejaVu Sans"/>
                <a:ea typeface="DejaVu Sans"/>
                <a:cs typeface="DejaVu Sans"/>
              </a:defRPr>
            </a:lvl5pPr>
            <a:lvl6pPr algn="l">
              <a:defRPr sz="1575" b="0">
                <a:solidFill>
                  <a:srgbClr val="354A5F"/>
                </a:solidFill>
                <a:latin typeface="DejaVu Sans"/>
                <a:ea typeface="DejaVu Sans"/>
                <a:cs typeface="DejaVu Sans"/>
              </a:defRPr>
            </a:lvl6pPr>
            <a:lvl7pPr algn="l">
              <a:defRPr sz="1575" b="0">
                <a:solidFill>
                  <a:srgbClr val="354A5F"/>
                </a:solidFill>
                <a:latin typeface="DejaVu Sans"/>
                <a:ea typeface="DejaVu Sans"/>
                <a:cs typeface="DejaVu Sans"/>
              </a:defRPr>
            </a:lvl7pPr>
            <a:lvl8pPr algn="l">
              <a:defRPr sz="1575" b="0">
                <a:solidFill>
                  <a:srgbClr val="354A5F"/>
                </a:solidFill>
                <a:latin typeface="DejaVu Sans"/>
                <a:ea typeface="DejaVu Sans"/>
                <a:cs typeface="DejaVu Sans"/>
              </a:defRPr>
            </a:lvl8pPr>
            <a:lvl9pPr algn="l">
              <a:defRPr sz="1575" b="0">
                <a:solidFill>
                  <a:srgbClr val="354A5F"/>
                </a:solidFill>
                <a:latin typeface="DejaVu Sans"/>
                <a:ea typeface="DejaVu Sans"/>
                <a:cs typeface="DejaVu Sans"/>
              </a:defRPr>
            </a:lvl9pPr>
          </a:lstStyle>
          <a:p xmlns:a="http://schemas.openxmlformats.org/drawingml/2006/main">
            <a:pPr algn="l">
              <a:defRPr sz="1575" b="0">
                <a:solidFill>
                  <a:srgbClr val="354A5F"/>
                </a:solidFill>
                <a:latin typeface="DejaVu Sans"/>
                <a:ea typeface="DejaVu Sans"/>
                <a:cs typeface="DejaVu Sans"/>
              </a:defRPr>
            </a:pPr>
            <a:r>
              <a:rPr sz="1575" b="0">
                <a:solidFill>
                  <a:srgbClr val="354A5F"/>
                </a:solidFill>
                <a:latin typeface="DejaVu Sans"/>
                <a:ea typeface="DejaVu Sans"/>
                <a:cs typeface="DejaVu Sans"/>
              </a:rPr>
              <a:t>Table metadata and</a:t>
            </a:r>
          </a:p>
          <a:p xmlns:a="http://schemas.openxmlformats.org/drawingml/2006/main">
            <a:pPr algn="l">
              <a:defRPr sz="1575" b="0">
                <a:solidFill>
                  <a:srgbClr val="354A5F"/>
                </a:solidFill>
                <a:latin typeface="DejaVu Sans"/>
                <a:ea typeface="DejaVu Sans"/>
                <a:cs typeface="DejaVu Sans"/>
              </a:defRPr>
            </a:pPr>
            <a:r>
              <a:rPr sz="1575" b="0">
                <a:solidFill>
                  <a:srgbClr val="354A5F"/>
                </a:solidFill>
                <a:latin typeface="DejaVu Sans"/>
                <a:ea typeface="DejaVu Sans"/>
                <a:cs typeface="DejaVu Sans"/>
              </a:rPr>
              <a:t>aggregate statistics</a:t>
            </a:r>
          </a:p>
        </p:txBody>
      </p:sp>
      <p:sp>
        <p:nvSpPr>
          <p:cNvPr id="13" name="text-216">
            <a:extLst xmlns:a="http://schemas.openxmlformats.org/drawingml/2006/main">
              <a:ext uri="{FF2B5EF4-FFF2-40B4-BE49-F238E27FC236}">
                <a16:creationId xmlns:a16="http://schemas.microsoft.com/office/drawing/2014/main" id="{A3750886-7EED-4E80-96B7-ED5404BDEAE5}"/>
              </a:ext>
            </a:extLst>
          </p:cNvPr>
          <p:cNvSpPr>
            <a:spLocks xmlns:a="http://schemas.openxmlformats.org/drawingml/2006/main" noGrp="1"/>
          </p:cNvSpPr>
          <p:nvPr/>
        </p:nvSpPr>
        <p:spPr>
          <a:xfrm xmlns:a="http://schemas.openxmlformats.org/drawingml/2006/main">
            <a:off x="838200" y="4352925"/>
            <a:ext cx="2209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24618C"/>
                </a:solidFill>
                <a:latin typeface="DejaVu Sans"/>
                <a:ea typeface="DejaVu Sans"/>
                <a:cs typeface="DejaVu Sans"/>
              </a:defRPr>
            </a:defPPr>
            <a:lvl1pPr algn="l">
              <a:defRPr sz="1575" b="1">
                <a:solidFill>
                  <a:srgbClr val="24618C"/>
                </a:solidFill>
                <a:latin typeface="DejaVu Sans"/>
                <a:ea typeface="DejaVu Sans"/>
                <a:cs typeface="DejaVu Sans"/>
              </a:defRPr>
            </a:lvl1pPr>
            <a:lvl2pPr algn="l">
              <a:defRPr sz="1575" b="1">
                <a:solidFill>
                  <a:srgbClr val="24618C"/>
                </a:solidFill>
                <a:latin typeface="DejaVu Sans"/>
                <a:ea typeface="DejaVu Sans"/>
                <a:cs typeface="DejaVu Sans"/>
              </a:defRPr>
            </a:lvl2pPr>
            <a:lvl3pPr algn="l">
              <a:defRPr sz="1575" b="1">
                <a:solidFill>
                  <a:srgbClr val="24618C"/>
                </a:solidFill>
                <a:latin typeface="DejaVu Sans"/>
                <a:ea typeface="DejaVu Sans"/>
                <a:cs typeface="DejaVu Sans"/>
              </a:defRPr>
            </a:lvl3pPr>
            <a:lvl4pPr algn="l">
              <a:defRPr sz="1575" b="1">
                <a:solidFill>
                  <a:srgbClr val="24618C"/>
                </a:solidFill>
                <a:latin typeface="DejaVu Sans"/>
                <a:ea typeface="DejaVu Sans"/>
                <a:cs typeface="DejaVu Sans"/>
              </a:defRPr>
            </a:lvl4pPr>
            <a:lvl5pPr algn="l">
              <a:defRPr sz="1575" b="1">
                <a:solidFill>
                  <a:srgbClr val="24618C"/>
                </a:solidFill>
                <a:latin typeface="DejaVu Sans"/>
                <a:ea typeface="DejaVu Sans"/>
                <a:cs typeface="DejaVu Sans"/>
              </a:defRPr>
            </a:lvl5pPr>
            <a:lvl6pPr algn="l">
              <a:defRPr sz="1575" b="1">
                <a:solidFill>
                  <a:srgbClr val="24618C"/>
                </a:solidFill>
                <a:latin typeface="DejaVu Sans"/>
                <a:ea typeface="DejaVu Sans"/>
                <a:cs typeface="DejaVu Sans"/>
              </a:defRPr>
            </a:lvl6pPr>
            <a:lvl7pPr algn="l">
              <a:defRPr sz="1575" b="1">
                <a:solidFill>
                  <a:srgbClr val="24618C"/>
                </a:solidFill>
                <a:latin typeface="DejaVu Sans"/>
                <a:ea typeface="DejaVu Sans"/>
                <a:cs typeface="DejaVu Sans"/>
              </a:defRPr>
            </a:lvl7pPr>
            <a:lvl8pPr algn="l">
              <a:defRPr sz="1575" b="1">
                <a:solidFill>
                  <a:srgbClr val="24618C"/>
                </a:solidFill>
                <a:latin typeface="DejaVu Sans"/>
                <a:ea typeface="DejaVu Sans"/>
                <a:cs typeface="DejaVu Sans"/>
              </a:defRPr>
            </a:lvl8pPr>
            <a:lvl9pPr algn="l">
              <a:defRPr sz="1575" b="1">
                <a:solidFill>
                  <a:srgbClr val="24618C"/>
                </a:solidFill>
                <a:latin typeface="DejaVu Sans"/>
                <a:ea typeface="DejaVu Sans"/>
                <a:cs typeface="DejaVu Sans"/>
              </a:defRPr>
            </a:lvl9pPr>
          </a:lstStyle>
          <a:p xmlns:a="http://schemas.openxmlformats.org/drawingml/2006/main">
            <a:pPr algn="l">
              <a:defRPr sz="1575" b="1">
                <a:solidFill>
                  <a:srgbClr val="24618C"/>
                </a:solidFill>
                <a:latin typeface="DejaVu Sans"/>
                <a:ea typeface="DejaVu Sans"/>
                <a:cs typeface="DejaVu Sans"/>
              </a:defRPr>
            </a:pPr>
            <a:r>
              <a:rPr sz="1575" b="1">
                <a:solidFill>
                  <a:srgbClr val="24618C"/>
                </a:solidFill>
                <a:latin typeface="DejaVu Sans"/>
                <a:ea typeface="DejaVu Sans"/>
                <a:cs typeface="DejaVu Sans"/>
              </a:rPr>
              <a:t>Volumes</a:t>
            </a:r>
          </a:p>
        </p:txBody>
      </p:sp>
      <p:sp>
        <p:nvSpPr>
          <p:cNvPr id="14" name="text-217">
            <a:extLst xmlns:a="http://schemas.openxmlformats.org/drawingml/2006/main">
              <a:ext uri="{FF2B5EF4-FFF2-40B4-BE49-F238E27FC236}">
                <a16:creationId xmlns:a16="http://schemas.microsoft.com/office/drawing/2014/main" id="{77BEC5D4-2435-469B-AB65-C84123417F1B}"/>
              </a:ext>
            </a:extLst>
          </p:cNvPr>
          <p:cNvSpPr>
            <a:spLocks xmlns:a="http://schemas.openxmlformats.org/drawingml/2006/main" noGrp="1"/>
          </p:cNvSpPr>
          <p:nvPr/>
        </p:nvSpPr>
        <p:spPr>
          <a:xfrm xmlns:a="http://schemas.openxmlformats.org/drawingml/2006/main">
            <a:off x="838200" y="4695825"/>
            <a:ext cx="2209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354A5F"/>
                </a:solidFill>
                <a:latin typeface="DejaVu Sans"/>
                <a:ea typeface="DejaVu Sans"/>
                <a:cs typeface="DejaVu Sans"/>
              </a:defRPr>
            </a:defPPr>
            <a:lvl1pPr algn="l">
              <a:defRPr sz="1500" b="0">
                <a:solidFill>
                  <a:srgbClr val="354A5F"/>
                </a:solidFill>
                <a:latin typeface="DejaVu Sans"/>
                <a:ea typeface="DejaVu Sans"/>
                <a:cs typeface="DejaVu Sans"/>
              </a:defRPr>
            </a:lvl1pPr>
            <a:lvl2pPr algn="l">
              <a:defRPr sz="1500" b="0">
                <a:solidFill>
                  <a:srgbClr val="354A5F"/>
                </a:solidFill>
                <a:latin typeface="DejaVu Sans"/>
                <a:ea typeface="DejaVu Sans"/>
                <a:cs typeface="DejaVu Sans"/>
              </a:defRPr>
            </a:lvl2pPr>
            <a:lvl3pPr algn="l">
              <a:defRPr sz="1500" b="0">
                <a:solidFill>
                  <a:srgbClr val="354A5F"/>
                </a:solidFill>
                <a:latin typeface="DejaVu Sans"/>
                <a:ea typeface="DejaVu Sans"/>
                <a:cs typeface="DejaVu Sans"/>
              </a:defRPr>
            </a:lvl3pPr>
            <a:lvl4pPr algn="l">
              <a:defRPr sz="1500" b="0">
                <a:solidFill>
                  <a:srgbClr val="354A5F"/>
                </a:solidFill>
                <a:latin typeface="DejaVu Sans"/>
                <a:ea typeface="DejaVu Sans"/>
                <a:cs typeface="DejaVu Sans"/>
              </a:defRPr>
            </a:lvl4pPr>
            <a:lvl5pPr algn="l">
              <a:defRPr sz="1500" b="0">
                <a:solidFill>
                  <a:srgbClr val="354A5F"/>
                </a:solidFill>
                <a:latin typeface="DejaVu Sans"/>
                <a:ea typeface="DejaVu Sans"/>
                <a:cs typeface="DejaVu Sans"/>
              </a:defRPr>
            </a:lvl5pPr>
            <a:lvl6pPr algn="l">
              <a:defRPr sz="1500" b="0">
                <a:solidFill>
                  <a:srgbClr val="354A5F"/>
                </a:solidFill>
                <a:latin typeface="DejaVu Sans"/>
                <a:ea typeface="DejaVu Sans"/>
                <a:cs typeface="DejaVu Sans"/>
              </a:defRPr>
            </a:lvl6pPr>
            <a:lvl7pPr algn="l">
              <a:defRPr sz="1500" b="0">
                <a:solidFill>
                  <a:srgbClr val="354A5F"/>
                </a:solidFill>
                <a:latin typeface="DejaVu Sans"/>
                <a:ea typeface="DejaVu Sans"/>
                <a:cs typeface="DejaVu Sans"/>
              </a:defRPr>
            </a:lvl7pPr>
            <a:lvl8pPr algn="l">
              <a:defRPr sz="1500" b="0">
                <a:solidFill>
                  <a:srgbClr val="354A5F"/>
                </a:solidFill>
                <a:latin typeface="DejaVu Sans"/>
                <a:ea typeface="DejaVu Sans"/>
                <a:cs typeface="DejaVu Sans"/>
              </a:defRPr>
            </a:lvl8pPr>
            <a:lvl9pPr algn="l">
              <a:defRPr sz="1500" b="0">
                <a:solidFill>
                  <a:srgbClr val="354A5F"/>
                </a:solidFill>
                <a:latin typeface="DejaVu Sans"/>
                <a:ea typeface="DejaVu Sans"/>
                <a:cs typeface="DejaVu Sans"/>
              </a:defRPr>
            </a:lvl9pPr>
          </a:lstStyle>
          <a:p xmlns:a="http://schemas.openxmlformats.org/drawingml/2006/main">
            <a:pPr algn="l">
              <a:defRPr sz="1500" b="0">
                <a:solidFill>
                  <a:srgbClr val="354A5F"/>
                </a:solidFill>
                <a:latin typeface="DejaVu Sans"/>
                <a:ea typeface="DejaVu Sans"/>
                <a:cs typeface="DejaVu Sans"/>
              </a:defRPr>
            </a:pPr>
            <a:r>
              <a:rPr sz="1500" b="0">
                <a:solidFill>
                  <a:srgbClr val="354A5F"/>
                </a:solidFill>
                <a:latin typeface="DejaVu Sans"/>
                <a:ea typeface="DejaVu Sans"/>
                <a:cs typeface="DejaVu Sans"/>
              </a:rPr>
              <a:t>Table configs and</a:t>
            </a:r>
          </a:p>
          <a:p xmlns:a="http://schemas.openxmlformats.org/drawingml/2006/main">
            <a:pPr algn="l">
              <a:defRPr sz="1500" b="0">
                <a:solidFill>
                  <a:srgbClr val="354A5F"/>
                </a:solidFill>
                <a:latin typeface="DejaVu Sans"/>
                <a:ea typeface="DejaVu Sans"/>
                <a:cs typeface="DejaVu Sans"/>
              </a:defRPr>
            </a:pPr>
            <a:r>
              <a:rPr sz="1500" b="0">
                <a:solidFill>
                  <a:srgbClr val="354A5F"/>
                </a:solidFill>
                <a:latin typeface="DejaVu Sans"/>
                <a:ea typeface="DejaVu Sans"/>
                <a:cs typeface="DejaVu Sans"/>
              </a:rPr>
              <a:t>declared relationships</a:t>
            </a:r>
          </a:p>
        </p:txBody>
      </p:sp>
      <p:sp>
        <p:nvSpPr>
          <p:cNvPr id="15" name="panel-218">
            <a:extLst xmlns:a="http://schemas.openxmlformats.org/drawingml/2006/main">
              <a:ext uri="{FF2B5EF4-FFF2-40B4-BE49-F238E27FC236}">
                <a16:creationId xmlns:a16="http://schemas.microsoft.com/office/drawing/2014/main" id="{33523EAC-2378-48A0-BE48-4E62B0ED4806}"/>
              </a:ext>
            </a:extLst>
          </p:cNvPr>
          <p:cNvSpPr>
            <a:spLocks xmlns:a="http://schemas.openxmlformats.org/drawingml/2006/main" noGrp="1"/>
          </p:cNvSpPr>
          <p:nvPr/>
        </p:nvSpPr>
        <p:spPr>
          <a:xfrm xmlns:a="http://schemas.openxmlformats.org/drawingml/2006/main">
            <a:off x="3810000" y="2009775"/>
            <a:ext cx="4191000" cy="1571625"/>
          </a:xfrm>
          <a:prstGeom xmlns:a="http://schemas.openxmlformats.org/drawingml/2006/main" prst="roundRect">
            <a:avLst>
              <a:gd name="adj" fmla="val 8485"/>
            </a:avLst>
          </a:prstGeom>
          <a:solidFill xmlns:a="http://schemas.openxmlformats.org/drawingml/2006/main">
            <a:srgbClr val="E5EFF6"/>
          </a:solidFill>
          <a:ln xmlns:a="http://schemas.openxmlformats.org/drawingml/2006/main" w="9525">
            <a:solidFill>
              <a:srgbClr val="D9E5EC"/>
            </a:solidFill>
            <a:prstDash val="solid"/>
          </a:ln>
        </p:spPr>
      </p:sp>
      <p:sp>
        <p:nvSpPr>
          <p:cNvPr id="16" name="panel-219">
            <a:extLst xmlns:a="http://schemas.openxmlformats.org/drawingml/2006/main">
              <a:ext uri="{FF2B5EF4-FFF2-40B4-BE49-F238E27FC236}">
                <a16:creationId xmlns:a16="http://schemas.microsoft.com/office/drawing/2014/main" id="{61A643C9-D044-4915-AE99-A940A7EA1435}"/>
              </a:ext>
            </a:extLst>
          </p:cNvPr>
          <p:cNvSpPr>
            <a:spLocks xmlns:a="http://schemas.openxmlformats.org/drawingml/2006/main" noGrp="1"/>
          </p:cNvSpPr>
          <p:nvPr/>
        </p:nvSpPr>
        <p:spPr>
          <a:xfrm xmlns:a="http://schemas.openxmlformats.org/drawingml/2006/main">
            <a:off x="4038600" y="2238375"/>
            <a:ext cx="533400" cy="533400"/>
          </a:xfrm>
          <a:prstGeom xmlns:a="http://schemas.openxmlformats.org/drawingml/2006/main" prst="roundRect">
            <a:avLst>
              <a:gd name="adj" fmla="val 50000"/>
            </a:avLst>
          </a:prstGeom>
          <a:solidFill xmlns:a="http://schemas.openxmlformats.org/drawingml/2006/main">
            <a:srgbClr val="247E91"/>
          </a:solidFill>
          <a:ln xmlns:a="http://schemas.openxmlformats.org/drawingml/2006/main" w="0">
            <a:noFill/>
            <a:prstDash val="solid"/>
          </a:ln>
        </p:spPr>
      </p:sp>
      <p:pic>
        <p:nvPicPr>
          <p:cNvPr id="17" name="">
            <a:extLst xmlns:a="http://schemas.openxmlformats.org/drawingml/2006/main">
              <a:ext uri="{FF2B5EF4-FFF2-40B4-BE49-F238E27FC236}">
                <a16:creationId xmlns:a16="http://schemas.microsoft.com/office/drawing/2014/main" id="{23995353-4976-47F2-9761-A33860477D9E}"/>
              </a:ext>
            </a:extLst>
          </p:cNvPr>
          <p:cNvPicPr>
            <a:picLocks xmlns:a="http://schemas.openxmlformats.org/drawingml/2006/main" noChangeAspect="1"/>
          </p:cNvPicPr>
          <p:nvPr/>
        </p:nvPicPr>
        <p:blipFill>
          <a:blip xmlns:r="http://schemas.openxmlformats.org/officeDocument/2006/relationships" xmlns:a="http://schemas.openxmlformats.org/drawingml/2006/main" r:embed="R36ab0d623fdb412e">
            <a:extLst>
              <a:ext uri="{96DAC541-7B7A-43D3-8B79-37D633B846F1}">
                <asvg:svgBlip xmlns:asvg="http://schemas.microsoft.com/office/drawing/2016/SVG/main" r:embed="Re636a5e706654b55"/>
              </a:ext>
            </a:extLst>
          </a:blip>
          <a:stretch xmlns:a="http://schemas.openxmlformats.org/drawingml/2006/main"/>
        </p:blipFill>
        <p:spPr>
          <a:xfrm xmlns:a="http://schemas.openxmlformats.org/drawingml/2006/main">
            <a:off x="4166616" y="2366391"/>
            <a:ext cx="277368" cy="277368"/>
          </a:xfrm>
          <a:prstGeom xmlns:a="http://schemas.openxmlformats.org/drawingml/2006/main" prst="rect">
            <a:avLst/>
          </a:prstGeom>
        </p:spPr>
      </p:pic>
      <p:sp>
        <p:nvSpPr>
          <p:cNvPr id="18" name="text-220">
            <a:extLst xmlns:a="http://schemas.openxmlformats.org/drawingml/2006/main">
              <a:ext uri="{FF2B5EF4-FFF2-40B4-BE49-F238E27FC236}">
                <a16:creationId xmlns:a16="http://schemas.microsoft.com/office/drawing/2014/main" id="{64270715-C7CF-42EF-928A-E1CD5732B079}"/>
              </a:ext>
            </a:extLst>
          </p:cNvPr>
          <p:cNvSpPr>
            <a:spLocks xmlns:a="http://schemas.openxmlformats.org/drawingml/2006/main" noGrp="1"/>
          </p:cNvSpPr>
          <p:nvPr/>
        </p:nvSpPr>
        <p:spPr>
          <a:xfrm xmlns:a="http://schemas.openxmlformats.org/drawingml/2006/main">
            <a:off x="4733925" y="2286000"/>
            <a:ext cx="304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62C45"/>
                </a:solidFill>
                <a:latin typeface="DejaVu Serif"/>
                <a:ea typeface="DejaVu Serif"/>
                <a:cs typeface="DejaVu Serif"/>
              </a:defRPr>
            </a:defPPr>
            <a:lvl1pPr algn="l">
              <a:defRPr sz="2025" b="1">
                <a:solidFill>
                  <a:srgbClr val="162C45"/>
                </a:solidFill>
                <a:latin typeface="DejaVu Serif"/>
                <a:ea typeface="DejaVu Serif"/>
                <a:cs typeface="DejaVu Serif"/>
              </a:defRPr>
            </a:lvl1pPr>
            <a:lvl2pPr algn="l">
              <a:defRPr sz="2025" b="1">
                <a:solidFill>
                  <a:srgbClr val="162C45"/>
                </a:solidFill>
                <a:latin typeface="DejaVu Serif"/>
                <a:ea typeface="DejaVu Serif"/>
                <a:cs typeface="DejaVu Serif"/>
              </a:defRPr>
            </a:lvl2pPr>
            <a:lvl3pPr algn="l">
              <a:defRPr sz="2025" b="1">
                <a:solidFill>
                  <a:srgbClr val="162C45"/>
                </a:solidFill>
                <a:latin typeface="DejaVu Serif"/>
                <a:ea typeface="DejaVu Serif"/>
                <a:cs typeface="DejaVu Serif"/>
              </a:defRPr>
            </a:lvl3pPr>
            <a:lvl4pPr algn="l">
              <a:defRPr sz="2025" b="1">
                <a:solidFill>
                  <a:srgbClr val="162C45"/>
                </a:solidFill>
                <a:latin typeface="DejaVu Serif"/>
                <a:ea typeface="DejaVu Serif"/>
                <a:cs typeface="DejaVu Serif"/>
              </a:defRPr>
            </a:lvl4pPr>
            <a:lvl5pPr algn="l">
              <a:defRPr sz="2025" b="1">
                <a:solidFill>
                  <a:srgbClr val="162C45"/>
                </a:solidFill>
                <a:latin typeface="DejaVu Serif"/>
                <a:ea typeface="DejaVu Serif"/>
                <a:cs typeface="DejaVu Serif"/>
              </a:defRPr>
            </a:lvl5pPr>
            <a:lvl6pPr algn="l">
              <a:defRPr sz="2025" b="1">
                <a:solidFill>
                  <a:srgbClr val="162C45"/>
                </a:solidFill>
                <a:latin typeface="DejaVu Serif"/>
                <a:ea typeface="DejaVu Serif"/>
                <a:cs typeface="DejaVu Serif"/>
              </a:defRPr>
            </a:lvl6pPr>
            <a:lvl7pPr algn="l">
              <a:defRPr sz="2025" b="1">
                <a:solidFill>
                  <a:srgbClr val="162C45"/>
                </a:solidFill>
                <a:latin typeface="DejaVu Serif"/>
                <a:ea typeface="DejaVu Serif"/>
                <a:cs typeface="DejaVu Serif"/>
              </a:defRPr>
            </a:lvl7pPr>
            <a:lvl8pPr algn="l">
              <a:defRPr sz="2025" b="1">
                <a:solidFill>
                  <a:srgbClr val="162C45"/>
                </a:solidFill>
                <a:latin typeface="DejaVu Serif"/>
                <a:ea typeface="DejaVu Serif"/>
                <a:cs typeface="DejaVu Serif"/>
              </a:defRPr>
            </a:lvl8pPr>
            <a:lvl9pPr algn="l">
              <a:defRPr sz="2025" b="1">
                <a:solidFill>
                  <a:srgbClr val="162C45"/>
                </a:solidFill>
                <a:latin typeface="DejaVu Serif"/>
                <a:ea typeface="DejaVu Serif"/>
                <a:cs typeface="DejaVu Serif"/>
              </a:defRPr>
            </a:lvl9pPr>
          </a:lstStyle>
          <a:p xmlns:a="http://schemas.openxmlformats.org/drawingml/2006/main">
            <a:pPr algn="l">
              <a:defRPr sz="2025" b="1">
                <a:solidFill>
                  <a:srgbClr val="162C45"/>
                </a:solidFill>
                <a:latin typeface="DejaVu Serif"/>
                <a:ea typeface="DejaVu Serif"/>
                <a:cs typeface="DejaVu Serif"/>
              </a:defRPr>
            </a:pPr>
            <a:r>
              <a:rPr sz="2025" b="1">
                <a:solidFill>
                  <a:srgbClr val="162C45"/>
                </a:solidFill>
                <a:latin typeface="DejaVu Serif"/>
                <a:ea typeface="DejaVu Serif"/>
                <a:cs typeface="DejaVu Serif"/>
              </a:rPr>
              <a:t>FastAPI + LangGraph</a:t>
            </a:r>
          </a:p>
        </p:txBody>
      </p:sp>
      <p:sp>
        <p:nvSpPr>
          <p:cNvPr id="19" name="text-221">
            <a:extLst xmlns:a="http://schemas.openxmlformats.org/drawingml/2006/main">
              <a:ext uri="{FF2B5EF4-FFF2-40B4-BE49-F238E27FC236}">
                <a16:creationId xmlns:a16="http://schemas.microsoft.com/office/drawing/2014/main" id="{4F082776-738F-41C6-9102-4704DD3361EF}"/>
              </a:ext>
            </a:extLst>
          </p:cNvPr>
          <p:cNvSpPr>
            <a:spLocks xmlns:a="http://schemas.openxmlformats.org/drawingml/2006/main" noGrp="1"/>
          </p:cNvSpPr>
          <p:nvPr/>
        </p:nvSpPr>
        <p:spPr>
          <a:xfrm xmlns:a="http://schemas.openxmlformats.org/drawingml/2006/main">
            <a:off x="4038600" y="2905125"/>
            <a:ext cx="3733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354A5F"/>
                </a:solidFill>
                <a:latin typeface="DejaVu Sans"/>
                <a:ea typeface="DejaVu Sans"/>
                <a:cs typeface="DejaVu Sans"/>
              </a:defRPr>
            </a:defPPr>
            <a:lvl1pPr algn="l">
              <a:defRPr sz="1650" b="0">
                <a:solidFill>
                  <a:srgbClr val="354A5F"/>
                </a:solidFill>
                <a:latin typeface="DejaVu Sans"/>
                <a:ea typeface="DejaVu Sans"/>
                <a:cs typeface="DejaVu Sans"/>
              </a:defRPr>
            </a:lvl1pPr>
            <a:lvl2pPr algn="l">
              <a:defRPr sz="1650" b="0">
                <a:solidFill>
                  <a:srgbClr val="354A5F"/>
                </a:solidFill>
                <a:latin typeface="DejaVu Sans"/>
                <a:ea typeface="DejaVu Sans"/>
                <a:cs typeface="DejaVu Sans"/>
              </a:defRPr>
            </a:lvl2pPr>
            <a:lvl3pPr algn="l">
              <a:defRPr sz="1650" b="0">
                <a:solidFill>
                  <a:srgbClr val="354A5F"/>
                </a:solidFill>
                <a:latin typeface="DejaVu Sans"/>
                <a:ea typeface="DejaVu Sans"/>
                <a:cs typeface="DejaVu Sans"/>
              </a:defRPr>
            </a:lvl3pPr>
            <a:lvl4pPr algn="l">
              <a:defRPr sz="1650" b="0">
                <a:solidFill>
                  <a:srgbClr val="354A5F"/>
                </a:solidFill>
                <a:latin typeface="DejaVu Sans"/>
                <a:ea typeface="DejaVu Sans"/>
                <a:cs typeface="DejaVu Sans"/>
              </a:defRPr>
            </a:lvl4pPr>
            <a:lvl5pPr algn="l">
              <a:defRPr sz="1650" b="0">
                <a:solidFill>
                  <a:srgbClr val="354A5F"/>
                </a:solidFill>
                <a:latin typeface="DejaVu Sans"/>
                <a:ea typeface="DejaVu Sans"/>
                <a:cs typeface="DejaVu Sans"/>
              </a:defRPr>
            </a:lvl5pPr>
            <a:lvl6pPr algn="l">
              <a:defRPr sz="1650" b="0">
                <a:solidFill>
                  <a:srgbClr val="354A5F"/>
                </a:solidFill>
                <a:latin typeface="DejaVu Sans"/>
                <a:ea typeface="DejaVu Sans"/>
                <a:cs typeface="DejaVu Sans"/>
              </a:defRPr>
            </a:lvl6pPr>
            <a:lvl7pPr algn="l">
              <a:defRPr sz="1650" b="0">
                <a:solidFill>
                  <a:srgbClr val="354A5F"/>
                </a:solidFill>
                <a:latin typeface="DejaVu Sans"/>
                <a:ea typeface="DejaVu Sans"/>
                <a:cs typeface="DejaVu Sans"/>
              </a:defRPr>
            </a:lvl7pPr>
            <a:lvl8pPr algn="l">
              <a:defRPr sz="1650" b="0">
                <a:solidFill>
                  <a:srgbClr val="354A5F"/>
                </a:solidFill>
                <a:latin typeface="DejaVu Sans"/>
                <a:ea typeface="DejaVu Sans"/>
                <a:cs typeface="DejaVu Sans"/>
              </a:defRPr>
            </a:lvl8pPr>
            <a:lvl9pPr algn="l">
              <a:defRPr sz="1650" b="0">
                <a:solidFill>
                  <a:srgbClr val="354A5F"/>
                </a:solidFill>
                <a:latin typeface="DejaVu Sans"/>
                <a:ea typeface="DejaVu Sans"/>
                <a:cs typeface="DejaVu Sans"/>
              </a:defRPr>
            </a:lvl9pPr>
          </a:lstStyle>
          <a:p xmlns:a="http://schemas.openxmlformats.org/drawingml/2006/main">
            <a:pPr algn="l">
              <a:defRPr sz="1650" b="0">
                <a:solidFill>
                  <a:srgbClr val="354A5F"/>
                </a:solidFill>
                <a:latin typeface="DejaVu Sans"/>
                <a:ea typeface="DejaVu Sans"/>
                <a:cs typeface="DejaVu Sans"/>
              </a:defRPr>
            </a:pPr>
            <a:r>
              <a:rPr sz="1650" b="0">
                <a:solidFill>
                  <a:srgbClr val="354A5F"/>
                </a:solidFill>
                <a:latin typeface="DejaVu Sans"/>
                <a:ea typeface="DejaVu Sans"/>
                <a:cs typeface="DejaVu Sans"/>
              </a:rPr>
              <a:t>Runs, stage tracking and</a:t>
            </a:r>
          </a:p>
          <a:p xmlns:a="http://schemas.openxmlformats.org/drawingml/2006/main">
            <a:pPr algn="l">
              <a:defRPr sz="1650" b="0">
                <a:solidFill>
                  <a:srgbClr val="354A5F"/>
                </a:solidFill>
                <a:latin typeface="DejaVu Sans"/>
                <a:ea typeface="DejaVu Sans"/>
                <a:cs typeface="DejaVu Sans"/>
              </a:defRPr>
            </a:pPr>
            <a:r>
              <a:rPr sz="1650" b="0">
                <a:solidFill>
                  <a:srgbClr val="354A5F"/>
                </a:solidFill>
                <a:latin typeface="DejaVu Sans"/>
                <a:ea typeface="DejaVu Sans"/>
                <a:cs typeface="DejaVu Sans"/>
              </a:rPr>
              <a:t>recommendation orchestration</a:t>
            </a:r>
          </a:p>
        </p:txBody>
      </p:sp>
      <p:sp>
        <p:nvSpPr>
          <p:cNvPr id="20" name="panel-222">
            <a:extLst xmlns:a="http://schemas.openxmlformats.org/drawingml/2006/main">
              <a:ext uri="{FF2B5EF4-FFF2-40B4-BE49-F238E27FC236}">
                <a16:creationId xmlns:a16="http://schemas.microsoft.com/office/drawing/2014/main" id="{DCB284F6-D279-487F-8972-A4C0F85303AF}"/>
              </a:ext>
            </a:extLst>
          </p:cNvPr>
          <p:cNvSpPr>
            <a:spLocks xmlns:a="http://schemas.openxmlformats.org/drawingml/2006/main" noGrp="1"/>
          </p:cNvSpPr>
          <p:nvPr/>
        </p:nvSpPr>
        <p:spPr>
          <a:xfrm xmlns:a="http://schemas.openxmlformats.org/drawingml/2006/main">
            <a:off x="3810000" y="4076700"/>
            <a:ext cx="1952625" cy="1171575"/>
          </a:xfrm>
          <a:prstGeom xmlns:a="http://schemas.openxmlformats.org/drawingml/2006/main" prst="roundRect">
            <a:avLst>
              <a:gd name="adj" fmla="val 11382"/>
            </a:avLst>
          </a:prstGeom>
          <a:solidFill xmlns:a="http://schemas.openxmlformats.org/drawingml/2006/main">
            <a:srgbClr val="EEEAF8"/>
          </a:solidFill>
          <a:ln xmlns:a="http://schemas.openxmlformats.org/drawingml/2006/main" w="9525">
            <a:solidFill>
              <a:srgbClr val="DCD4EE"/>
            </a:solidFill>
            <a:prstDash val="solid"/>
          </a:ln>
        </p:spPr>
      </p:sp>
      <p:sp>
        <p:nvSpPr>
          <p:cNvPr id="21" name="text-223">
            <a:extLst xmlns:a="http://schemas.openxmlformats.org/drawingml/2006/main">
              <a:ext uri="{FF2B5EF4-FFF2-40B4-BE49-F238E27FC236}">
                <a16:creationId xmlns:a16="http://schemas.microsoft.com/office/drawing/2014/main" id="{2AB2E677-5ADF-4E44-8FA6-610F837DA023}"/>
              </a:ext>
            </a:extLst>
          </p:cNvPr>
          <p:cNvSpPr>
            <a:spLocks xmlns:a="http://schemas.openxmlformats.org/drawingml/2006/main" noGrp="1"/>
          </p:cNvSpPr>
          <p:nvPr/>
        </p:nvSpPr>
        <p:spPr>
          <a:xfrm xmlns:a="http://schemas.openxmlformats.org/drawingml/2006/main">
            <a:off x="4000500" y="4276725"/>
            <a:ext cx="15716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65578C"/>
                </a:solidFill>
                <a:latin typeface="DejaVu Serif"/>
                <a:ea typeface="DejaVu Serif"/>
                <a:cs typeface="DejaVu Serif"/>
              </a:defRPr>
            </a:defPPr>
            <a:lvl1pPr algn="l">
              <a:defRPr sz="1800" b="1">
                <a:solidFill>
                  <a:srgbClr val="65578C"/>
                </a:solidFill>
                <a:latin typeface="DejaVu Serif"/>
                <a:ea typeface="DejaVu Serif"/>
                <a:cs typeface="DejaVu Serif"/>
              </a:defRPr>
            </a:lvl1pPr>
            <a:lvl2pPr algn="l">
              <a:defRPr sz="1800" b="1">
                <a:solidFill>
                  <a:srgbClr val="65578C"/>
                </a:solidFill>
                <a:latin typeface="DejaVu Serif"/>
                <a:ea typeface="DejaVu Serif"/>
                <a:cs typeface="DejaVu Serif"/>
              </a:defRPr>
            </a:lvl2pPr>
            <a:lvl3pPr algn="l">
              <a:defRPr sz="1800" b="1">
                <a:solidFill>
                  <a:srgbClr val="65578C"/>
                </a:solidFill>
                <a:latin typeface="DejaVu Serif"/>
                <a:ea typeface="DejaVu Serif"/>
                <a:cs typeface="DejaVu Serif"/>
              </a:defRPr>
            </a:lvl3pPr>
            <a:lvl4pPr algn="l">
              <a:defRPr sz="1800" b="1">
                <a:solidFill>
                  <a:srgbClr val="65578C"/>
                </a:solidFill>
                <a:latin typeface="DejaVu Serif"/>
                <a:ea typeface="DejaVu Serif"/>
                <a:cs typeface="DejaVu Serif"/>
              </a:defRPr>
            </a:lvl4pPr>
            <a:lvl5pPr algn="l">
              <a:defRPr sz="1800" b="1">
                <a:solidFill>
                  <a:srgbClr val="65578C"/>
                </a:solidFill>
                <a:latin typeface="DejaVu Serif"/>
                <a:ea typeface="DejaVu Serif"/>
                <a:cs typeface="DejaVu Serif"/>
              </a:defRPr>
            </a:lvl5pPr>
            <a:lvl6pPr algn="l">
              <a:defRPr sz="1800" b="1">
                <a:solidFill>
                  <a:srgbClr val="65578C"/>
                </a:solidFill>
                <a:latin typeface="DejaVu Serif"/>
                <a:ea typeface="DejaVu Serif"/>
                <a:cs typeface="DejaVu Serif"/>
              </a:defRPr>
            </a:lvl6pPr>
            <a:lvl7pPr algn="l">
              <a:defRPr sz="1800" b="1">
                <a:solidFill>
                  <a:srgbClr val="65578C"/>
                </a:solidFill>
                <a:latin typeface="DejaVu Serif"/>
                <a:ea typeface="DejaVu Serif"/>
                <a:cs typeface="DejaVu Serif"/>
              </a:defRPr>
            </a:lvl7pPr>
            <a:lvl8pPr algn="l">
              <a:defRPr sz="1800" b="1">
                <a:solidFill>
                  <a:srgbClr val="65578C"/>
                </a:solidFill>
                <a:latin typeface="DejaVu Serif"/>
                <a:ea typeface="DejaVu Serif"/>
                <a:cs typeface="DejaVu Serif"/>
              </a:defRPr>
            </a:lvl8pPr>
            <a:lvl9pPr algn="l">
              <a:defRPr sz="1800" b="1">
                <a:solidFill>
                  <a:srgbClr val="65578C"/>
                </a:solidFill>
                <a:latin typeface="DejaVu Serif"/>
                <a:ea typeface="DejaVu Serif"/>
                <a:cs typeface="DejaVu Serif"/>
              </a:defRPr>
            </a:lvl9pPr>
          </a:lstStyle>
          <a:p xmlns:a="http://schemas.openxmlformats.org/drawingml/2006/main">
            <a:pPr algn="l">
              <a:defRPr sz="1800" b="1">
                <a:solidFill>
                  <a:srgbClr val="65578C"/>
                </a:solidFill>
                <a:latin typeface="DejaVu Serif"/>
                <a:ea typeface="DejaVu Serif"/>
                <a:cs typeface="DejaVu Serif"/>
              </a:defRPr>
            </a:pPr>
            <a:r>
              <a:rPr sz="1800" b="1">
                <a:solidFill>
                  <a:srgbClr val="65578C"/>
                </a:solidFill>
                <a:latin typeface="DejaVu Serif"/>
                <a:ea typeface="DejaVu Serif"/>
                <a:cs typeface="DejaVu Serif"/>
              </a:rPr>
              <a:t>AI Gateway</a:t>
            </a:r>
          </a:p>
        </p:txBody>
      </p:sp>
      <p:sp>
        <p:nvSpPr>
          <p:cNvPr id="22" name="text-224">
            <a:extLst xmlns:a="http://schemas.openxmlformats.org/drawingml/2006/main">
              <a:ext uri="{FF2B5EF4-FFF2-40B4-BE49-F238E27FC236}">
                <a16:creationId xmlns:a16="http://schemas.microsoft.com/office/drawing/2014/main" id="{43397550-B9A0-484E-A71D-C385EE19281B}"/>
              </a:ext>
            </a:extLst>
          </p:cNvPr>
          <p:cNvSpPr>
            <a:spLocks xmlns:a="http://schemas.openxmlformats.org/drawingml/2006/main" noGrp="1"/>
          </p:cNvSpPr>
          <p:nvPr/>
        </p:nvSpPr>
        <p:spPr>
          <a:xfrm xmlns:a="http://schemas.openxmlformats.org/drawingml/2006/main">
            <a:off x="4000500" y="4686300"/>
            <a:ext cx="15716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354A5F"/>
                </a:solidFill>
                <a:latin typeface="DejaVu Sans"/>
                <a:ea typeface="DejaVu Sans"/>
                <a:cs typeface="DejaVu Sans"/>
              </a:defRPr>
            </a:defPPr>
            <a:lvl1pPr algn="l">
              <a:defRPr sz="1350" b="0">
                <a:solidFill>
                  <a:srgbClr val="354A5F"/>
                </a:solidFill>
                <a:latin typeface="DejaVu Sans"/>
                <a:ea typeface="DejaVu Sans"/>
                <a:cs typeface="DejaVu Sans"/>
              </a:defRPr>
            </a:lvl1pPr>
            <a:lvl2pPr algn="l">
              <a:defRPr sz="1350" b="0">
                <a:solidFill>
                  <a:srgbClr val="354A5F"/>
                </a:solidFill>
                <a:latin typeface="DejaVu Sans"/>
                <a:ea typeface="DejaVu Sans"/>
                <a:cs typeface="DejaVu Sans"/>
              </a:defRPr>
            </a:lvl2pPr>
            <a:lvl3pPr algn="l">
              <a:defRPr sz="1350" b="0">
                <a:solidFill>
                  <a:srgbClr val="354A5F"/>
                </a:solidFill>
                <a:latin typeface="DejaVu Sans"/>
                <a:ea typeface="DejaVu Sans"/>
                <a:cs typeface="DejaVu Sans"/>
              </a:defRPr>
            </a:lvl3pPr>
            <a:lvl4pPr algn="l">
              <a:defRPr sz="1350" b="0">
                <a:solidFill>
                  <a:srgbClr val="354A5F"/>
                </a:solidFill>
                <a:latin typeface="DejaVu Sans"/>
                <a:ea typeface="DejaVu Sans"/>
                <a:cs typeface="DejaVu Sans"/>
              </a:defRPr>
            </a:lvl4pPr>
            <a:lvl5pPr algn="l">
              <a:defRPr sz="1350" b="0">
                <a:solidFill>
                  <a:srgbClr val="354A5F"/>
                </a:solidFill>
                <a:latin typeface="DejaVu Sans"/>
                <a:ea typeface="DejaVu Sans"/>
                <a:cs typeface="DejaVu Sans"/>
              </a:defRPr>
            </a:lvl5pPr>
            <a:lvl6pPr algn="l">
              <a:defRPr sz="1350" b="0">
                <a:solidFill>
                  <a:srgbClr val="354A5F"/>
                </a:solidFill>
                <a:latin typeface="DejaVu Sans"/>
                <a:ea typeface="DejaVu Sans"/>
                <a:cs typeface="DejaVu Sans"/>
              </a:defRPr>
            </a:lvl6pPr>
            <a:lvl7pPr algn="l">
              <a:defRPr sz="1350" b="0">
                <a:solidFill>
                  <a:srgbClr val="354A5F"/>
                </a:solidFill>
                <a:latin typeface="DejaVu Sans"/>
                <a:ea typeface="DejaVu Sans"/>
                <a:cs typeface="DejaVu Sans"/>
              </a:defRPr>
            </a:lvl7pPr>
            <a:lvl8pPr algn="l">
              <a:defRPr sz="1350" b="0">
                <a:solidFill>
                  <a:srgbClr val="354A5F"/>
                </a:solidFill>
                <a:latin typeface="DejaVu Sans"/>
                <a:ea typeface="DejaVu Sans"/>
                <a:cs typeface="DejaVu Sans"/>
              </a:defRPr>
            </a:lvl8pPr>
            <a:lvl9pPr algn="l">
              <a:defRPr sz="1350" b="0">
                <a:solidFill>
                  <a:srgbClr val="354A5F"/>
                </a:solidFill>
                <a:latin typeface="DejaVu Sans"/>
                <a:ea typeface="DejaVu Sans"/>
                <a:cs typeface="DejaVu Sans"/>
              </a:defRPr>
            </a:lvl9pPr>
          </a:lstStyle>
          <a:p xmlns:a="http://schemas.openxmlformats.org/drawingml/2006/main">
            <a:pPr algn="l">
              <a:defRPr sz="1350" b="0">
                <a:solidFill>
                  <a:srgbClr val="354A5F"/>
                </a:solidFill>
                <a:latin typeface="DejaVu Sans"/>
                <a:ea typeface="DejaVu Sans"/>
                <a:cs typeface="DejaVu Sans"/>
              </a:defRPr>
            </a:pPr>
            <a:r>
              <a:rPr sz="1350" b="0">
                <a:solidFill>
                  <a:srgbClr val="354A5F"/>
                </a:solidFill>
                <a:latin typeface="DejaVu Sans"/>
                <a:ea typeface="DejaVu Sans"/>
                <a:cs typeface="DejaVu Sans"/>
              </a:rPr>
              <a:t>Semantic profiles</a:t>
            </a:r>
          </a:p>
          <a:p xmlns:a="http://schemas.openxmlformats.org/drawingml/2006/main">
            <a:pPr algn="l">
              <a:defRPr sz="1350" b="0">
                <a:solidFill>
                  <a:srgbClr val="354A5F"/>
                </a:solidFill>
                <a:latin typeface="DejaVu Sans"/>
                <a:ea typeface="DejaVu Sans"/>
                <a:cs typeface="DejaVu Sans"/>
              </a:defRPr>
            </a:pPr>
            <a:r>
              <a:rPr sz="1350" b="0">
                <a:solidFill>
                  <a:srgbClr val="354A5F"/>
                </a:solidFill>
                <a:latin typeface="DejaVu Sans"/>
                <a:ea typeface="DejaVu Sans"/>
                <a:cs typeface="DejaVu Sans"/>
              </a:rPr>
              <a:t>and rule inference</a:t>
            </a:r>
          </a:p>
        </p:txBody>
      </p:sp>
      <p:sp>
        <p:nvSpPr>
          <p:cNvPr id="23" name="panel-225">
            <a:extLst xmlns:a="http://schemas.openxmlformats.org/drawingml/2006/main">
              <a:ext uri="{FF2B5EF4-FFF2-40B4-BE49-F238E27FC236}">
                <a16:creationId xmlns:a16="http://schemas.microsoft.com/office/drawing/2014/main" id="{D9A5AB92-4F38-40B9-A626-E7BAA69528F3}"/>
              </a:ext>
            </a:extLst>
          </p:cNvPr>
          <p:cNvSpPr>
            <a:spLocks xmlns:a="http://schemas.openxmlformats.org/drawingml/2006/main" noGrp="1"/>
          </p:cNvSpPr>
          <p:nvPr/>
        </p:nvSpPr>
        <p:spPr>
          <a:xfrm xmlns:a="http://schemas.openxmlformats.org/drawingml/2006/main">
            <a:off x="6048375" y="4076700"/>
            <a:ext cx="1952625" cy="1171575"/>
          </a:xfrm>
          <a:prstGeom xmlns:a="http://schemas.openxmlformats.org/drawingml/2006/main" prst="roundRect">
            <a:avLst>
              <a:gd name="adj" fmla="val 11382"/>
            </a:avLst>
          </a:prstGeom>
          <a:solidFill xmlns:a="http://schemas.openxmlformats.org/drawingml/2006/main">
            <a:srgbClr val="F2F7FA"/>
          </a:solidFill>
          <a:ln xmlns:a="http://schemas.openxmlformats.org/drawingml/2006/main" w="9525">
            <a:solidFill>
              <a:srgbClr val="D9E5EC"/>
            </a:solidFill>
            <a:prstDash val="solid"/>
          </a:ln>
        </p:spPr>
      </p:sp>
      <p:sp>
        <p:nvSpPr>
          <p:cNvPr id="24" name="text-226">
            <a:extLst xmlns:a="http://schemas.openxmlformats.org/drawingml/2006/main">
              <a:ext uri="{FF2B5EF4-FFF2-40B4-BE49-F238E27FC236}">
                <a16:creationId xmlns:a16="http://schemas.microsoft.com/office/drawing/2014/main" id="{7428AF6D-DE1B-4C5E-A98E-DD4A054FCC28}"/>
              </a:ext>
            </a:extLst>
          </p:cNvPr>
          <p:cNvSpPr>
            <a:spLocks xmlns:a="http://schemas.openxmlformats.org/drawingml/2006/main" noGrp="1"/>
          </p:cNvSpPr>
          <p:nvPr/>
        </p:nvSpPr>
        <p:spPr>
          <a:xfrm xmlns:a="http://schemas.openxmlformats.org/drawingml/2006/main">
            <a:off x="6238875" y="4276725"/>
            <a:ext cx="15716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62C45"/>
                </a:solidFill>
                <a:latin typeface="DejaVu Serif"/>
                <a:ea typeface="DejaVu Serif"/>
                <a:cs typeface="DejaVu Serif"/>
              </a:defRPr>
            </a:defPPr>
            <a:lvl1pPr algn="l">
              <a:defRPr sz="1725" b="1">
                <a:solidFill>
                  <a:srgbClr val="162C45"/>
                </a:solidFill>
                <a:latin typeface="DejaVu Serif"/>
                <a:ea typeface="DejaVu Serif"/>
                <a:cs typeface="DejaVu Serif"/>
              </a:defRPr>
            </a:lvl1pPr>
            <a:lvl2pPr algn="l">
              <a:defRPr sz="1725" b="1">
                <a:solidFill>
                  <a:srgbClr val="162C45"/>
                </a:solidFill>
                <a:latin typeface="DejaVu Serif"/>
                <a:ea typeface="DejaVu Serif"/>
                <a:cs typeface="DejaVu Serif"/>
              </a:defRPr>
            </a:lvl2pPr>
            <a:lvl3pPr algn="l">
              <a:defRPr sz="1725" b="1">
                <a:solidFill>
                  <a:srgbClr val="162C45"/>
                </a:solidFill>
                <a:latin typeface="DejaVu Serif"/>
                <a:ea typeface="DejaVu Serif"/>
                <a:cs typeface="DejaVu Serif"/>
              </a:defRPr>
            </a:lvl3pPr>
            <a:lvl4pPr algn="l">
              <a:defRPr sz="1725" b="1">
                <a:solidFill>
                  <a:srgbClr val="162C45"/>
                </a:solidFill>
                <a:latin typeface="DejaVu Serif"/>
                <a:ea typeface="DejaVu Serif"/>
                <a:cs typeface="DejaVu Serif"/>
              </a:defRPr>
            </a:lvl4pPr>
            <a:lvl5pPr algn="l">
              <a:defRPr sz="1725" b="1">
                <a:solidFill>
                  <a:srgbClr val="162C45"/>
                </a:solidFill>
                <a:latin typeface="DejaVu Serif"/>
                <a:ea typeface="DejaVu Serif"/>
                <a:cs typeface="DejaVu Serif"/>
              </a:defRPr>
            </a:lvl5pPr>
            <a:lvl6pPr algn="l">
              <a:defRPr sz="1725" b="1">
                <a:solidFill>
                  <a:srgbClr val="162C45"/>
                </a:solidFill>
                <a:latin typeface="DejaVu Serif"/>
                <a:ea typeface="DejaVu Serif"/>
                <a:cs typeface="DejaVu Serif"/>
              </a:defRPr>
            </a:lvl6pPr>
            <a:lvl7pPr algn="l">
              <a:defRPr sz="1725" b="1">
                <a:solidFill>
                  <a:srgbClr val="162C45"/>
                </a:solidFill>
                <a:latin typeface="DejaVu Serif"/>
                <a:ea typeface="DejaVu Serif"/>
                <a:cs typeface="DejaVu Serif"/>
              </a:defRPr>
            </a:lvl7pPr>
            <a:lvl8pPr algn="l">
              <a:defRPr sz="1725" b="1">
                <a:solidFill>
                  <a:srgbClr val="162C45"/>
                </a:solidFill>
                <a:latin typeface="DejaVu Serif"/>
                <a:ea typeface="DejaVu Serif"/>
                <a:cs typeface="DejaVu Serif"/>
              </a:defRPr>
            </a:lvl8pPr>
            <a:lvl9pPr algn="l">
              <a:defRPr sz="1725" b="1">
                <a:solidFill>
                  <a:srgbClr val="162C45"/>
                </a:solidFill>
                <a:latin typeface="DejaVu Serif"/>
                <a:ea typeface="DejaVu Serif"/>
                <a:cs typeface="DejaVu Serif"/>
              </a:defRPr>
            </a:lvl9pPr>
          </a:lstStyle>
          <a:p xmlns:a="http://schemas.openxmlformats.org/drawingml/2006/main">
            <a:pPr algn="l">
              <a:defRPr sz="1725" b="1">
                <a:solidFill>
                  <a:srgbClr val="162C45"/>
                </a:solidFill>
                <a:latin typeface="DejaVu Serif"/>
                <a:ea typeface="DejaVu Serif"/>
                <a:cs typeface="DejaVu Serif"/>
              </a:defRPr>
            </a:pPr>
            <a:r>
              <a:rPr sz="1725" b="1">
                <a:solidFill>
                  <a:srgbClr val="162C45"/>
                </a:solidFill>
                <a:latin typeface="DejaVu Serif"/>
                <a:ea typeface="DejaVu Serif"/>
                <a:cs typeface="DejaVu Serif"/>
              </a:rPr>
              <a:t>Artifacts</a:t>
            </a:r>
          </a:p>
        </p:txBody>
      </p:sp>
      <p:sp>
        <p:nvSpPr>
          <p:cNvPr id="25" name="text-227">
            <a:extLst xmlns:a="http://schemas.openxmlformats.org/drawingml/2006/main">
              <a:ext uri="{FF2B5EF4-FFF2-40B4-BE49-F238E27FC236}">
                <a16:creationId xmlns:a16="http://schemas.microsoft.com/office/drawing/2014/main" id="{45FDEEA8-B0B6-4D84-B2BC-34479A6DB842}"/>
              </a:ext>
            </a:extLst>
          </p:cNvPr>
          <p:cNvSpPr>
            <a:spLocks xmlns:a="http://schemas.openxmlformats.org/drawingml/2006/main" noGrp="1"/>
          </p:cNvSpPr>
          <p:nvPr/>
        </p:nvSpPr>
        <p:spPr>
          <a:xfrm xmlns:a="http://schemas.openxmlformats.org/drawingml/2006/main">
            <a:off x="6238875" y="4686300"/>
            <a:ext cx="15716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354A5F"/>
                </a:solidFill>
                <a:latin typeface="DejaVu Sans"/>
                <a:ea typeface="DejaVu Sans"/>
                <a:cs typeface="DejaVu Sans"/>
              </a:defRPr>
            </a:defPPr>
            <a:lvl1pPr algn="l">
              <a:defRPr sz="1350" b="0">
                <a:solidFill>
                  <a:srgbClr val="354A5F"/>
                </a:solidFill>
                <a:latin typeface="DejaVu Sans"/>
                <a:ea typeface="DejaVu Sans"/>
                <a:cs typeface="DejaVu Sans"/>
              </a:defRPr>
            </a:lvl1pPr>
            <a:lvl2pPr algn="l">
              <a:defRPr sz="1350" b="0">
                <a:solidFill>
                  <a:srgbClr val="354A5F"/>
                </a:solidFill>
                <a:latin typeface="DejaVu Sans"/>
                <a:ea typeface="DejaVu Sans"/>
                <a:cs typeface="DejaVu Sans"/>
              </a:defRPr>
            </a:lvl2pPr>
            <a:lvl3pPr algn="l">
              <a:defRPr sz="1350" b="0">
                <a:solidFill>
                  <a:srgbClr val="354A5F"/>
                </a:solidFill>
                <a:latin typeface="DejaVu Sans"/>
                <a:ea typeface="DejaVu Sans"/>
                <a:cs typeface="DejaVu Sans"/>
              </a:defRPr>
            </a:lvl3pPr>
            <a:lvl4pPr algn="l">
              <a:defRPr sz="1350" b="0">
                <a:solidFill>
                  <a:srgbClr val="354A5F"/>
                </a:solidFill>
                <a:latin typeface="DejaVu Sans"/>
                <a:ea typeface="DejaVu Sans"/>
                <a:cs typeface="DejaVu Sans"/>
              </a:defRPr>
            </a:lvl4pPr>
            <a:lvl5pPr algn="l">
              <a:defRPr sz="1350" b="0">
                <a:solidFill>
                  <a:srgbClr val="354A5F"/>
                </a:solidFill>
                <a:latin typeface="DejaVu Sans"/>
                <a:ea typeface="DejaVu Sans"/>
                <a:cs typeface="DejaVu Sans"/>
              </a:defRPr>
            </a:lvl5pPr>
            <a:lvl6pPr algn="l">
              <a:defRPr sz="1350" b="0">
                <a:solidFill>
                  <a:srgbClr val="354A5F"/>
                </a:solidFill>
                <a:latin typeface="DejaVu Sans"/>
                <a:ea typeface="DejaVu Sans"/>
                <a:cs typeface="DejaVu Sans"/>
              </a:defRPr>
            </a:lvl6pPr>
            <a:lvl7pPr algn="l">
              <a:defRPr sz="1350" b="0">
                <a:solidFill>
                  <a:srgbClr val="354A5F"/>
                </a:solidFill>
                <a:latin typeface="DejaVu Sans"/>
                <a:ea typeface="DejaVu Sans"/>
                <a:cs typeface="DejaVu Sans"/>
              </a:defRPr>
            </a:lvl7pPr>
            <a:lvl8pPr algn="l">
              <a:defRPr sz="1350" b="0">
                <a:solidFill>
                  <a:srgbClr val="354A5F"/>
                </a:solidFill>
                <a:latin typeface="DejaVu Sans"/>
                <a:ea typeface="DejaVu Sans"/>
                <a:cs typeface="DejaVu Sans"/>
              </a:defRPr>
            </a:lvl8pPr>
            <a:lvl9pPr algn="l">
              <a:defRPr sz="1350" b="0">
                <a:solidFill>
                  <a:srgbClr val="354A5F"/>
                </a:solidFill>
                <a:latin typeface="DejaVu Sans"/>
                <a:ea typeface="DejaVu Sans"/>
                <a:cs typeface="DejaVu Sans"/>
              </a:defRPr>
            </a:lvl9pPr>
          </a:lstStyle>
          <a:p xmlns:a="http://schemas.openxmlformats.org/drawingml/2006/main">
            <a:pPr algn="l">
              <a:defRPr sz="1350" b="0">
                <a:solidFill>
                  <a:srgbClr val="354A5F"/>
                </a:solidFill>
                <a:latin typeface="DejaVu Sans"/>
                <a:ea typeface="DejaVu Sans"/>
                <a:cs typeface="DejaVu Sans"/>
              </a:defRPr>
            </a:pPr>
            <a:r>
              <a:rPr sz="1350" b="0">
                <a:solidFill>
                  <a:srgbClr val="354A5F"/>
                </a:solidFill>
                <a:latin typeface="DejaVu Sans"/>
                <a:ea typeface="DejaVu Sans"/>
                <a:cs typeface="DejaVu Sans"/>
              </a:rPr>
              <a:t>Profiles, rules</a:t>
            </a:r>
          </a:p>
          <a:p xmlns:a="http://schemas.openxmlformats.org/drawingml/2006/main">
            <a:pPr algn="l">
              <a:defRPr sz="1350" b="0">
                <a:solidFill>
                  <a:srgbClr val="354A5F"/>
                </a:solidFill>
                <a:latin typeface="DejaVu Sans"/>
                <a:ea typeface="DejaVu Sans"/>
                <a:cs typeface="DejaVu Sans"/>
              </a:defRPr>
            </a:pPr>
            <a:r>
              <a:rPr sz="1350" b="0">
                <a:solidFill>
                  <a:srgbClr val="354A5F"/>
                </a:solidFill>
                <a:latin typeface="DejaVu Sans"/>
                <a:ea typeface="DejaVu Sans"/>
                <a:cs typeface="DejaVu Sans"/>
              </a:rPr>
              <a:t>and diagnostics</a:t>
            </a:r>
          </a:p>
        </p:txBody>
      </p:sp>
      <p:sp>
        <p:nvSpPr>
          <p:cNvPr id="26" name="panel-228">
            <a:extLst xmlns:a="http://schemas.openxmlformats.org/drawingml/2006/main">
              <a:ext uri="{FF2B5EF4-FFF2-40B4-BE49-F238E27FC236}">
                <a16:creationId xmlns:a16="http://schemas.microsoft.com/office/drawing/2014/main" id="{589A6608-979E-4394-BDD0-6EF43248E61F}"/>
              </a:ext>
            </a:extLst>
          </p:cNvPr>
          <p:cNvSpPr>
            <a:spLocks xmlns:a="http://schemas.openxmlformats.org/drawingml/2006/main" noGrp="1"/>
          </p:cNvSpPr>
          <p:nvPr/>
        </p:nvSpPr>
        <p:spPr>
          <a:xfrm xmlns:a="http://schemas.openxmlformats.org/drawingml/2006/main">
            <a:off x="8791575" y="2009775"/>
            <a:ext cx="2790825" cy="3238500"/>
          </a:xfrm>
          <a:prstGeom xmlns:a="http://schemas.openxmlformats.org/drawingml/2006/main" prst="roundRect">
            <a:avLst>
              <a:gd name="adj" fmla="val 4778"/>
            </a:avLst>
          </a:prstGeom>
          <a:solidFill xmlns:a="http://schemas.openxmlformats.org/drawingml/2006/main">
            <a:srgbClr val="F2F7FA"/>
          </a:solidFill>
          <a:ln xmlns:a="http://schemas.openxmlformats.org/drawingml/2006/main" w="9525">
            <a:solidFill>
              <a:srgbClr val="D9E5EC"/>
            </a:solidFill>
            <a:prstDash val="solid"/>
          </a:ln>
        </p:spPr>
      </p:sp>
      <p:sp>
        <p:nvSpPr>
          <p:cNvPr id="27" name="panel-229">
            <a:extLst xmlns:a="http://schemas.openxmlformats.org/drawingml/2006/main">
              <a:ext uri="{FF2B5EF4-FFF2-40B4-BE49-F238E27FC236}">
                <a16:creationId xmlns:a16="http://schemas.microsoft.com/office/drawing/2014/main" id="{F8B1340E-4E68-429D-AC66-9C7D73F75260}"/>
              </a:ext>
            </a:extLst>
          </p:cNvPr>
          <p:cNvSpPr>
            <a:spLocks xmlns:a="http://schemas.openxmlformats.org/drawingml/2006/main" noGrp="1"/>
          </p:cNvSpPr>
          <p:nvPr/>
        </p:nvSpPr>
        <p:spPr>
          <a:xfrm xmlns:a="http://schemas.openxmlformats.org/drawingml/2006/main">
            <a:off x="9020175" y="2247900"/>
            <a:ext cx="533400" cy="533400"/>
          </a:xfrm>
          <a:prstGeom xmlns:a="http://schemas.openxmlformats.org/drawingml/2006/main" prst="roundRect">
            <a:avLst>
              <a:gd name="adj" fmla="val 50000"/>
            </a:avLst>
          </a:prstGeom>
          <a:solidFill xmlns:a="http://schemas.openxmlformats.org/drawingml/2006/main">
            <a:srgbClr val="247E91"/>
          </a:solidFill>
          <a:ln xmlns:a="http://schemas.openxmlformats.org/drawingml/2006/main" w="0">
            <a:noFill/>
            <a:prstDash val="solid"/>
          </a:ln>
        </p:spPr>
      </p:sp>
      <p:pic>
        <p:nvPicPr>
          <p:cNvPr id="28" name="">
            <a:extLst xmlns:a="http://schemas.openxmlformats.org/drawingml/2006/main">
              <a:ext uri="{FF2B5EF4-FFF2-40B4-BE49-F238E27FC236}">
                <a16:creationId xmlns:a16="http://schemas.microsoft.com/office/drawing/2014/main" id="{F2DADDEC-1DE5-4E96-85F9-4616CF23C0C2}"/>
              </a:ext>
            </a:extLst>
          </p:cNvPr>
          <p:cNvPicPr>
            <a:picLocks xmlns:a="http://schemas.openxmlformats.org/drawingml/2006/main" noChangeAspect="1"/>
          </p:cNvPicPr>
          <p:nvPr/>
        </p:nvPicPr>
        <p:blipFill>
          <a:blip xmlns:r="http://schemas.openxmlformats.org/officeDocument/2006/relationships" xmlns:a="http://schemas.openxmlformats.org/drawingml/2006/main" r:embed="R725b2a16ca364675">
            <a:extLst>
              <a:ext uri="{96DAC541-7B7A-43D3-8B79-37D633B846F1}">
                <asvg:svgBlip xmlns:asvg="http://schemas.microsoft.com/office/drawing/2016/SVG/main" r:embed="R2a739eefcfd74fd6"/>
              </a:ext>
            </a:extLst>
          </a:blip>
          <a:stretch xmlns:a="http://schemas.openxmlformats.org/drawingml/2006/main"/>
        </p:blipFill>
        <p:spPr>
          <a:xfrm xmlns:a="http://schemas.openxmlformats.org/drawingml/2006/main">
            <a:off x="9148191" y="2375916"/>
            <a:ext cx="277368" cy="277368"/>
          </a:xfrm>
          <a:prstGeom xmlns:a="http://schemas.openxmlformats.org/drawingml/2006/main" prst="rect">
            <a:avLst/>
          </a:prstGeom>
        </p:spPr>
      </p:pic>
      <p:sp>
        <p:nvSpPr>
          <p:cNvPr id="29" name="text-230">
            <a:extLst xmlns:a="http://schemas.openxmlformats.org/drawingml/2006/main">
              <a:ext uri="{FF2B5EF4-FFF2-40B4-BE49-F238E27FC236}">
                <a16:creationId xmlns:a16="http://schemas.microsoft.com/office/drawing/2014/main" id="{09045DE8-8EC8-4611-9C71-E840E8C885A1}"/>
              </a:ext>
            </a:extLst>
          </p:cNvPr>
          <p:cNvSpPr>
            <a:spLocks xmlns:a="http://schemas.openxmlformats.org/drawingml/2006/main" noGrp="1"/>
          </p:cNvSpPr>
          <p:nvPr/>
        </p:nvSpPr>
        <p:spPr>
          <a:xfrm xmlns:a="http://schemas.openxmlformats.org/drawingml/2006/main">
            <a:off x="9705975" y="2333625"/>
            <a:ext cx="1676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162C45"/>
                </a:solidFill>
                <a:latin typeface="DejaVu Serif"/>
                <a:ea typeface="DejaVu Serif"/>
                <a:cs typeface="DejaVu Serif"/>
              </a:defRPr>
            </a:defPPr>
            <a:lvl1pPr algn="l">
              <a:defRPr sz="1950" b="1">
                <a:solidFill>
                  <a:srgbClr val="162C45"/>
                </a:solidFill>
                <a:latin typeface="DejaVu Serif"/>
                <a:ea typeface="DejaVu Serif"/>
                <a:cs typeface="DejaVu Serif"/>
              </a:defRPr>
            </a:lvl1pPr>
            <a:lvl2pPr algn="l">
              <a:defRPr sz="1950" b="1">
                <a:solidFill>
                  <a:srgbClr val="162C45"/>
                </a:solidFill>
                <a:latin typeface="DejaVu Serif"/>
                <a:ea typeface="DejaVu Serif"/>
                <a:cs typeface="DejaVu Serif"/>
              </a:defRPr>
            </a:lvl2pPr>
            <a:lvl3pPr algn="l">
              <a:defRPr sz="1950" b="1">
                <a:solidFill>
                  <a:srgbClr val="162C45"/>
                </a:solidFill>
                <a:latin typeface="DejaVu Serif"/>
                <a:ea typeface="DejaVu Serif"/>
                <a:cs typeface="DejaVu Serif"/>
              </a:defRPr>
            </a:lvl3pPr>
            <a:lvl4pPr algn="l">
              <a:defRPr sz="1950" b="1">
                <a:solidFill>
                  <a:srgbClr val="162C45"/>
                </a:solidFill>
                <a:latin typeface="DejaVu Serif"/>
                <a:ea typeface="DejaVu Serif"/>
                <a:cs typeface="DejaVu Serif"/>
              </a:defRPr>
            </a:lvl4pPr>
            <a:lvl5pPr algn="l">
              <a:defRPr sz="1950" b="1">
                <a:solidFill>
                  <a:srgbClr val="162C45"/>
                </a:solidFill>
                <a:latin typeface="DejaVu Serif"/>
                <a:ea typeface="DejaVu Serif"/>
                <a:cs typeface="DejaVu Serif"/>
              </a:defRPr>
            </a:lvl5pPr>
            <a:lvl6pPr algn="l">
              <a:defRPr sz="1950" b="1">
                <a:solidFill>
                  <a:srgbClr val="162C45"/>
                </a:solidFill>
                <a:latin typeface="DejaVu Serif"/>
                <a:ea typeface="DejaVu Serif"/>
                <a:cs typeface="DejaVu Serif"/>
              </a:defRPr>
            </a:lvl6pPr>
            <a:lvl7pPr algn="l">
              <a:defRPr sz="1950" b="1">
                <a:solidFill>
                  <a:srgbClr val="162C45"/>
                </a:solidFill>
                <a:latin typeface="DejaVu Serif"/>
                <a:ea typeface="DejaVu Serif"/>
                <a:cs typeface="DejaVu Serif"/>
              </a:defRPr>
            </a:lvl7pPr>
            <a:lvl8pPr algn="l">
              <a:defRPr sz="1950" b="1">
                <a:solidFill>
                  <a:srgbClr val="162C45"/>
                </a:solidFill>
                <a:latin typeface="DejaVu Serif"/>
                <a:ea typeface="DejaVu Serif"/>
                <a:cs typeface="DejaVu Serif"/>
              </a:defRPr>
            </a:lvl8pPr>
            <a:lvl9pPr algn="l">
              <a:defRPr sz="1950" b="1">
                <a:solidFill>
                  <a:srgbClr val="162C45"/>
                </a:solidFill>
                <a:latin typeface="DejaVu Serif"/>
                <a:ea typeface="DejaVu Serif"/>
                <a:cs typeface="DejaVu Serif"/>
              </a:defRPr>
            </a:lvl9pPr>
          </a:lstStyle>
          <a:p xmlns:a="http://schemas.openxmlformats.org/drawingml/2006/main">
            <a:pPr algn="l">
              <a:defRPr sz="1950" b="1">
                <a:solidFill>
                  <a:srgbClr val="162C45"/>
                </a:solidFill>
                <a:latin typeface="DejaVu Serif"/>
                <a:ea typeface="DejaVu Serif"/>
                <a:cs typeface="DejaVu Serif"/>
              </a:defRPr>
            </a:pPr>
            <a:r>
              <a:rPr sz="1950" b="1">
                <a:solidFill>
                  <a:srgbClr val="162C45"/>
                </a:solidFill>
                <a:latin typeface="DejaVu Serif"/>
                <a:ea typeface="DejaVu Serif"/>
                <a:cs typeface="DejaVu Serif"/>
              </a:rPr>
              <a:t>DQ Studio</a:t>
            </a:r>
          </a:p>
        </p:txBody>
      </p:sp>
      <p:sp>
        <p:nvSpPr>
          <p:cNvPr id="30" name="text-231">
            <a:extLst xmlns:a="http://schemas.openxmlformats.org/drawingml/2006/main">
              <a:ext uri="{FF2B5EF4-FFF2-40B4-BE49-F238E27FC236}">
                <a16:creationId xmlns:a16="http://schemas.microsoft.com/office/drawing/2014/main" id="{6EFA8CC7-F5EE-4614-A019-6AE6C2C75780}"/>
              </a:ext>
            </a:extLst>
          </p:cNvPr>
          <p:cNvSpPr>
            <a:spLocks xmlns:a="http://schemas.openxmlformats.org/drawingml/2006/main" noGrp="1"/>
          </p:cNvSpPr>
          <p:nvPr/>
        </p:nvSpPr>
        <p:spPr>
          <a:xfrm xmlns:a="http://schemas.openxmlformats.org/drawingml/2006/main">
            <a:off x="9020175" y="3067050"/>
            <a:ext cx="2324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24618C"/>
                </a:solidFill>
                <a:latin typeface="DejaVu Sans"/>
                <a:ea typeface="DejaVu Sans"/>
                <a:cs typeface="DejaVu Sans"/>
              </a:defRPr>
            </a:defPPr>
            <a:lvl1pPr algn="l">
              <a:defRPr sz="1575" b="1">
                <a:solidFill>
                  <a:srgbClr val="24618C"/>
                </a:solidFill>
                <a:latin typeface="DejaVu Sans"/>
                <a:ea typeface="DejaVu Sans"/>
                <a:cs typeface="DejaVu Sans"/>
              </a:defRPr>
            </a:lvl1pPr>
            <a:lvl2pPr algn="l">
              <a:defRPr sz="1575" b="1">
                <a:solidFill>
                  <a:srgbClr val="24618C"/>
                </a:solidFill>
                <a:latin typeface="DejaVu Sans"/>
                <a:ea typeface="DejaVu Sans"/>
                <a:cs typeface="DejaVu Sans"/>
              </a:defRPr>
            </a:lvl2pPr>
            <a:lvl3pPr algn="l">
              <a:defRPr sz="1575" b="1">
                <a:solidFill>
                  <a:srgbClr val="24618C"/>
                </a:solidFill>
                <a:latin typeface="DejaVu Sans"/>
                <a:ea typeface="DejaVu Sans"/>
                <a:cs typeface="DejaVu Sans"/>
              </a:defRPr>
            </a:lvl3pPr>
            <a:lvl4pPr algn="l">
              <a:defRPr sz="1575" b="1">
                <a:solidFill>
                  <a:srgbClr val="24618C"/>
                </a:solidFill>
                <a:latin typeface="DejaVu Sans"/>
                <a:ea typeface="DejaVu Sans"/>
                <a:cs typeface="DejaVu Sans"/>
              </a:defRPr>
            </a:lvl4pPr>
            <a:lvl5pPr algn="l">
              <a:defRPr sz="1575" b="1">
                <a:solidFill>
                  <a:srgbClr val="24618C"/>
                </a:solidFill>
                <a:latin typeface="DejaVu Sans"/>
                <a:ea typeface="DejaVu Sans"/>
                <a:cs typeface="DejaVu Sans"/>
              </a:defRPr>
            </a:lvl5pPr>
            <a:lvl6pPr algn="l">
              <a:defRPr sz="1575" b="1">
                <a:solidFill>
                  <a:srgbClr val="24618C"/>
                </a:solidFill>
                <a:latin typeface="DejaVu Sans"/>
                <a:ea typeface="DejaVu Sans"/>
                <a:cs typeface="DejaVu Sans"/>
              </a:defRPr>
            </a:lvl6pPr>
            <a:lvl7pPr algn="l">
              <a:defRPr sz="1575" b="1">
                <a:solidFill>
                  <a:srgbClr val="24618C"/>
                </a:solidFill>
                <a:latin typeface="DejaVu Sans"/>
                <a:ea typeface="DejaVu Sans"/>
                <a:cs typeface="DejaVu Sans"/>
              </a:defRPr>
            </a:lvl7pPr>
            <a:lvl8pPr algn="l">
              <a:defRPr sz="1575" b="1">
                <a:solidFill>
                  <a:srgbClr val="24618C"/>
                </a:solidFill>
                <a:latin typeface="DejaVu Sans"/>
                <a:ea typeface="DejaVu Sans"/>
                <a:cs typeface="DejaVu Sans"/>
              </a:defRPr>
            </a:lvl8pPr>
            <a:lvl9pPr algn="l">
              <a:defRPr sz="1575" b="1">
                <a:solidFill>
                  <a:srgbClr val="24618C"/>
                </a:solidFill>
                <a:latin typeface="DejaVu Sans"/>
                <a:ea typeface="DejaVu Sans"/>
                <a:cs typeface="DejaVu Sans"/>
              </a:defRPr>
            </a:lvl9pPr>
          </a:lstStyle>
          <a:p xmlns:a="http://schemas.openxmlformats.org/drawingml/2006/main">
            <a:pPr algn="l">
              <a:defRPr sz="1575" b="1">
                <a:solidFill>
                  <a:srgbClr val="24618C"/>
                </a:solidFill>
                <a:latin typeface="DejaVu Sans"/>
                <a:ea typeface="DejaVu Sans"/>
                <a:cs typeface="DejaVu Sans"/>
              </a:defRPr>
            </a:pPr>
            <a:r>
              <a:rPr sz="1575" b="1">
                <a:solidFill>
                  <a:srgbClr val="24618C"/>
                </a:solidFill>
                <a:latin typeface="DejaVu Sans"/>
                <a:ea typeface="DejaVu Sans"/>
                <a:cs typeface="DejaVu Sans"/>
              </a:rPr>
              <a:t>React + Vite</a:t>
            </a:r>
          </a:p>
        </p:txBody>
      </p:sp>
      <p:sp>
        <p:nvSpPr>
          <p:cNvPr id="31" name="text-232">
            <a:extLst xmlns:a="http://schemas.openxmlformats.org/drawingml/2006/main">
              <a:ext uri="{FF2B5EF4-FFF2-40B4-BE49-F238E27FC236}">
                <a16:creationId xmlns:a16="http://schemas.microsoft.com/office/drawing/2014/main" id="{355F2C37-168C-4B3B-B6E4-7415D7D5DFC1}"/>
              </a:ext>
            </a:extLst>
          </p:cNvPr>
          <p:cNvSpPr>
            <a:spLocks xmlns:a="http://schemas.openxmlformats.org/drawingml/2006/main" noGrp="1"/>
          </p:cNvSpPr>
          <p:nvPr/>
        </p:nvSpPr>
        <p:spPr>
          <a:xfrm xmlns:a="http://schemas.openxmlformats.org/drawingml/2006/main">
            <a:off x="9020175" y="3533775"/>
            <a:ext cx="2324100" cy="1533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354A5F"/>
                </a:solidFill>
                <a:latin typeface="DejaVu Sans"/>
                <a:ea typeface="DejaVu Sans"/>
                <a:cs typeface="DejaVu Sans"/>
              </a:defRPr>
            </a:defPPr>
            <a:lvl1pPr algn="l">
              <a:defRPr sz="1650" b="0">
                <a:solidFill>
                  <a:srgbClr val="354A5F"/>
                </a:solidFill>
                <a:latin typeface="DejaVu Sans"/>
                <a:ea typeface="DejaVu Sans"/>
                <a:cs typeface="DejaVu Sans"/>
              </a:defRPr>
            </a:lvl1pPr>
            <a:lvl2pPr algn="l">
              <a:defRPr sz="1650" b="0">
                <a:solidFill>
                  <a:srgbClr val="354A5F"/>
                </a:solidFill>
                <a:latin typeface="DejaVu Sans"/>
                <a:ea typeface="DejaVu Sans"/>
                <a:cs typeface="DejaVu Sans"/>
              </a:defRPr>
            </a:lvl2pPr>
            <a:lvl3pPr algn="l">
              <a:defRPr sz="1650" b="0">
                <a:solidFill>
                  <a:srgbClr val="354A5F"/>
                </a:solidFill>
                <a:latin typeface="DejaVu Sans"/>
                <a:ea typeface="DejaVu Sans"/>
                <a:cs typeface="DejaVu Sans"/>
              </a:defRPr>
            </a:lvl3pPr>
            <a:lvl4pPr algn="l">
              <a:defRPr sz="1650" b="0">
                <a:solidFill>
                  <a:srgbClr val="354A5F"/>
                </a:solidFill>
                <a:latin typeface="DejaVu Sans"/>
                <a:ea typeface="DejaVu Sans"/>
                <a:cs typeface="DejaVu Sans"/>
              </a:defRPr>
            </a:lvl4pPr>
            <a:lvl5pPr algn="l">
              <a:defRPr sz="1650" b="0">
                <a:solidFill>
                  <a:srgbClr val="354A5F"/>
                </a:solidFill>
                <a:latin typeface="DejaVu Sans"/>
                <a:ea typeface="DejaVu Sans"/>
                <a:cs typeface="DejaVu Sans"/>
              </a:defRPr>
            </a:lvl5pPr>
            <a:lvl6pPr algn="l">
              <a:defRPr sz="1650" b="0">
                <a:solidFill>
                  <a:srgbClr val="354A5F"/>
                </a:solidFill>
                <a:latin typeface="DejaVu Sans"/>
                <a:ea typeface="DejaVu Sans"/>
                <a:cs typeface="DejaVu Sans"/>
              </a:defRPr>
            </a:lvl6pPr>
            <a:lvl7pPr algn="l">
              <a:defRPr sz="1650" b="0">
                <a:solidFill>
                  <a:srgbClr val="354A5F"/>
                </a:solidFill>
                <a:latin typeface="DejaVu Sans"/>
                <a:ea typeface="DejaVu Sans"/>
                <a:cs typeface="DejaVu Sans"/>
              </a:defRPr>
            </a:lvl7pPr>
            <a:lvl8pPr algn="l">
              <a:defRPr sz="1650" b="0">
                <a:solidFill>
                  <a:srgbClr val="354A5F"/>
                </a:solidFill>
                <a:latin typeface="DejaVu Sans"/>
                <a:ea typeface="DejaVu Sans"/>
                <a:cs typeface="DejaVu Sans"/>
              </a:defRPr>
            </a:lvl8pPr>
            <a:lvl9pPr algn="l">
              <a:defRPr sz="1650" b="0">
                <a:solidFill>
                  <a:srgbClr val="354A5F"/>
                </a:solidFill>
                <a:latin typeface="DejaVu Sans"/>
                <a:ea typeface="DejaVu Sans"/>
                <a:cs typeface="DejaVu Sans"/>
              </a:defRPr>
            </a:lvl9pPr>
          </a:lstStyle>
          <a:p xmlns:a="http://schemas.openxmlformats.org/drawingml/2006/main">
            <a:pPr algn="l">
              <a:defRPr sz="1650" b="0">
                <a:solidFill>
                  <a:srgbClr val="354A5F"/>
                </a:solidFill>
                <a:latin typeface="DejaVu Sans"/>
                <a:ea typeface="DejaVu Sans"/>
                <a:cs typeface="DejaVu Sans"/>
              </a:defRPr>
            </a:pPr>
            <a:r>
              <a:rPr sz="1650" b="0">
                <a:solidFill>
                  <a:srgbClr val="354A5F"/>
                </a:solidFill>
                <a:latin typeface="DejaVu Sans"/>
                <a:ea typeface="DejaVu Sans"/>
                <a:cs typeface="DejaVu Sans"/>
              </a:rPr>
              <a:t>Start and monitor runs</a:t>
            </a:r>
          </a:p>
          <a:p xmlns:a="http://schemas.openxmlformats.org/drawingml/2006/main">
            <a:pPr algn="l">
              <a:defRPr sz="1650" b="0">
                <a:solidFill>
                  <a:srgbClr val="354A5F"/>
                </a:solidFill>
                <a:latin typeface="DejaVu Sans"/>
                <a:ea typeface="DejaVu Sans"/>
                <a:cs typeface="DejaVu Sans"/>
              </a:defRPr>
            </a:pPr>
            <a:r>
              <a:rPr sz="1650" b="0">
                <a:solidFill>
                  <a:srgbClr val="354A5F"/>
                </a:solidFill>
                <a:latin typeface="DejaVu Sans"/>
                <a:ea typeface="DejaVu Sans"/>
                <a:cs typeface="DejaVu Sans"/>
              </a:rPr>
              <a:t>Inspect profiles</a:t>
            </a:r>
          </a:p>
          <a:p xmlns:a="http://schemas.openxmlformats.org/drawingml/2006/main">
            <a:pPr algn="l">
              <a:defRPr sz="1650" b="0">
                <a:solidFill>
                  <a:srgbClr val="354A5F"/>
                </a:solidFill>
                <a:latin typeface="DejaVu Sans"/>
                <a:ea typeface="DejaVu Sans"/>
                <a:cs typeface="DejaVu Sans"/>
              </a:defRPr>
            </a:pPr>
            <a:r>
              <a:rPr sz="1650" b="0">
                <a:solidFill>
                  <a:srgbClr val="354A5F"/>
                </a:solidFill>
                <a:latin typeface="DejaVu Sans"/>
                <a:ea typeface="DejaVu Sans"/>
                <a:cs typeface="DejaVu Sans"/>
              </a:rPr>
              <a:t>Review rules and SQL</a:t>
            </a:r>
          </a:p>
          <a:p xmlns:a="http://schemas.openxmlformats.org/drawingml/2006/main">
            <a:pPr algn="l">
              <a:defRPr sz="1650" b="0">
                <a:solidFill>
                  <a:srgbClr val="354A5F"/>
                </a:solidFill>
                <a:latin typeface="DejaVu Sans"/>
                <a:ea typeface="DejaVu Sans"/>
                <a:cs typeface="DejaVu Sans"/>
              </a:defRPr>
            </a:pPr>
            <a:r>
              <a:rPr sz="1650" b="0">
                <a:solidFill>
                  <a:srgbClr val="354A5F"/>
                </a:solidFill>
                <a:latin typeface="DejaVu Sans"/>
                <a:ea typeface="DejaVu Sans"/>
                <a:cs typeface="DejaVu Sans"/>
              </a:rPr>
              <a:t>Export selected checks</a:t>
            </a:r>
          </a:p>
        </p:txBody>
      </p:sp>
      <p:sp>
        <p:nvSpPr>
          <p:cNvPr id="36" name="panel-233">
            <a:extLst xmlns:a="http://schemas.openxmlformats.org/drawingml/2006/main">
              <a:ext uri="{FF2B5EF4-FFF2-40B4-BE49-F238E27FC236}">
                <a16:creationId xmlns:a16="http://schemas.microsoft.com/office/drawing/2014/main" id="{10AAC03B-A3D9-43E1-AABE-F8825FD0FC25}"/>
              </a:ext>
            </a:extLst>
          </p:cNvPr>
          <p:cNvSpPr>
            <a:spLocks xmlns:a="http://schemas.openxmlformats.org/drawingml/2006/main" noGrp="1"/>
          </p:cNvSpPr>
          <p:nvPr/>
        </p:nvSpPr>
        <p:spPr>
          <a:xfrm xmlns:a="http://schemas.openxmlformats.org/drawingml/2006/main">
            <a:off x="609600" y="5524500"/>
            <a:ext cx="10972800" cy="523875"/>
          </a:xfrm>
          <a:prstGeom xmlns:a="http://schemas.openxmlformats.org/drawingml/2006/main" prst="roundRect">
            <a:avLst>
              <a:gd name="adj" fmla="val 14545"/>
            </a:avLst>
          </a:prstGeom>
          <a:solidFill xmlns:a="http://schemas.openxmlformats.org/drawingml/2006/main">
            <a:srgbClr val="14253D"/>
          </a:solidFill>
          <a:ln xmlns:a="http://schemas.openxmlformats.org/drawingml/2006/main" w="0">
            <a:noFill/>
            <a:prstDash val="solid"/>
          </a:ln>
        </p:spPr>
      </p:sp>
      <p:sp>
        <p:nvSpPr>
          <p:cNvPr id="37" name="text-234">
            <a:extLst xmlns:a="http://schemas.openxmlformats.org/drawingml/2006/main">
              <a:ext uri="{FF2B5EF4-FFF2-40B4-BE49-F238E27FC236}">
                <a16:creationId xmlns:a16="http://schemas.microsoft.com/office/drawing/2014/main" id="{861C5671-3171-4222-ADD5-C94BBE1A85AF}"/>
              </a:ext>
            </a:extLst>
          </p:cNvPr>
          <p:cNvSpPr>
            <a:spLocks xmlns:a="http://schemas.openxmlformats.org/drawingml/2006/main" noGrp="1"/>
          </p:cNvSpPr>
          <p:nvPr/>
        </p:nvSpPr>
        <p:spPr>
          <a:xfrm xmlns:a="http://schemas.openxmlformats.org/drawingml/2006/main">
            <a:off x="828675" y="5657850"/>
            <a:ext cx="10534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FFFFFF"/>
                </a:solidFill>
                <a:latin typeface="DejaVu Sans"/>
                <a:ea typeface="DejaVu Sans"/>
                <a:cs typeface="DejaVu Sans"/>
              </a:defRPr>
            </a:defPPr>
            <a:lvl1pPr algn="l">
              <a:defRPr sz="1500" b="1">
                <a:solidFill>
                  <a:srgbClr val="FFFFFF"/>
                </a:solidFill>
                <a:latin typeface="DejaVu Sans"/>
                <a:ea typeface="DejaVu Sans"/>
                <a:cs typeface="DejaVu Sans"/>
              </a:defRPr>
            </a:lvl1pPr>
            <a:lvl2pPr algn="l">
              <a:defRPr sz="1500" b="1">
                <a:solidFill>
                  <a:srgbClr val="FFFFFF"/>
                </a:solidFill>
                <a:latin typeface="DejaVu Sans"/>
                <a:ea typeface="DejaVu Sans"/>
                <a:cs typeface="DejaVu Sans"/>
              </a:defRPr>
            </a:lvl2pPr>
            <a:lvl3pPr algn="l">
              <a:defRPr sz="1500" b="1">
                <a:solidFill>
                  <a:srgbClr val="FFFFFF"/>
                </a:solidFill>
                <a:latin typeface="DejaVu Sans"/>
                <a:ea typeface="DejaVu Sans"/>
                <a:cs typeface="DejaVu Sans"/>
              </a:defRPr>
            </a:lvl3pPr>
            <a:lvl4pPr algn="l">
              <a:defRPr sz="1500" b="1">
                <a:solidFill>
                  <a:srgbClr val="FFFFFF"/>
                </a:solidFill>
                <a:latin typeface="DejaVu Sans"/>
                <a:ea typeface="DejaVu Sans"/>
                <a:cs typeface="DejaVu Sans"/>
              </a:defRPr>
            </a:lvl4pPr>
            <a:lvl5pPr algn="l">
              <a:defRPr sz="1500" b="1">
                <a:solidFill>
                  <a:srgbClr val="FFFFFF"/>
                </a:solidFill>
                <a:latin typeface="DejaVu Sans"/>
                <a:ea typeface="DejaVu Sans"/>
                <a:cs typeface="DejaVu Sans"/>
              </a:defRPr>
            </a:lvl5pPr>
            <a:lvl6pPr algn="l">
              <a:defRPr sz="1500" b="1">
                <a:solidFill>
                  <a:srgbClr val="FFFFFF"/>
                </a:solidFill>
                <a:latin typeface="DejaVu Sans"/>
                <a:ea typeface="DejaVu Sans"/>
                <a:cs typeface="DejaVu Sans"/>
              </a:defRPr>
            </a:lvl6pPr>
            <a:lvl7pPr algn="l">
              <a:defRPr sz="1500" b="1">
                <a:solidFill>
                  <a:srgbClr val="FFFFFF"/>
                </a:solidFill>
                <a:latin typeface="DejaVu Sans"/>
                <a:ea typeface="DejaVu Sans"/>
                <a:cs typeface="DejaVu Sans"/>
              </a:defRPr>
            </a:lvl7pPr>
            <a:lvl8pPr algn="l">
              <a:defRPr sz="1500" b="1">
                <a:solidFill>
                  <a:srgbClr val="FFFFFF"/>
                </a:solidFill>
                <a:latin typeface="DejaVu Sans"/>
                <a:ea typeface="DejaVu Sans"/>
                <a:cs typeface="DejaVu Sans"/>
              </a:defRPr>
            </a:lvl8pPr>
            <a:lvl9pPr algn="l">
              <a:defRPr sz="1500" b="1">
                <a:solidFill>
                  <a:srgbClr val="FFFFFF"/>
                </a:solidFill>
                <a:latin typeface="DejaVu Sans"/>
                <a:ea typeface="DejaVu Sans"/>
                <a:cs typeface="DejaVu Sans"/>
              </a:defRPr>
            </a:lvl9pPr>
          </a:lstStyle>
          <a:p xmlns:a="http://schemas.openxmlformats.org/drawingml/2006/main">
            <a:pPr algn="l">
              <a:defRPr sz="1500" b="1">
                <a:solidFill>
                  <a:srgbClr val="FFFFFF"/>
                </a:solidFill>
                <a:latin typeface="DejaVu Sans"/>
                <a:ea typeface="DejaVu Sans"/>
                <a:cs typeface="DejaVu Sans"/>
              </a:defRPr>
            </a:pPr>
            <a:r>
              <a:rPr sz="1500" b="1">
                <a:solidFill>
                  <a:srgbClr val="FFFFFF"/>
                </a:solidFill>
                <a:latin typeface="DejaVu Sans"/>
                <a:ea typeface="DejaVu Sans"/>
                <a:cs typeface="DejaVu Sans"/>
              </a:rPr>
              <a:t>Source reads and AI inference run in the backend. Review happens in DQ Studio.</a:t>
            </a:r>
          </a:p>
        </p:txBody>
      </p:sp>
    </p:spTree>
    <p:extLst>
      <p:ext uri="{BB962C8B-B14F-4D97-AF65-F5344CB8AC3E}">
        <p14:creationId xmlns:p14="http://schemas.microsoft.com/office/powerpoint/2010/main" val="27477197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7" name="">
            <a:extLst xmlns:a="http://schemas.openxmlformats.org/drawingml/2006/main">
              <a:ext uri="{FF2B5EF4-FFF2-40B4-BE49-F238E27FC236}">
                <a16:creationId xmlns:a16="http://schemas.microsoft.com/office/drawing/2014/main" id="{AE497A1D-AF55-46EA-AE79-A865ABADCF92}"/>
              </a:ext>
            </a:extLst>
          </p:cNvPr>
          <p:cNvCxnSpPr>
            <a:stCxn xmlns:a="http://schemas.openxmlformats.org/drawingml/2006/main" id="28" idx="1"/>
            <a:endCxn xmlns:a="http://schemas.openxmlformats.org/drawingml/2006/main" id="31" idx="3"/>
          </p:cNvCxnSpPr>
          <p:nvPr/>
        </p:nvCxnSpPr>
        <p:spPr>
          <a:xfrm xmlns:a="http://schemas.openxmlformats.org/drawingml/2006/main" flipH="1" flipV="1">
            <a:off x="6858000" y="5476875"/>
            <a:ext cx="1295400" cy="9525"/>
          </a:xfrm>
          <a:prstGeom xmlns:a="http://schemas.openxmlformats.org/drawingml/2006/main" prst="straightConnector1">
            <a:avLst/>
          </a:prstGeom>
          <a:ln xmlns:a="http://schemas.openxmlformats.org/drawingml/2006/main" w="20955">
            <a:solidFill>
              <a:srgbClr val="247E91"/>
            </a:solidFill>
            <a:prstDash val="solid"/>
            <a:tailEnd type="triangle" w="sm" len="sm"/>
          </a:ln>
        </p:spPr>
      </p:cxnSp>
      <p:cxnSp>
        <p:nvCxnSpPr>
          <p:cNvPr id="36" name="">
            <a:extLst xmlns:a="http://schemas.openxmlformats.org/drawingml/2006/main">
              <a:ext uri="{FF2B5EF4-FFF2-40B4-BE49-F238E27FC236}">
                <a16:creationId xmlns:a16="http://schemas.microsoft.com/office/drawing/2014/main" id="{F9F329AB-59AB-42AC-9710-282AB3DE80E9}"/>
              </a:ext>
            </a:extLst>
          </p:cNvPr>
          <p:cNvCxnSpPr>
            <a:stCxn xmlns:a="http://schemas.openxmlformats.org/drawingml/2006/main" id="22" idx="2"/>
            <a:endCxn xmlns:a="http://schemas.openxmlformats.org/drawingml/2006/main" id="31" idx="0"/>
          </p:cNvCxnSpPr>
          <p:nvPr/>
        </p:nvCxnSpPr>
        <p:spPr>
          <a:xfrm xmlns:a="http://schemas.openxmlformats.org/drawingml/2006/main">
            <a:off x="5372100" y="4619625"/>
            <a:ext cx="0" cy="523875"/>
          </a:xfrm>
          <a:prstGeom xmlns:a="http://schemas.openxmlformats.org/drawingml/2006/main" prst="straightConnector1">
            <a:avLst/>
          </a:prstGeom>
          <a:ln xmlns:a="http://schemas.openxmlformats.org/drawingml/2006/main" w="20955">
            <a:solidFill>
              <a:srgbClr val="247E91"/>
            </a:solidFill>
            <a:prstDash val="solid"/>
            <a:tailEnd type="triangle" w="sm" len="sm"/>
          </a:ln>
        </p:spPr>
      </p:cxnSp>
      <p:cxnSp>
        <p:nvCxnSpPr>
          <p:cNvPr id="35" name="">
            <a:extLst xmlns:a="http://schemas.openxmlformats.org/drawingml/2006/main">
              <a:ext uri="{FF2B5EF4-FFF2-40B4-BE49-F238E27FC236}">
                <a16:creationId xmlns:a16="http://schemas.microsoft.com/office/drawing/2014/main" id="{B9A077EC-9324-4DE2-B12E-099C81CF1A1B}"/>
              </a:ext>
            </a:extLst>
          </p:cNvPr>
          <p:cNvCxnSpPr>
            <a:stCxn xmlns:a="http://schemas.openxmlformats.org/drawingml/2006/main" id="25" idx="2"/>
            <a:endCxn xmlns:a="http://schemas.openxmlformats.org/drawingml/2006/main" id="28" idx="0"/>
          </p:cNvCxnSpPr>
          <p:nvPr/>
        </p:nvCxnSpPr>
        <p:spPr>
          <a:xfrm xmlns:a="http://schemas.openxmlformats.org/drawingml/2006/main">
            <a:off x="9867900" y="4619625"/>
            <a:ext cx="0" cy="333375"/>
          </a:xfrm>
          <a:prstGeom xmlns:a="http://schemas.openxmlformats.org/drawingml/2006/main" prst="straightConnector1">
            <a:avLst/>
          </a:prstGeom>
          <a:ln xmlns:a="http://schemas.openxmlformats.org/drawingml/2006/main" w="20955">
            <a:solidFill>
              <a:srgbClr val="247E91"/>
            </a:solidFill>
            <a:prstDash val="solid"/>
            <a:tailEnd type="triangle" w="sm" len="sm"/>
          </a:ln>
        </p:spPr>
      </p:cxnSp>
      <p:cxnSp>
        <p:nvCxnSpPr>
          <p:cNvPr id="34" name="">
            <a:extLst xmlns:a="http://schemas.openxmlformats.org/drawingml/2006/main">
              <a:ext uri="{FF2B5EF4-FFF2-40B4-BE49-F238E27FC236}">
                <a16:creationId xmlns:a16="http://schemas.microsoft.com/office/drawing/2014/main" id="{0F1BE045-B6E2-4CFB-9A37-D0FDA5AB60D0}"/>
              </a:ext>
            </a:extLst>
          </p:cNvPr>
          <p:cNvCxnSpPr>
            <a:stCxn xmlns:a="http://schemas.openxmlformats.org/drawingml/2006/main" id="16" idx="2"/>
            <a:endCxn xmlns:a="http://schemas.openxmlformats.org/drawingml/2006/main" id="25" idx="0"/>
          </p:cNvCxnSpPr>
          <p:nvPr/>
        </p:nvCxnSpPr>
        <p:spPr>
          <a:xfrm xmlns:a="http://schemas.openxmlformats.org/drawingml/2006/main" flipH="1">
            <a:off x="9867900" y="2990850"/>
            <a:ext cx="457200" cy="561975"/>
          </a:xfrm>
          <a:prstGeom xmlns:a="http://schemas.openxmlformats.org/drawingml/2006/main" prst="bentConnector4">
            <a:avLst>
              <a:gd name="adj1" fmla="val 0"/>
              <a:gd name="adj2" fmla="val 50000"/>
            </a:avLst>
          </a:prstGeom>
          <a:ln xmlns:a="http://schemas.openxmlformats.org/drawingml/2006/main" w="20955">
            <a:solidFill>
              <a:srgbClr val="247E91"/>
            </a:solidFill>
            <a:prstDash val="solid"/>
            <a:tailEnd type="triangle" w="sm" len="sm"/>
          </a:ln>
        </p:spPr>
      </p:cxnSp>
      <p:cxnSp>
        <p:nvCxnSpPr>
          <p:cNvPr id="33" name="">
            <a:extLst xmlns:a="http://schemas.openxmlformats.org/drawingml/2006/main">
              <a:ext uri="{FF2B5EF4-FFF2-40B4-BE49-F238E27FC236}">
                <a16:creationId xmlns:a16="http://schemas.microsoft.com/office/drawing/2014/main" id="{11655B2F-1E96-47B7-8CE3-9F6C7121603D}"/>
              </a:ext>
            </a:extLst>
          </p:cNvPr>
          <p:cNvCxnSpPr>
            <a:stCxn xmlns:a="http://schemas.openxmlformats.org/drawingml/2006/main" id="16" idx="2"/>
            <a:endCxn xmlns:a="http://schemas.openxmlformats.org/drawingml/2006/main" id="22" idx="0"/>
          </p:cNvCxnSpPr>
          <p:nvPr/>
        </p:nvCxnSpPr>
        <p:spPr>
          <a:xfrm xmlns:a="http://schemas.openxmlformats.org/drawingml/2006/main" flipH="1">
            <a:off x="5372100" y="2990850"/>
            <a:ext cx="4953000" cy="561975"/>
          </a:xfrm>
          <a:prstGeom xmlns:a="http://schemas.openxmlformats.org/drawingml/2006/main" prst="bentConnector4">
            <a:avLst>
              <a:gd name="adj1" fmla="val 0"/>
              <a:gd name="adj2" fmla="val 50000"/>
            </a:avLst>
          </a:prstGeom>
          <a:ln xmlns:a="http://schemas.openxmlformats.org/drawingml/2006/main" w="20955">
            <a:solidFill>
              <a:srgbClr val="247E91"/>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5E469B26-EAE9-439E-80C0-38F79C64A6C8}"/>
              </a:ext>
            </a:extLst>
          </p:cNvPr>
          <p:cNvCxnSpPr>
            <a:stCxn xmlns:a="http://schemas.openxmlformats.org/drawingml/2006/main" id="13" idx="3"/>
            <a:endCxn xmlns:a="http://schemas.openxmlformats.org/drawingml/2006/main" id="16" idx="1"/>
          </p:cNvCxnSpPr>
          <p:nvPr/>
        </p:nvCxnSpPr>
        <p:spPr>
          <a:xfrm xmlns:a="http://schemas.openxmlformats.org/drawingml/2006/main">
            <a:off x="8763000" y="2343150"/>
            <a:ext cx="304800" cy="0"/>
          </a:xfrm>
          <a:prstGeom xmlns:a="http://schemas.openxmlformats.org/drawingml/2006/main" prst="straightConnector1">
            <a:avLst/>
          </a:prstGeom>
          <a:ln xmlns:a="http://schemas.openxmlformats.org/drawingml/2006/main" w="20955">
            <a:solidFill>
              <a:srgbClr val="247E91"/>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B18BEE73-2EAB-4753-A844-B9AFD5A9731B}"/>
              </a:ext>
            </a:extLst>
          </p:cNvPr>
          <p:cNvCxnSpPr>
            <a:stCxn xmlns:a="http://schemas.openxmlformats.org/drawingml/2006/main" id="10" idx="3"/>
            <a:endCxn xmlns:a="http://schemas.openxmlformats.org/drawingml/2006/main" id="13" idx="1"/>
          </p:cNvCxnSpPr>
          <p:nvPr/>
        </p:nvCxnSpPr>
        <p:spPr>
          <a:xfrm xmlns:a="http://schemas.openxmlformats.org/drawingml/2006/main">
            <a:off x="5943600" y="2343150"/>
            <a:ext cx="304800" cy="0"/>
          </a:xfrm>
          <a:prstGeom xmlns:a="http://schemas.openxmlformats.org/drawingml/2006/main" prst="straightConnector1">
            <a:avLst/>
          </a:prstGeom>
          <a:ln xmlns:a="http://schemas.openxmlformats.org/drawingml/2006/main" w="20955">
            <a:solidFill>
              <a:srgbClr val="247E91"/>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B0EEA6AD-62C6-481A-A286-34C2185562D8}"/>
              </a:ext>
            </a:extLst>
          </p:cNvPr>
          <p:cNvCxnSpPr>
            <a:stCxn xmlns:a="http://schemas.openxmlformats.org/drawingml/2006/main" id="7" idx="3"/>
            <a:endCxn xmlns:a="http://schemas.openxmlformats.org/drawingml/2006/main" id="10" idx="1"/>
          </p:cNvCxnSpPr>
          <p:nvPr/>
        </p:nvCxnSpPr>
        <p:spPr>
          <a:xfrm xmlns:a="http://schemas.openxmlformats.org/drawingml/2006/main">
            <a:off x="3124200" y="2343150"/>
            <a:ext cx="304800" cy="0"/>
          </a:xfrm>
          <a:prstGeom xmlns:a="http://schemas.openxmlformats.org/drawingml/2006/main" prst="straightConnector1">
            <a:avLst/>
          </a:prstGeom>
          <a:ln xmlns:a="http://schemas.openxmlformats.org/drawingml/2006/main" w="20955">
            <a:solidFill>
              <a:srgbClr val="247E91"/>
            </a:solidFill>
            <a:prstDash val="solid"/>
            <a:tailEnd type="triangle" w="sm" len="sm"/>
          </a:ln>
        </p:spPr>
      </p:cxnSp>
      <p:sp>
        <p:nvSpPr>
          <p:cNvPr id="44" name="text-235">
            <a:extLst xmlns:a="http://schemas.openxmlformats.org/drawingml/2006/main">
              <a:ext uri="{FF2B5EF4-FFF2-40B4-BE49-F238E27FC236}">
                <a16:creationId xmlns:a16="http://schemas.microsoft.com/office/drawing/2014/main" id="{D5C2EEF4-A4C4-41FC-9EB5-0C67110F4D2F}"/>
              </a:ext>
            </a:extLst>
          </p:cNvPr>
          <p:cNvSpPr>
            <a:spLocks xmlns:a="http://schemas.openxmlformats.org/drawingml/2006/main" noGrp="1"/>
          </p:cNvSpPr>
          <p:nvPr/>
        </p:nvSpPr>
        <p:spPr>
          <a:xfrm xmlns:a="http://schemas.openxmlformats.org/drawingml/2006/main">
            <a:off x="609600" y="428625"/>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247E91"/>
                </a:solidFill>
                <a:latin typeface="DejaVu Sans"/>
                <a:ea typeface="DejaVu Sans"/>
                <a:cs typeface="DejaVu Sans"/>
              </a:defRPr>
            </a:defPPr>
            <a:lvl1pPr algn="l">
              <a:defRPr sz="1125" b="1">
                <a:solidFill>
                  <a:srgbClr val="247E91"/>
                </a:solidFill>
                <a:latin typeface="DejaVu Sans"/>
                <a:ea typeface="DejaVu Sans"/>
                <a:cs typeface="DejaVu Sans"/>
              </a:defRPr>
            </a:lvl1pPr>
            <a:lvl2pPr algn="l">
              <a:defRPr sz="1125" b="1">
                <a:solidFill>
                  <a:srgbClr val="247E91"/>
                </a:solidFill>
                <a:latin typeface="DejaVu Sans"/>
                <a:ea typeface="DejaVu Sans"/>
                <a:cs typeface="DejaVu Sans"/>
              </a:defRPr>
            </a:lvl2pPr>
            <a:lvl3pPr algn="l">
              <a:defRPr sz="1125" b="1">
                <a:solidFill>
                  <a:srgbClr val="247E91"/>
                </a:solidFill>
                <a:latin typeface="DejaVu Sans"/>
                <a:ea typeface="DejaVu Sans"/>
                <a:cs typeface="DejaVu Sans"/>
              </a:defRPr>
            </a:lvl3pPr>
            <a:lvl4pPr algn="l">
              <a:defRPr sz="1125" b="1">
                <a:solidFill>
                  <a:srgbClr val="247E91"/>
                </a:solidFill>
                <a:latin typeface="DejaVu Sans"/>
                <a:ea typeface="DejaVu Sans"/>
                <a:cs typeface="DejaVu Sans"/>
              </a:defRPr>
            </a:lvl4pPr>
            <a:lvl5pPr algn="l">
              <a:defRPr sz="1125" b="1">
                <a:solidFill>
                  <a:srgbClr val="247E91"/>
                </a:solidFill>
                <a:latin typeface="DejaVu Sans"/>
                <a:ea typeface="DejaVu Sans"/>
                <a:cs typeface="DejaVu Sans"/>
              </a:defRPr>
            </a:lvl5pPr>
            <a:lvl6pPr algn="l">
              <a:defRPr sz="1125" b="1">
                <a:solidFill>
                  <a:srgbClr val="247E91"/>
                </a:solidFill>
                <a:latin typeface="DejaVu Sans"/>
                <a:ea typeface="DejaVu Sans"/>
                <a:cs typeface="DejaVu Sans"/>
              </a:defRPr>
            </a:lvl6pPr>
            <a:lvl7pPr algn="l">
              <a:defRPr sz="1125" b="1">
                <a:solidFill>
                  <a:srgbClr val="247E91"/>
                </a:solidFill>
                <a:latin typeface="DejaVu Sans"/>
                <a:ea typeface="DejaVu Sans"/>
                <a:cs typeface="DejaVu Sans"/>
              </a:defRPr>
            </a:lvl7pPr>
            <a:lvl8pPr algn="l">
              <a:defRPr sz="1125" b="1">
                <a:solidFill>
                  <a:srgbClr val="247E91"/>
                </a:solidFill>
                <a:latin typeface="DejaVu Sans"/>
                <a:ea typeface="DejaVu Sans"/>
                <a:cs typeface="DejaVu Sans"/>
              </a:defRPr>
            </a:lvl8pPr>
            <a:lvl9pPr algn="l">
              <a:defRPr sz="1125" b="1">
                <a:solidFill>
                  <a:srgbClr val="247E91"/>
                </a:solidFill>
                <a:latin typeface="DejaVu Sans"/>
                <a:ea typeface="DejaVu Sans"/>
                <a:cs typeface="DejaVu Sans"/>
              </a:defRPr>
            </a:lvl9pPr>
          </a:lstStyle>
          <a:p xmlns:a="http://schemas.openxmlformats.org/drawingml/2006/main">
            <a:pPr algn="l">
              <a:defRPr sz="1125" b="1">
                <a:solidFill>
                  <a:srgbClr val="247E91"/>
                </a:solidFill>
                <a:latin typeface="DejaVu Sans"/>
                <a:ea typeface="DejaVu Sans"/>
                <a:cs typeface="DejaVu Sans"/>
              </a:defRPr>
            </a:pPr>
            <a:r>
              <a:rPr sz="1125" b="1">
                <a:solidFill>
                  <a:srgbClr val="247E91"/>
                </a:solidFill>
                <a:latin typeface="DejaVu Sans"/>
                <a:ea typeface="DejaVu Sans"/>
                <a:cs typeface="DejaVu Sans"/>
              </a:rPr>
              <a:t>AGENTIC WORKFLOW</a:t>
            </a:r>
          </a:p>
        </p:txBody>
      </p:sp>
      <p:sp>
        <p:nvSpPr>
          <p:cNvPr id="2" name="text-236">
            <a:extLst xmlns:a="http://schemas.openxmlformats.org/drawingml/2006/main">
              <a:ext uri="{FF2B5EF4-FFF2-40B4-BE49-F238E27FC236}">
                <a16:creationId xmlns:a16="http://schemas.microsoft.com/office/drawing/2014/main" id="{A0AE68C4-29E4-41BB-A910-BFEE1E7C08C0}"/>
              </a:ext>
            </a:extLst>
          </p:cNvPr>
          <p:cNvSpPr>
            <a:spLocks xmlns:a="http://schemas.openxmlformats.org/drawingml/2006/main" noGrp="1"/>
          </p:cNvSpPr>
          <p:nvPr/>
        </p:nvSpPr>
        <p:spPr>
          <a:xfrm xmlns:a="http://schemas.openxmlformats.org/drawingml/2006/main">
            <a:off x="609600" y="828675"/>
            <a:ext cx="109728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162C45"/>
                </a:solidFill>
                <a:latin typeface="DejaVu Serif"/>
                <a:ea typeface="DejaVu Serif"/>
                <a:cs typeface="DejaVu Serif"/>
              </a:defRPr>
            </a:defPPr>
            <a:lvl1pPr algn="l">
              <a:defRPr sz="2850" b="1">
                <a:solidFill>
                  <a:srgbClr val="162C45"/>
                </a:solidFill>
                <a:latin typeface="DejaVu Serif"/>
                <a:ea typeface="DejaVu Serif"/>
                <a:cs typeface="DejaVu Serif"/>
              </a:defRPr>
            </a:lvl1pPr>
            <a:lvl2pPr algn="l">
              <a:defRPr sz="2850" b="1">
                <a:solidFill>
                  <a:srgbClr val="162C45"/>
                </a:solidFill>
                <a:latin typeface="DejaVu Serif"/>
                <a:ea typeface="DejaVu Serif"/>
                <a:cs typeface="DejaVu Serif"/>
              </a:defRPr>
            </a:lvl2pPr>
            <a:lvl3pPr algn="l">
              <a:defRPr sz="2850" b="1">
                <a:solidFill>
                  <a:srgbClr val="162C45"/>
                </a:solidFill>
                <a:latin typeface="DejaVu Serif"/>
                <a:ea typeface="DejaVu Serif"/>
                <a:cs typeface="DejaVu Serif"/>
              </a:defRPr>
            </a:lvl3pPr>
            <a:lvl4pPr algn="l">
              <a:defRPr sz="2850" b="1">
                <a:solidFill>
                  <a:srgbClr val="162C45"/>
                </a:solidFill>
                <a:latin typeface="DejaVu Serif"/>
                <a:ea typeface="DejaVu Serif"/>
                <a:cs typeface="DejaVu Serif"/>
              </a:defRPr>
            </a:lvl4pPr>
            <a:lvl5pPr algn="l">
              <a:defRPr sz="2850" b="1">
                <a:solidFill>
                  <a:srgbClr val="162C45"/>
                </a:solidFill>
                <a:latin typeface="DejaVu Serif"/>
                <a:ea typeface="DejaVu Serif"/>
                <a:cs typeface="DejaVu Serif"/>
              </a:defRPr>
            </a:lvl5pPr>
            <a:lvl6pPr algn="l">
              <a:defRPr sz="2850" b="1">
                <a:solidFill>
                  <a:srgbClr val="162C45"/>
                </a:solidFill>
                <a:latin typeface="DejaVu Serif"/>
                <a:ea typeface="DejaVu Serif"/>
                <a:cs typeface="DejaVu Serif"/>
              </a:defRPr>
            </a:lvl6pPr>
            <a:lvl7pPr algn="l">
              <a:defRPr sz="2850" b="1">
                <a:solidFill>
                  <a:srgbClr val="162C45"/>
                </a:solidFill>
                <a:latin typeface="DejaVu Serif"/>
                <a:ea typeface="DejaVu Serif"/>
                <a:cs typeface="DejaVu Serif"/>
              </a:defRPr>
            </a:lvl7pPr>
            <a:lvl8pPr algn="l">
              <a:defRPr sz="2850" b="1">
                <a:solidFill>
                  <a:srgbClr val="162C45"/>
                </a:solidFill>
                <a:latin typeface="DejaVu Serif"/>
                <a:ea typeface="DejaVu Serif"/>
                <a:cs typeface="DejaVu Serif"/>
              </a:defRPr>
            </a:lvl8pPr>
            <a:lvl9pPr algn="l">
              <a:defRPr sz="2850" b="1">
                <a:solidFill>
                  <a:srgbClr val="162C45"/>
                </a:solidFill>
                <a:latin typeface="DejaVu Serif"/>
                <a:ea typeface="DejaVu Serif"/>
                <a:cs typeface="DejaVu Serif"/>
              </a:defRPr>
            </a:lvl9pPr>
          </a:lstStyle>
          <a:p xmlns:a="http://schemas.openxmlformats.org/drawingml/2006/main">
            <a:pPr algn="l">
              <a:defRPr sz="2850" b="1">
                <a:solidFill>
                  <a:srgbClr val="162C45"/>
                </a:solidFill>
                <a:latin typeface="DejaVu Serif"/>
                <a:ea typeface="DejaVu Serif"/>
                <a:cs typeface="DejaVu Serif"/>
              </a:defRPr>
            </a:pPr>
            <a:r>
              <a:rPr sz="2850" b="1">
                <a:solidFill>
                  <a:srgbClr val="162C45"/>
                </a:solidFill>
                <a:latin typeface="DejaVu Serif"/>
                <a:ea typeface="DejaVu Serif"/>
                <a:cs typeface="DejaVu Serif"/>
              </a:rPr>
              <a:t>Seven-Stage LangGraph Pipeline</a:t>
            </a:r>
          </a:p>
        </p:txBody>
      </p:sp>
      <p:pic>
        <p:nvPicPr>
          <p:cNvPr id="3" name="">
            <a:extLst xmlns:a="http://schemas.openxmlformats.org/drawingml/2006/main">
              <a:ext uri="{FF2B5EF4-FFF2-40B4-BE49-F238E27FC236}">
                <a16:creationId xmlns:a16="http://schemas.microsoft.com/office/drawing/2014/main" id="{4CA6A3D2-3F13-4958-85D6-5B35827A48B8}"/>
              </a:ext>
            </a:extLst>
          </p:cNvPr>
          <p:cNvPicPr>
            <a:picLocks xmlns:a="http://schemas.openxmlformats.org/drawingml/2006/main" noChangeAspect="1"/>
          </p:cNvPicPr>
          <p:nvPr/>
        </p:nvPicPr>
        <p:blipFill>
          <a:blip xmlns:r="http://schemas.openxmlformats.org/officeDocument/2006/relationships" xmlns:a="http://schemas.openxmlformats.org/drawingml/2006/main" r:embed="Rf766b585d79c48d0"/>
          <a:stretch xmlns:a="http://schemas.openxmlformats.org/drawingml/2006/main"/>
        </p:blipFill>
        <p:spPr>
          <a:xfrm xmlns:a="http://schemas.openxmlformats.org/drawingml/2006/main">
            <a:off x="740111" y="6210300"/>
            <a:ext cx="1339177" cy="419100"/>
          </a:xfrm>
          <a:prstGeom xmlns:a="http://schemas.openxmlformats.org/drawingml/2006/main" prst="rect">
            <a:avLst/>
          </a:prstGeom>
        </p:spPr>
      </p:pic>
      <p:sp>
        <p:nvSpPr>
          <p:cNvPr id="4" name="panel-238">
            <a:extLst xmlns:a="http://schemas.openxmlformats.org/drawingml/2006/main">
              <a:ext uri="{FF2B5EF4-FFF2-40B4-BE49-F238E27FC236}">
                <a16:creationId xmlns:a16="http://schemas.microsoft.com/office/drawing/2014/main" id="{222BA20E-8CAD-4815-BE55-9958FEE87B3D}"/>
              </a:ext>
            </a:extLst>
          </p:cNvPr>
          <p:cNvSpPr>
            <a:spLocks xmlns:a="http://schemas.openxmlformats.org/drawingml/2006/main" noGrp="1"/>
          </p:cNvSpPr>
          <p:nvPr/>
        </p:nvSpPr>
        <p:spPr>
          <a:xfrm xmlns:a="http://schemas.openxmlformats.org/drawingml/2006/main">
            <a:off x="11010900" y="6105525"/>
            <a:ext cx="571500" cy="571500"/>
          </a:xfrm>
          <a:prstGeom xmlns:a="http://schemas.openxmlformats.org/drawingml/2006/main" prst="rect">
            <a:avLst/>
          </a:prstGeom>
          <a:solidFill xmlns:a="http://schemas.openxmlformats.org/drawingml/2006/main">
            <a:srgbClr val="14253D"/>
          </a:solidFill>
          <a:ln xmlns:a="http://schemas.openxmlformats.org/drawingml/2006/main" w="0">
            <a:noFill/>
            <a:prstDash val="solid"/>
          </a:ln>
        </p:spPr>
      </p:sp>
      <p:pic>
        <p:nvPicPr>
          <p:cNvPr id="5" name="">
            <a:extLst xmlns:a="http://schemas.openxmlformats.org/drawingml/2006/main">
              <a:ext uri="{FF2B5EF4-FFF2-40B4-BE49-F238E27FC236}">
                <a16:creationId xmlns:a16="http://schemas.microsoft.com/office/drawing/2014/main" id="{512FE298-71D6-44EE-ADFC-2EBB30525EE4}"/>
              </a:ext>
            </a:extLst>
          </p:cNvPr>
          <p:cNvPicPr>
            <a:picLocks xmlns:a="http://schemas.openxmlformats.org/drawingml/2006/main" noChangeAspect="1"/>
          </p:cNvPicPr>
          <p:nvPr/>
        </p:nvPicPr>
        <p:blipFill>
          <a:blip xmlns:r="http://schemas.openxmlformats.org/officeDocument/2006/relationships" xmlns:a="http://schemas.openxmlformats.org/drawingml/2006/main" r:embed="R3bc1660cf925431a">
            <a:extLst>
              <a:ext uri="{96DAC541-7B7A-43D3-8B79-37D633B846F1}">
                <asvg:svgBlip xmlns:asvg="http://schemas.microsoft.com/office/drawing/2016/SVG/main" r:embed="R690f883003744983"/>
              </a:ext>
            </a:extLst>
          </a:blip>
          <a:stretch xmlns:a="http://schemas.openxmlformats.org/drawingml/2006/main"/>
        </p:blipFill>
        <p:spPr>
          <a:xfrm xmlns:a="http://schemas.openxmlformats.org/drawingml/2006/main">
            <a:off x="11087100" y="6181725"/>
            <a:ext cx="419100" cy="409575"/>
          </a:xfrm>
          <a:prstGeom xmlns:a="http://schemas.openxmlformats.org/drawingml/2006/main" prst="rect">
            <a:avLst/>
          </a:prstGeom>
        </p:spPr>
      </p:pic>
      <p:sp>
        <p:nvSpPr>
          <p:cNvPr id="6" name="text-240">
            <a:extLst xmlns:a="http://schemas.openxmlformats.org/drawingml/2006/main">
              <a:ext uri="{FF2B5EF4-FFF2-40B4-BE49-F238E27FC236}">
                <a16:creationId xmlns:a16="http://schemas.microsoft.com/office/drawing/2014/main" id="{9485AC45-F4D6-499F-AC05-13EC8F9A09DF}"/>
              </a:ext>
            </a:extLst>
          </p:cNvPr>
          <p:cNvSpPr>
            <a:spLocks xmlns:a="http://schemas.openxmlformats.org/drawingml/2006/main" noGrp="1"/>
          </p:cNvSpPr>
          <p:nvPr/>
        </p:nvSpPr>
        <p:spPr>
          <a:xfrm xmlns:a="http://schemas.openxmlformats.org/drawingml/2006/main">
            <a:off x="5810250" y="6353175"/>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75" b="0">
                <a:solidFill>
                  <a:srgbClr val="5E7285"/>
                </a:solidFill>
                <a:latin typeface="DejaVu Sans"/>
                <a:ea typeface="DejaVu Sans"/>
                <a:cs typeface="DejaVu Sans"/>
              </a:defRPr>
            </a:defPPr>
            <a:lvl1pPr algn="ctr">
              <a:defRPr sz="975" b="0">
                <a:solidFill>
                  <a:srgbClr val="5E7285"/>
                </a:solidFill>
                <a:latin typeface="DejaVu Sans"/>
                <a:ea typeface="DejaVu Sans"/>
                <a:cs typeface="DejaVu Sans"/>
              </a:defRPr>
            </a:lvl1pPr>
            <a:lvl2pPr algn="ctr">
              <a:defRPr sz="975" b="0">
                <a:solidFill>
                  <a:srgbClr val="5E7285"/>
                </a:solidFill>
                <a:latin typeface="DejaVu Sans"/>
                <a:ea typeface="DejaVu Sans"/>
                <a:cs typeface="DejaVu Sans"/>
              </a:defRPr>
            </a:lvl2pPr>
            <a:lvl3pPr algn="ctr">
              <a:defRPr sz="975" b="0">
                <a:solidFill>
                  <a:srgbClr val="5E7285"/>
                </a:solidFill>
                <a:latin typeface="DejaVu Sans"/>
                <a:ea typeface="DejaVu Sans"/>
                <a:cs typeface="DejaVu Sans"/>
              </a:defRPr>
            </a:lvl3pPr>
            <a:lvl4pPr algn="ctr">
              <a:defRPr sz="975" b="0">
                <a:solidFill>
                  <a:srgbClr val="5E7285"/>
                </a:solidFill>
                <a:latin typeface="DejaVu Sans"/>
                <a:ea typeface="DejaVu Sans"/>
                <a:cs typeface="DejaVu Sans"/>
              </a:defRPr>
            </a:lvl4pPr>
            <a:lvl5pPr algn="ctr">
              <a:defRPr sz="975" b="0">
                <a:solidFill>
                  <a:srgbClr val="5E7285"/>
                </a:solidFill>
                <a:latin typeface="DejaVu Sans"/>
                <a:ea typeface="DejaVu Sans"/>
                <a:cs typeface="DejaVu Sans"/>
              </a:defRPr>
            </a:lvl5pPr>
            <a:lvl6pPr algn="ctr">
              <a:defRPr sz="975" b="0">
                <a:solidFill>
                  <a:srgbClr val="5E7285"/>
                </a:solidFill>
                <a:latin typeface="DejaVu Sans"/>
                <a:ea typeface="DejaVu Sans"/>
                <a:cs typeface="DejaVu Sans"/>
              </a:defRPr>
            </a:lvl6pPr>
            <a:lvl7pPr algn="ctr">
              <a:defRPr sz="975" b="0">
                <a:solidFill>
                  <a:srgbClr val="5E7285"/>
                </a:solidFill>
                <a:latin typeface="DejaVu Sans"/>
                <a:ea typeface="DejaVu Sans"/>
                <a:cs typeface="DejaVu Sans"/>
              </a:defRPr>
            </a:lvl7pPr>
            <a:lvl8pPr algn="ctr">
              <a:defRPr sz="975" b="0">
                <a:solidFill>
                  <a:srgbClr val="5E7285"/>
                </a:solidFill>
                <a:latin typeface="DejaVu Sans"/>
                <a:ea typeface="DejaVu Sans"/>
                <a:cs typeface="DejaVu Sans"/>
              </a:defRPr>
            </a:lvl8pPr>
            <a:lvl9pPr algn="ctr">
              <a:defRPr sz="975" b="0">
                <a:solidFill>
                  <a:srgbClr val="5E7285"/>
                </a:solidFill>
                <a:latin typeface="DejaVu Sans"/>
                <a:ea typeface="DejaVu Sans"/>
                <a:cs typeface="DejaVu Sans"/>
              </a:defRPr>
            </a:lvl9pPr>
          </a:lstStyle>
          <a:p xmlns:a="http://schemas.openxmlformats.org/drawingml/2006/main">
            <a:pPr algn="ctr">
              <a:defRPr sz="975" b="0">
                <a:solidFill>
                  <a:srgbClr val="5E7285"/>
                </a:solidFill>
                <a:latin typeface="DejaVu Sans"/>
                <a:ea typeface="DejaVu Sans"/>
                <a:cs typeface="DejaVu Sans"/>
              </a:defRPr>
            </a:pPr>
            <a:r>
              <a:rPr sz="975" b="0">
                <a:solidFill>
                  <a:srgbClr val="5E7285"/>
                </a:solidFill>
                <a:latin typeface="DejaVu Sans"/>
                <a:ea typeface="DejaVu Sans"/>
                <a:cs typeface="DejaVu Sans"/>
              </a:rPr>
              <a:t>09</a:t>
            </a:r>
          </a:p>
        </p:txBody>
      </p:sp>
      <p:sp>
        <p:nvSpPr>
          <p:cNvPr id="7" name="panel-241">
            <a:extLst xmlns:a="http://schemas.openxmlformats.org/drawingml/2006/main">
              <a:ext uri="{FF2B5EF4-FFF2-40B4-BE49-F238E27FC236}">
                <a16:creationId xmlns:a16="http://schemas.microsoft.com/office/drawing/2014/main" id="{3441B35B-4AEB-4B1A-93A1-C2BA7DCBB210}"/>
              </a:ext>
            </a:extLst>
          </p:cNvPr>
          <p:cNvSpPr>
            <a:spLocks xmlns:a="http://schemas.openxmlformats.org/drawingml/2006/main" noGrp="1"/>
          </p:cNvSpPr>
          <p:nvPr/>
        </p:nvSpPr>
        <p:spPr>
          <a:xfrm xmlns:a="http://schemas.openxmlformats.org/drawingml/2006/main">
            <a:off x="609600" y="1695450"/>
            <a:ext cx="2514600" cy="1295400"/>
          </a:xfrm>
          <a:prstGeom xmlns:a="http://schemas.openxmlformats.org/drawingml/2006/main" prst="roundRect">
            <a:avLst>
              <a:gd name="adj" fmla="val 8824"/>
            </a:avLst>
          </a:prstGeom>
          <a:solidFill xmlns:a="http://schemas.openxmlformats.org/drawingml/2006/main">
            <a:srgbClr val="E5EFF6"/>
          </a:solidFill>
          <a:ln xmlns:a="http://schemas.openxmlformats.org/drawingml/2006/main" w="9525">
            <a:solidFill>
              <a:srgbClr val="D9E5EC"/>
            </a:solidFill>
            <a:prstDash val="solid"/>
          </a:ln>
        </p:spPr>
      </p:sp>
      <p:sp>
        <p:nvSpPr>
          <p:cNvPr id="8" name="text-242">
            <a:extLst xmlns:a="http://schemas.openxmlformats.org/drawingml/2006/main">
              <a:ext uri="{FF2B5EF4-FFF2-40B4-BE49-F238E27FC236}">
                <a16:creationId xmlns:a16="http://schemas.microsoft.com/office/drawing/2014/main" id="{35D1F920-FB0C-425C-A023-F130520661BE}"/>
              </a:ext>
            </a:extLst>
          </p:cNvPr>
          <p:cNvSpPr>
            <a:spLocks xmlns:a="http://schemas.openxmlformats.org/drawingml/2006/main" noGrp="1"/>
          </p:cNvSpPr>
          <p:nvPr/>
        </p:nvSpPr>
        <p:spPr>
          <a:xfrm xmlns:a="http://schemas.openxmlformats.org/drawingml/2006/main">
            <a:off x="771525" y="1857375"/>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247E91"/>
                </a:solidFill>
                <a:latin typeface="DejaVu Serif"/>
                <a:ea typeface="DejaVu Serif"/>
                <a:cs typeface="DejaVu Serif"/>
              </a:defRPr>
            </a:defPPr>
            <a:lvl1pPr algn="l">
              <a:defRPr sz="1650" b="1">
                <a:solidFill>
                  <a:srgbClr val="247E91"/>
                </a:solidFill>
                <a:latin typeface="DejaVu Serif"/>
                <a:ea typeface="DejaVu Serif"/>
                <a:cs typeface="DejaVu Serif"/>
              </a:defRPr>
            </a:lvl1pPr>
            <a:lvl2pPr algn="l">
              <a:defRPr sz="1650" b="1">
                <a:solidFill>
                  <a:srgbClr val="247E91"/>
                </a:solidFill>
                <a:latin typeface="DejaVu Serif"/>
                <a:ea typeface="DejaVu Serif"/>
                <a:cs typeface="DejaVu Serif"/>
              </a:defRPr>
            </a:lvl2pPr>
            <a:lvl3pPr algn="l">
              <a:defRPr sz="1650" b="1">
                <a:solidFill>
                  <a:srgbClr val="247E91"/>
                </a:solidFill>
                <a:latin typeface="DejaVu Serif"/>
                <a:ea typeface="DejaVu Serif"/>
                <a:cs typeface="DejaVu Serif"/>
              </a:defRPr>
            </a:lvl3pPr>
            <a:lvl4pPr algn="l">
              <a:defRPr sz="1650" b="1">
                <a:solidFill>
                  <a:srgbClr val="247E91"/>
                </a:solidFill>
                <a:latin typeface="DejaVu Serif"/>
                <a:ea typeface="DejaVu Serif"/>
                <a:cs typeface="DejaVu Serif"/>
              </a:defRPr>
            </a:lvl4pPr>
            <a:lvl5pPr algn="l">
              <a:defRPr sz="1650" b="1">
                <a:solidFill>
                  <a:srgbClr val="247E91"/>
                </a:solidFill>
                <a:latin typeface="DejaVu Serif"/>
                <a:ea typeface="DejaVu Serif"/>
                <a:cs typeface="DejaVu Serif"/>
              </a:defRPr>
            </a:lvl5pPr>
            <a:lvl6pPr algn="l">
              <a:defRPr sz="1650" b="1">
                <a:solidFill>
                  <a:srgbClr val="247E91"/>
                </a:solidFill>
                <a:latin typeface="DejaVu Serif"/>
                <a:ea typeface="DejaVu Serif"/>
                <a:cs typeface="DejaVu Serif"/>
              </a:defRPr>
            </a:lvl6pPr>
            <a:lvl7pPr algn="l">
              <a:defRPr sz="1650" b="1">
                <a:solidFill>
                  <a:srgbClr val="247E91"/>
                </a:solidFill>
                <a:latin typeface="DejaVu Serif"/>
                <a:ea typeface="DejaVu Serif"/>
                <a:cs typeface="DejaVu Serif"/>
              </a:defRPr>
            </a:lvl7pPr>
            <a:lvl8pPr algn="l">
              <a:defRPr sz="1650" b="1">
                <a:solidFill>
                  <a:srgbClr val="247E91"/>
                </a:solidFill>
                <a:latin typeface="DejaVu Serif"/>
                <a:ea typeface="DejaVu Serif"/>
                <a:cs typeface="DejaVu Serif"/>
              </a:defRPr>
            </a:lvl8pPr>
            <a:lvl9pPr algn="l">
              <a:defRPr sz="1650" b="1">
                <a:solidFill>
                  <a:srgbClr val="247E91"/>
                </a:solidFill>
                <a:latin typeface="DejaVu Serif"/>
                <a:ea typeface="DejaVu Serif"/>
                <a:cs typeface="DejaVu Serif"/>
              </a:defRPr>
            </a:lvl9pPr>
          </a:lstStyle>
          <a:p xmlns:a="http://schemas.openxmlformats.org/drawingml/2006/main">
            <a:pPr algn="l">
              <a:defRPr sz="1650" b="1">
                <a:solidFill>
                  <a:srgbClr val="247E91"/>
                </a:solidFill>
                <a:latin typeface="DejaVu Serif"/>
                <a:ea typeface="DejaVu Serif"/>
                <a:cs typeface="DejaVu Serif"/>
              </a:defRPr>
            </a:pPr>
            <a:r>
              <a:rPr sz="1650" b="1">
                <a:solidFill>
                  <a:srgbClr val="247E91"/>
                </a:solidFill>
                <a:latin typeface="DejaVu Serif"/>
                <a:ea typeface="DejaVu Serif"/>
                <a:cs typeface="DejaVu Serif"/>
              </a:rPr>
              <a:t>1  Dataset Discovery</a:t>
            </a:r>
          </a:p>
        </p:txBody>
      </p:sp>
      <p:sp>
        <p:nvSpPr>
          <p:cNvPr id="9" name="text-243">
            <a:extLst xmlns:a="http://schemas.openxmlformats.org/drawingml/2006/main">
              <a:ext uri="{FF2B5EF4-FFF2-40B4-BE49-F238E27FC236}">
                <a16:creationId xmlns:a16="http://schemas.microsoft.com/office/drawing/2014/main" id="{57FB211D-F329-4B2E-BCFE-014CC23787DC}"/>
              </a:ext>
            </a:extLst>
          </p:cNvPr>
          <p:cNvSpPr>
            <a:spLocks xmlns:a="http://schemas.openxmlformats.org/drawingml/2006/main" noGrp="1"/>
          </p:cNvSpPr>
          <p:nvPr/>
        </p:nvSpPr>
        <p:spPr>
          <a:xfrm xmlns:a="http://schemas.openxmlformats.org/drawingml/2006/main">
            <a:off x="771525" y="241935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354A5F"/>
                </a:solidFill>
                <a:latin typeface="DejaVu Sans"/>
                <a:ea typeface="DejaVu Sans"/>
                <a:cs typeface="DejaVu Sans"/>
              </a:defRPr>
            </a:defPPr>
            <a:lvl1pPr algn="l">
              <a:defRPr sz="1350" b="0">
                <a:solidFill>
                  <a:srgbClr val="354A5F"/>
                </a:solidFill>
                <a:latin typeface="DejaVu Sans"/>
                <a:ea typeface="DejaVu Sans"/>
                <a:cs typeface="DejaVu Sans"/>
              </a:defRPr>
            </a:lvl1pPr>
            <a:lvl2pPr algn="l">
              <a:defRPr sz="1350" b="0">
                <a:solidFill>
                  <a:srgbClr val="354A5F"/>
                </a:solidFill>
                <a:latin typeface="DejaVu Sans"/>
                <a:ea typeface="DejaVu Sans"/>
                <a:cs typeface="DejaVu Sans"/>
              </a:defRPr>
            </a:lvl2pPr>
            <a:lvl3pPr algn="l">
              <a:defRPr sz="1350" b="0">
                <a:solidFill>
                  <a:srgbClr val="354A5F"/>
                </a:solidFill>
                <a:latin typeface="DejaVu Sans"/>
                <a:ea typeface="DejaVu Sans"/>
                <a:cs typeface="DejaVu Sans"/>
              </a:defRPr>
            </a:lvl3pPr>
            <a:lvl4pPr algn="l">
              <a:defRPr sz="1350" b="0">
                <a:solidFill>
                  <a:srgbClr val="354A5F"/>
                </a:solidFill>
                <a:latin typeface="DejaVu Sans"/>
                <a:ea typeface="DejaVu Sans"/>
                <a:cs typeface="DejaVu Sans"/>
              </a:defRPr>
            </a:lvl4pPr>
            <a:lvl5pPr algn="l">
              <a:defRPr sz="1350" b="0">
                <a:solidFill>
                  <a:srgbClr val="354A5F"/>
                </a:solidFill>
                <a:latin typeface="DejaVu Sans"/>
                <a:ea typeface="DejaVu Sans"/>
                <a:cs typeface="DejaVu Sans"/>
              </a:defRPr>
            </a:lvl5pPr>
            <a:lvl6pPr algn="l">
              <a:defRPr sz="1350" b="0">
                <a:solidFill>
                  <a:srgbClr val="354A5F"/>
                </a:solidFill>
                <a:latin typeface="DejaVu Sans"/>
                <a:ea typeface="DejaVu Sans"/>
                <a:cs typeface="DejaVu Sans"/>
              </a:defRPr>
            </a:lvl6pPr>
            <a:lvl7pPr algn="l">
              <a:defRPr sz="1350" b="0">
                <a:solidFill>
                  <a:srgbClr val="354A5F"/>
                </a:solidFill>
                <a:latin typeface="DejaVu Sans"/>
                <a:ea typeface="DejaVu Sans"/>
                <a:cs typeface="DejaVu Sans"/>
              </a:defRPr>
            </a:lvl7pPr>
            <a:lvl8pPr algn="l">
              <a:defRPr sz="1350" b="0">
                <a:solidFill>
                  <a:srgbClr val="354A5F"/>
                </a:solidFill>
                <a:latin typeface="DejaVu Sans"/>
                <a:ea typeface="DejaVu Sans"/>
                <a:cs typeface="DejaVu Sans"/>
              </a:defRPr>
            </a:lvl8pPr>
            <a:lvl9pPr algn="l">
              <a:defRPr sz="1350" b="0">
                <a:solidFill>
                  <a:srgbClr val="354A5F"/>
                </a:solidFill>
                <a:latin typeface="DejaVu Sans"/>
                <a:ea typeface="DejaVu Sans"/>
                <a:cs typeface="DejaVu Sans"/>
              </a:defRPr>
            </a:lvl9pPr>
          </a:lstStyle>
          <a:p xmlns:a="http://schemas.openxmlformats.org/drawingml/2006/main">
            <a:pPr algn="l">
              <a:defRPr sz="1350" b="0">
                <a:solidFill>
                  <a:srgbClr val="354A5F"/>
                </a:solidFill>
                <a:latin typeface="DejaVu Sans"/>
                <a:ea typeface="DejaVu Sans"/>
                <a:cs typeface="DejaVu Sans"/>
              </a:defRPr>
            </a:pPr>
            <a:r>
              <a:rPr sz="1350" b="0">
                <a:solidFill>
                  <a:srgbClr val="354A5F"/>
                </a:solidFill>
                <a:latin typeface="DejaVu Sans"/>
                <a:ea typeface="DejaVu Sans"/>
                <a:cs typeface="DejaVu Sans"/>
              </a:rPr>
              <a:t>Match tables and configs</a:t>
            </a:r>
          </a:p>
        </p:txBody>
      </p:sp>
      <p:sp>
        <p:nvSpPr>
          <p:cNvPr id="10" name="panel-244">
            <a:extLst xmlns:a="http://schemas.openxmlformats.org/drawingml/2006/main">
              <a:ext uri="{FF2B5EF4-FFF2-40B4-BE49-F238E27FC236}">
                <a16:creationId xmlns:a16="http://schemas.microsoft.com/office/drawing/2014/main" id="{07D7D3F9-9FC0-4910-82F8-0C15D008422B}"/>
              </a:ext>
            </a:extLst>
          </p:cNvPr>
          <p:cNvSpPr>
            <a:spLocks xmlns:a="http://schemas.openxmlformats.org/drawingml/2006/main" noGrp="1"/>
          </p:cNvSpPr>
          <p:nvPr/>
        </p:nvSpPr>
        <p:spPr>
          <a:xfrm xmlns:a="http://schemas.openxmlformats.org/drawingml/2006/main">
            <a:off x="3429000" y="1695450"/>
            <a:ext cx="2514600" cy="1295400"/>
          </a:xfrm>
          <a:prstGeom xmlns:a="http://schemas.openxmlformats.org/drawingml/2006/main" prst="roundRect">
            <a:avLst>
              <a:gd name="adj" fmla="val 8824"/>
            </a:avLst>
          </a:prstGeom>
          <a:solidFill xmlns:a="http://schemas.openxmlformats.org/drawingml/2006/main">
            <a:srgbClr val="E5EFF6"/>
          </a:solidFill>
          <a:ln xmlns:a="http://schemas.openxmlformats.org/drawingml/2006/main" w="9525">
            <a:solidFill>
              <a:srgbClr val="D9E5EC"/>
            </a:solidFill>
            <a:prstDash val="solid"/>
          </a:ln>
        </p:spPr>
      </p:sp>
      <p:sp>
        <p:nvSpPr>
          <p:cNvPr id="11" name="text-245">
            <a:extLst xmlns:a="http://schemas.openxmlformats.org/drawingml/2006/main">
              <a:ext uri="{FF2B5EF4-FFF2-40B4-BE49-F238E27FC236}">
                <a16:creationId xmlns:a16="http://schemas.microsoft.com/office/drawing/2014/main" id="{516BC4CD-64AC-454C-95C3-8811FDE8D1B3}"/>
              </a:ext>
            </a:extLst>
          </p:cNvPr>
          <p:cNvSpPr>
            <a:spLocks xmlns:a="http://schemas.openxmlformats.org/drawingml/2006/main" noGrp="1"/>
          </p:cNvSpPr>
          <p:nvPr/>
        </p:nvSpPr>
        <p:spPr>
          <a:xfrm xmlns:a="http://schemas.openxmlformats.org/drawingml/2006/main">
            <a:off x="3590925" y="1857375"/>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247E91"/>
                </a:solidFill>
                <a:latin typeface="DejaVu Serif"/>
                <a:ea typeface="DejaVu Serif"/>
                <a:cs typeface="DejaVu Serif"/>
              </a:defRPr>
            </a:defPPr>
            <a:lvl1pPr algn="l">
              <a:defRPr sz="1650" b="1">
                <a:solidFill>
                  <a:srgbClr val="247E91"/>
                </a:solidFill>
                <a:latin typeface="DejaVu Serif"/>
                <a:ea typeface="DejaVu Serif"/>
                <a:cs typeface="DejaVu Serif"/>
              </a:defRPr>
            </a:lvl1pPr>
            <a:lvl2pPr algn="l">
              <a:defRPr sz="1650" b="1">
                <a:solidFill>
                  <a:srgbClr val="247E91"/>
                </a:solidFill>
                <a:latin typeface="DejaVu Serif"/>
                <a:ea typeface="DejaVu Serif"/>
                <a:cs typeface="DejaVu Serif"/>
              </a:defRPr>
            </a:lvl2pPr>
            <a:lvl3pPr algn="l">
              <a:defRPr sz="1650" b="1">
                <a:solidFill>
                  <a:srgbClr val="247E91"/>
                </a:solidFill>
                <a:latin typeface="DejaVu Serif"/>
                <a:ea typeface="DejaVu Serif"/>
                <a:cs typeface="DejaVu Serif"/>
              </a:defRPr>
            </a:lvl3pPr>
            <a:lvl4pPr algn="l">
              <a:defRPr sz="1650" b="1">
                <a:solidFill>
                  <a:srgbClr val="247E91"/>
                </a:solidFill>
                <a:latin typeface="DejaVu Serif"/>
                <a:ea typeface="DejaVu Serif"/>
                <a:cs typeface="DejaVu Serif"/>
              </a:defRPr>
            </a:lvl4pPr>
            <a:lvl5pPr algn="l">
              <a:defRPr sz="1650" b="1">
                <a:solidFill>
                  <a:srgbClr val="247E91"/>
                </a:solidFill>
                <a:latin typeface="DejaVu Serif"/>
                <a:ea typeface="DejaVu Serif"/>
                <a:cs typeface="DejaVu Serif"/>
              </a:defRPr>
            </a:lvl5pPr>
            <a:lvl6pPr algn="l">
              <a:defRPr sz="1650" b="1">
                <a:solidFill>
                  <a:srgbClr val="247E91"/>
                </a:solidFill>
                <a:latin typeface="DejaVu Serif"/>
                <a:ea typeface="DejaVu Serif"/>
                <a:cs typeface="DejaVu Serif"/>
              </a:defRPr>
            </a:lvl6pPr>
            <a:lvl7pPr algn="l">
              <a:defRPr sz="1650" b="1">
                <a:solidFill>
                  <a:srgbClr val="247E91"/>
                </a:solidFill>
                <a:latin typeface="DejaVu Serif"/>
                <a:ea typeface="DejaVu Serif"/>
                <a:cs typeface="DejaVu Serif"/>
              </a:defRPr>
            </a:lvl7pPr>
            <a:lvl8pPr algn="l">
              <a:defRPr sz="1650" b="1">
                <a:solidFill>
                  <a:srgbClr val="247E91"/>
                </a:solidFill>
                <a:latin typeface="DejaVu Serif"/>
                <a:ea typeface="DejaVu Serif"/>
                <a:cs typeface="DejaVu Serif"/>
              </a:defRPr>
            </a:lvl8pPr>
            <a:lvl9pPr algn="l">
              <a:defRPr sz="1650" b="1">
                <a:solidFill>
                  <a:srgbClr val="247E91"/>
                </a:solidFill>
                <a:latin typeface="DejaVu Serif"/>
                <a:ea typeface="DejaVu Serif"/>
                <a:cs typeface="DejaVu Serif"/>
              </a:defRPr>
            </a:lvl9pPr>
          </a:lstStyle>
          <a:p xmlns:a="http://schemas.openxmlformats.org/drawingml/2006/main">
            <a:pPr algn="l">
              <a:defRPr sz="1650" b="1">
                <a:solidFill>
                  <a:srgbClr val="247E91"/>
                </a:solidFill>
                <a:latin typeface="DejaVu Serif"/>
                <a:ea typeface="DejaVu Serif"/>
                <a:cs typeface="DejaVu Serif"/>
              </a:defRPr>
            </a:pPr>
            <a:r>
              <a:rPr sz="1650" b="1">
                <a:solidFill>
                  <a:srgbClr val="247E91"/>
                </a:solidFill>
                <a:latin typeface="DejaVu Serif"/>
                <a:ea typeface="DejaVu Serif"/>
                <a:cs typeface="DejaVu Serif"/>
              </a:rPr>
              <a:t>2  Statistical Profiling</a:t>
            </a:r>
          </a:p>
        </p:txBody>
      </p:sp>
      <p:sp>
        <p:nvSpPr>
          <p:cNvPr id="12" name="text-246">
            <a:extLst xmlns:a="http://schemas.openxmlformats.org/drawingml/2006/main">
              <a:ext uri="{FF2B5EF4-FFF2-40B4-BE49-F238E27FC236}">
                <a16:creationId xmlns:a16="http://schemas.microsoft.com/office/drawing/2014/main" id="{1DD8166F-FCBB-46EB-A2F3-1F66BEF097E9}"/>
              </a:ext>
            </a:extLst>
          </p:cNvPr>
          <p:cNvSpPr>
            <a:spLocks xmlns:a="http://schemas.openxmlformats.org/drawingml/2006/main" noGrp="1"/>
          </p:cNvSpPr>
          <p:nvPr/>
        </p:nvSpPr>
        <p:spPr>
          <a:xfrm xmlns:a="http://schemas.openxmlformats.org/drawingml/2006/main">
            <a:off x="3590925" y="241935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354A5F"/>
                </a:solidFill>
                <a:latin typeface="DejaVu Sans"/>
                <a:ea typeface="DejaVu Sans"/>
                <a:cs typeface="DejaVu Sans"/>
              </a:defRPr>
            </a:defPPr>
            <a:lvl1pPr algn="l">
              <a:defRPr sz="1350" b="0">
                <a:solidFill>
                  <a:srgbClr val="354A5F"/>
                </a:solidFill>
                <a:latin typeface="DejaVu Sans"/>
                <a:ea typeface="DejaVu Sans"/>
                <a:cs typeface="DejaVu Sans"/>
              </a:defRPr>
            </a:lvl1pPr>
            <a:lvl2pPr algn="l">
              <a:defRPr sz="1350" b="0">
                <a:solidFill>
                  <a:srgbClr val="354A5F"/>
                </a:solidFill>
                <a:latin typeface="DejaVu Sans"/>
                <a:ea typeface="DejaVu Sans"/>
                <a:cs typeface="DejaVu Sans"/>
              </a:defRPr>
            </a:lvl2pPr>
            <a:lvl3pPr algn="l">
              <a:defRPr sz="1350" b="0">
                <a:solidFill>
                  <a:srgbClr val="354A5F"/>
                </a:solidFill>
                <a:latin typeface="DejaVu Sans"/>
                <a:ea typeface="DejaVu Sans"/>
                <a:cs typeface="DejaVu Sans"/>
              </a:defRPr>
            </a:lvl3pPr>
            <a:lvl4pPr algn="l">
              <a:defRPr sz="1350" b="0">
                <a:solidFill>
                  <a:srgbClr val="354A5F"/>
                </a:solidFill>
                <a:latin typeface="DejaVu Sans"/>
                <a:ea typeface="DejaVu Sans"/>
                <a:cs typeface="DejaVu Sans"/>
              </a:defRPr>
            </a:lvl4pPr>
            <a:lvl5pPr algn="l">
              <a:defRPr sz="1350" b="0">
                <a:solidFill>
                  <a:srgbClr val="354A5F"/>
                </a:solidFill>
                <a:latin typeface="DejaVu Sans"/>
                <a:ea typeface="DejaVu Sans"/>
                <a:cs typeface="DejaVu Sans"/>
              </a:defRPr>
            </a:lvl5pPr>
            <a:lvl6pPr algn="l">
              <a:defRPr sz="1350" b="0">
                <a:solidFill>
                  <a:srgbClr val="354A5F"/>
                </a:solidFill>
                <a:latin typeface="DejaVu Sans"/>
                <a:ea typeface="DejaVu Sans"/>
                <a:cs typeface="DejaVu Sans"/>
              </a:defRPr>
            </a:lvl6pPr>
            <a:lvl7pPr algn="l">
              <a:defRPr sz="1350" b="0">
                <a:solidFill>
                  <a:srgbClr val="354A5F"/>
                </a:solidFill>
                <a:latin typeface="DejaVu Sans"/>
                <a:ea typeface="DejaVu Sans"/>
                <a:cs typeface="DejaVu Sans"/>
              </a:defRPr>
            </a:lvl7pPr>
            <a:lvl8pPr algn="l">
              <a:defRPr sz="1350" b="0">
                <a:solidFill>
                  <a:srgbClr val="354A5F"/>
                </a:solidFill>
                <a:latin typeface="DejaVu Sans"/>
                <a:ea typeface="DejaVu Sans"/>
                <a:cs typeface="DejaVu Sans"/>
              </a:defRPr>
            </a:lvl8pPr>
            <a:lvl9pPr algn="l">
              <a:defRPr sz="1350" b="0">
                <a:solidFill>
                  <a:srgbClr val="354A5F"/>
                </a:solidFill>
                <a:latin typeface="DejaVu Sans"/>
                <a:ea typeface="DejaVu Sans"/>
                <a:cs typeface="DejaVu Sans"/>
              </a:defRPr>
            </a:lvl9pPr>
          </a:lstStyle>
          <a:p xmlns:a="http://schemas.openxmlformats.org/drawingml/2006/main">
            <a:pPr algn="l">
              <a:defRPr sz="1350" b="0">
                <a:solidFill>
                  <a:srgbClr val="354A5F"/>
                </a:solidFill>
                <a:latin typeface="DejaVu Sans"/>
                <a:ea typeface="DejaVu Sans"/>
                <a:cs typeface="DejaVu Sans"/>
              </a:defRPr>
            </a:pPr>
            <a:r>
              <a:rPr sz="1350" b="0">
                <a:solidFill>
                  <a:srgbClr val="354A5F"/>
                </a:solidFill>
                <a:latin typeface="DejaVu Sans"/>
                <a:ea typeface="DejaVu Sans"/>
                <a:cs typeface="DejaVu Sans"/>
              </a:rPr>
              <a:t>Aggregate source statistics</a:t>
            </a:r>
          </a:p>
        </p:txBody>
      </p:sp>
      <p:sp>
        <p:nvSpPr>
          <p:cNvPr id="13" name="panel-247">
            <a:extLst xmlns:a="http://schemas.openxmlformats.org/drawingml/2006/main">
              <a:ext uri="{FF2B5EF4-FFF2-40B4-BE49-F238E27FC236}">
                <a16:creationId xmlns:a16="http://schemas.microsoft.com/office/drawing/2014/main" id="{40A10DC3-4B55-4A49-A6B1-2F0E7CE3A7FF}"/>
              </a:ext>
            </a:extLst>
          </p:cNvPr>
          <p:cNvSpPr>
            <a:spLocks xmlns:a="http://schemas.openxmlformats.org/drawingml/2006/main" noGrp="1"/>
          </p:cNvSpPr>
          <p:nvPr/>
        </p:nvSpPr>
        <p:spPr>
          <a:xfrm xmlns:a="http://schemas.openxmlformats.org/drawingml/2006/main">
            <a:off x="6248400" y="1695450"/>
            <a:ext cx="2514600" cy="1295400"/>
          </a:xfrm>
          <a:prstGeom xmlns:a="http://schemas.openxmlformats.org/drawingml/2006/main" prst="roundRect">
            <a:avLst>
              <a:gd name="adj" fmla="val 8824"/>
            </a:avLst>
          </a:prstGeom>
          <a:solidFill xmlns:a="http://schemas.openxmlformats.org/drawingml/2006/main">
            <a:srgbClr val="EEEAF8"/>
          </a:solidFill>
          <a:ln xmlns:a="http://schemas.openxmlformats.org/drawingml/2006/main" w="9525">
            <a:solidFill>
              <a:srgbClr val="D9D0ED"/>
            </a:solidFill>
            <a:prstDash val="solid"/>
          </a:ln>
        </p:spPr>
      </p:sp>
      <p:sp>
        <p:nvSpPr>
          <p:cNvPr id="14" name="text-248">
            <a:extLst xmlns:a="http://schemas.openxmlformats.org/drawingml/2006/main">
              <a:ext uri="{FF2B5EF4-FFF2-40B4-BE49-F238E27FC236}">
                <a16:creationId xmlns:a16="http://schemas.microsoft.com/office/drawing/2014/main" id="{FA7AB085-B3CF-4C11-9218-921F8442B8F0}"/>
              </a:ext>
            </a:extLst>
          </p:cNvPr>
          <p:cNvSpPr>
            <a:spLocks xmlns:a="http://schemas.openxmlformats.org/drawingml/2006/main" noGrp="1"/>
          </p:cNvSpPr>
          <p:nvPr/>
        </p:nvSpPr>
        <p:spPr>
          <a:xfrm xmlns:a="http://schemas.openxmlformats.org/drawingml/2006/main">
            <a:off x="6410325" y="1857375"/>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65578C"/>
                </a:solidFill>
                <a:latin typeface="DejaVu Serif"/>
                <a:ea typeface="DejaVu Serif"/>
                <a:cs typeface="DejaVu Serif"/>
              </a:defRPr>
            </a:defPPr>
            <a:lvl1pPr algn="l">
              <a:defRPr sz="1650" b="1">
                <a:solidFill>
                  <a:srgbClr val="65578C"/>
                </a:solidFill>
                <a:latin typeface="DejaVu Serif"/>
                <a:ea typeface="DejaVu Serif"/>
                <a:cs typeface="DejaVu Serif"/>
              </a:defRPr>
            </a:lvl1pPr>
            <a:lvl2pPr algn="l">
              <a:defRPr sz="1650" b="1">
                <a:solidFill>
                  <a:srgbClr val="65578C"/>
                </a:solidFill>
                <a:latin typeface="DejaVu Serif"/>
                <a:ea typeface="DejaVu Serif"/>
                <a:cs typeface="DejaVu Serif"/>
              </a:defRPr>
            </a:lvl2pPr>
            <a:lvl3pPr algn="l">
              <a:defRPr sz="1650" b="1">
                <a:solidFill>
                  <a:srgbClr val="65578C"/>
                </a:solidFill>
                <a:latin typeface="DejaVu Serif"/>
                <a:ea typeface="DejaVu Serif"/>
                <a:cs typeface="DejaVu Serif"/>
              </a:defRPr>
            </a:lvl3pPr>
            <a:lvl4pPr algn="l">
              <a:defRPr sz="1650" b="1">
                <a:solidFill>
                  <a:srgbClr val="65578C"/>
                </a:solidFill>
                <a:latin typeface="DejaVu Serif"/>
                <a:ea typeface="DejaVu Serif"/>
                <a:cs typeface="DejaVu Serif"/>
              </a:defRPr>
            </a:lvl4pPr>
            <a:lvl5pPr algn="l">
              <a:defRPr sz="1650" b="1">
                <a:solidFill>
                  <a:srgbClr val="65578C"/>
                </a:solidFill>
                <a:latin typeface="DejaVu Serif"/>
                <a:ea typeface="DejaVu Serif"/>
                <a:cs typeface="DejaVu Serif"/>
              </a:defRPr>
            </a:lvl5pPr>
            <a:lvl6pPr algn="l">
              <a:defRPr sz="1650" b="1">
                <a:solidFill>
                  <a:srgbClr val="65578C"/>
                </a:solidFill>
                <a:latin typeface="DejaVu Serif"/>
                <a:ea typeface="DejaVu Serif"/>
                <a:cs typeface="DejaVu Serif"/>
              </a:defRPr>
            </a:lvl6pPr>
            <a:lvl7pPr algn="l">
              <a:defRPr sz="1650" b="1">
                <a:solidFill>
                  <a:srgbClr val="65578C"/>
                </a:solidFill>
                <a:latin typeface="DejaVu Serif"/>
                <a:ea typeface="DejaVu Serif"/>
                <a:cs typeface="DejaVu Serif"/>
              </a:defRPr>
            </a:lvl7pPr>
            <a:lvl8pPr algn="l">
              <a:defRPr sz="1650" b="1">
                <a:solidFill>
                  <a:srgbClr val="65578C"/>
                </a:solidFill>
                <a:latin typeface="DejaVu Serif"/>
                <a:ea typeface="DejaVu Serif"/>
                <a:cs typeface="DejaVu Serif"/>
              </a:defRPr>
            </a:lvl8pPr>
            <a:lvl9pPr algn="l">
              <a:defRPr sz="1650" b="1">
                <a:solidFill>
                  <a:srgbClr val="65578C"/>
                </a:solidFill>
                <a:latin typeface="DejaVu Serif"/>
                <a:ea typeface="DejaVu Serif"/>
                <a:cs typeface="DejaVu Serif"/>
              </a:defRPr>
            </a:lvl9pPr>
          </a:lstStyle>
          <a:p xmlns:a="http://schemas.openxmlformats.org/drawingml/2006/main">
            <a:pPr algn="l">
              <a:defRPr sz="1650" b="1">
                <a:solidFill>
                  <a:srgbClr val="65578C"/>
                </a:solidFill>
                <a:latin typeface="DejaVu Serif"/>
                <a:ea typeface="DejaVu Serif"/>
                <a:cs typeface="DejaVu Serif"/>
              </a:defRPr>
            </a:pPr>
            <a:r>
              <a:rPr sz="1650" b="1">
                <a:solidFill>
                  <a:srgbClr val="65578C"/>
                </a:solidFill>
                <a:latin typeface="DejaVu Serif"/>
                <a:ea typeface="DejaVu Serif"/>
                <a:cs typeface="DejaVu Serif"/>
              </a:rPr>
              <a:t>3  Semantic Profiling</a:t>
            </a:r>
          </a:p>
        </p:txBody>
      </p:sp>
      <p:sp>
        <p:nvSpPr>
          <p:cNvPr id="15" name="text-249">
            <a:extLst xmlns:a="http://schemas.openxmlformats.org/drawingml/2006/main">
              <a:ext uri="{FF2B5EF4-FFF2-40B4-BE49-F238E27FC236}">
                <a16:creationId xmlns:a16="http://schemas.microsoft.com/office/drawing/2014/main" id="{C2B8EF35-6C6D-48F8-BFE0-CCDD46FFBBDF}"/>
              </a:ext>
            </a:extLst>
          </p:cNvPr>
          <p:cNvSpPr>
            <a:spLocks xmlns:a="http://schemas.openxmlformats.org/drawingml/2006/main" noGrp="1"/>
          </p:cNvSpPr>
          <p:nvPr/>
        </p:nvSpPr>
        <p:spPr>
          <a:xfrm xmlns:a="http://schemas.openxmlformats.org/drawingml/2006/main">
            <a:off x="6410325" y="241935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354A5F"/>
                </a:solidFill>
                <a:latin typeface="DejaVu Sans"/>
                <a:ea typeface="DejaVu Sans"/>
                <a:cs typeface="DejaVu Sans"/>
              </a:defRPr>
            </a:defPPr>
            <a:lvl1pPr algn="l">
              <a:defRPr sz="1350" b="0">
                <a:solidFill>
                  <a:srgbClr val="354A5F"/>
                </a:solidFill>
                <a:latin typeface="DejaVu Sans"/>
                <a:ea typeface="DejaVu Sans"/>
                <a:cs typeface="DejaVu Sans"/>
              </a:defRPr>
            </a:lvl1pPr>
            <a:lvl2pPr algn="l">
              <a:defRPr sz="1350" b="0">
                <a:solidFill>
                  <a:srgbClr val="354A5F"/>
                </a:solidFill>
                <a:latin typeface="DejaVu Sans"/>
                <a:ea typeface="DejaVu Sans"/>
                <a:cs typeface="DejaVu Sans"/>
              </a:defRPr>
            </a:lvl2pPr>
            <a:lvl3pPr algn="l">
              <a:defRPr sz="1350" b="0">
                <a:solidFill>
                  <a:srgbClr val="354A5F"/>
                </a:solidFill>
                <a:latin typeface="DejaVu Sans"/>
                <a:ea typeface="DejaVu Sans"/>
                <a:cs typeface="DejaVu Sans"/>
              </a:defRPr>
            </a:lvl3pPr>
            <a:lvl4pPr algn="l">
              <a:defRPr sz="1350" b="0">
                <a:solidFill>
                  <a:srgbClr val="354A5F"/>
                </a:solidFill>
                <a:latin typeface="DejaVu Sans"/>
                <a:ea typeface="DejaVu Sans"/>
                <a:cs typeface="DejaVu Sans"/>
              </a:defRPr>
            </a:lvl4pPr>
            <a:lvl5pPr algn="l">
              <a:defRPr sz="1350" b="0">
                <a:solidFill>
                  <a:srgbClr val="354A5F"/>
                </a:solidFill>
                <a:latin typeface="DejaVu Sans"/>
                <a:ea typeface="DejaVu Sans"/>
                <a:cs typeface="DejaVu Sans"/>
              </a:defRPr>
            </a:lvl5pPr>
            <a:lvl6pPr algn="l">
              <a:defRPr sz="1350" b="0">
                <a:solidFill>
                  <a:srgbClr val="354A5F"/>
                </a:solidFill>
                <a:latin typeface="DejaVu Sans"/>
                <a:ea typeface="DejaVu Sans"/>
                <a:cs typeface="DejaVu Sans"/>
              </a:defRPr>
            </a:lvl6pPr>
            <a:lvl7pPr algn="l">
              <a:defRPr sz="1350" b="0">
                <a:solidFill>
                  <a:srgbClr val="354A5F"/>
                </a:solidFill>
                <a:latin typeface="DejaVu Sans"/>
                <a:ea typeface="DejaVu Sans"/>
                <a:cs typeface="DejaVu Sans"/>
              </a:defRPr>
            </a:lvl7pPr>
            <a:lvl8pPr algn="l">
              <a:defRPr sz="1350" b="0">
                <a:solidFill>
                  <a:srgbClr val="354A5F"/>
                </a:solidFill>
                <a:latin typeface="DejaVu Sans"/>
                <a:ea typeface="DejaVu Sans"/>
                <a:cs typeface="DejaVu Sans"/>
              </a:defRPr>
            </a:lvl8pPr>
            <a:lvl9pPr algn="l">
              <a:defRPr sz="1350" b="0">
                <a:solidFill>
                  <a:srgbClr val="354A5F"/>
                </a:solidFill>
                <a:latin typeface="DejaVu Sans"/>
                <a:ea typeface="DejaVu Sans"/>
                <a:cs typeface="DejaVu Sans"/>
              </a:defRPr>
            </a:lvl9pPr>
          </a:lstStyle>
          <a:p xmlns:a="http://schemas.openxmlformats.org/drawingml/2006/main">
            <a:pPr algn="l">
              <a:defRPr sz="1350" b="0">
                <a:solidFill>
                  <a:srgbClr val="354A5F"/>
                </a:solidFill>
                <a:latin typeface="DejaVu Sans"/>
                <a:ea typeface="DejaVu Sans"/>
                <a:cs typeface="DejaVu Sans"/>
              </a:defRPr>
            </a:pPr>
            <a:r>
              <a:rPr sz="1350" b="0">
                <a:solidFill>
                  <a:srgbClr val="354A5F"/>
                </a:solidFill>
                <a:latin typeface="DejaVu Sans"/>
                <a:ea typeface="DejaVu Sans"/>
                <a:cs typeface="DejaVu Sans"/>
              </a:rPr>
              <a:t>Infer structured meanings</a:t>
            </a:r>
          </a:p>
        </p:txBody>
      </p:sp>
      <p:sp>
        <p:nvSpPr>
          <p:cNvPr id="16" name="panel-250">
            <a:extLst xmlns:a="http://schemas.openxmlformats.org/drawingml/2006/main">
              <a:ext uri="{FF2B5EF4-FFF2-40B4-BE49-F238E27FC236}">
                <a16:creationId xmlns:a16="http://schemas.microsoft.com/office/drawing/2014/main" id="{ADF47249-51D1-4194-9E72-3FA554ECC73B}"/>
              </a:ext>
            </a:extLst>
          </p:cNvPr>
          <p:cNvSpPr>
            <a:spLocks xmlns:a="http://schemas.openxmlformats.org/drawingml/2006/main" noGrp="1"/>
          </p:cNvSpPr>
          <p:nvPr/>
        </p:nvSpPr>
        <p:spPr>
          <a:xfrm xmlns:a="http://schemas.openxmlformats.org/drawingml/2006/main">
            <a:off x="9067800" y="1695450"/>
            <a:ext cx="2514600" cy="1295400"/>
          </a:xfrm>
          <a:prstGeom xmlns:a="http://schemas.openxmlformats.org/drawingml/2006/main" prst="roundRect">
            <a:avLst>
              <a:gd name="adj" fmla="val 8824"/>
            </a:avLst>
          </a:prstGeom>
          <a:solidFill xmlns:a="http://schemas.openxmlformats.org/drawingml/2006/main">
            <a:srgbClr val="E5EFF6"/>
          </a:solidFill>
          <a:ln xmlns:a="http://schemas.openxmlformats.org/drawingml/2006/main" w="9525">
            <a:solidFill>
              <a:srgbClr val="D9E5EC"/>
            </a:solidFill>
            <a:prstDash val="solid"/>
          </a:ln>
        </p:spPr>
      </p:sp>
      <p:sp>
        <p:nvSpPr>
          <p:cNvPr id="17" name="text-251">
            <a:extLst xmlns:a="http://schemas.openxmlformats.org/drawingml/2006/main">
              <a:ext uri="{FF2B5EF4-FFF2-40B4-BE49-F238E27FC236}">
                <a16:creationId xmlns:a16="http://schemas.microsoft.com/office/drawing/2014/main" id="{6FB075DA-298C-4A84-81B6-8C960DBB2127}"/>
              </a:ext>
            </a:extLst>
          </p:cNvPr>
          <p:cNvSpPr>
            <a:spLocks xmlns:a="http://schemas.openxmlformats.org/drawingml/2006/main" noGrp="1"/>
          </p:cNvSpPr>
          <p:nvPr/>
        </p:nvSpPr>
        <p:spPr>
          <a:xfrm xmlns:a="http://schemas.openxmlformats.org/drawingml/2006/main">
            <a:off x="9229725" y="1857375"/>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247E91"/>
                </a:solidFill>
                <a:latin typeface="DejaVu Serif"/>
                <a:ea typeface="DejaVu Serif"/>
                <a:cs typeface="DejaVu Serif"/>
              </a:defRPr>
            </a:defPPr>
            <a:lvl1pPr algn="l">
              <a:defRPr sz="1650" b="1">
                <a:solidFill>
                  <a:srgbClr val="247E91"/>
                </a:solidFill>
                <a:latin typeface="DejaVu Serif"/>
                <a:ea typeface="DejaVu Serif"/>
                <a:cs typeface="DejaVu Serif"/>
              </a:defRPr>
            </a:lvl1pPr>
            <a:lvl2pPr algn="l">
              <a:defRPr sz="1650" b="1">
                <a:solidFill>
                  <a:srgbClr val="247E91"/>
                </a:solidFill>
                <a:latin typeface="DejaVu Serif"/>
                <a:ea typeface="DejaVu Serif"/>
                <a:cs typeface="DejaVu Serif"/>
              </a:defRPr>
            </a:lvl2pPr>
            <a:lvl3pPr algn="l">
              <a:defRPr sz="1650" b="1">
                <a:solidFill>
                  <a:srgbClr val="247E91"/>
                </a:solidFill>
                <a:latin typeface="DejaVu Serif"/>
                <a:ea typeface="DejaVu Serif"/>
                <a:cs typeface="DejaVu Serif"/>
              </a:defRPr>
            </a:lvl3pPr>
            <a:lvl4pPr algn="l">
              <a:defRPr sz="1650" b="1">
                <a:solidFill>
                  <a:srgbClr val="247E91"/>
                </a:solidFill>
                <a:latin typeface="DejaVu Serif"/>
                <a:ea typeface="DejaVu Serif"/>
                <a:cs typeface="DejaVu Serif"/>
              </a:defRPr>
            </a:lvl4pPr>
            <a:lvl5pPr algn="l">
              <a:defRPr sz="1650" b="1">
                <a:solidFill>
                  <a:srgbClr val="247E91"/>
                </a:solidFill>
                <a:latin typeface="DejaVu Serif"/>
                <a:ea typeface="DejaVu Serif"/>
                <a:cs typeface="DejaVu Serif"/>
              </a:defRPr>
            </a:lvl5pPr>
            <a:lvl6pPr algn="l">
              <a:defRPr sz="1650" b="1">
                <a:solidFill>
                  <a:srgbClr val="247E91"/>
                </a:solidFill>
                <a:latin typeface="DejaVu Serif"/>
                <a:ea typeface="DejaVu Serif"/>
                <a:cs typeface="DejaVu Serif"/>
              </a:defRPr>
            </a:lvl6pPr>
            <a:lvl7pPr algn="l">
              <a:defRPr sz="1650" b="1">
                <a:solidFill>
                  <a:srgbClr val="247E91"/>
                </a:solidFill>
                <a:latin typeface="DejaVu Serif"/>
                <a:ea typeface="DejaVu Serif"/>
                <a:cs typeface="DejaVu Serif"/>
              </a:defRPr>
            </a:lvl7pPr>
            <a:lvl8pPr algn="l">
              <a:defRPr sz="1650" b="1">
                <a:solidFill>
                  <a:srgbClr val="247E91"/>
                </a:solidFill>
                <a:latin typeface="DejaVu Serif"/>
                <a:ea typeface="DejaVu Serif"/>
                <a:cs typeface="DejaVu Serif"/>
              </a:defRPr>
            </a:lvl8pPr>
            <a:lvl9pPr algn="l">
              <a:defRPr sz="1650" b="1">
                <a:solidFill>
                  <a:srgbClr val="247E91"/>
                </a:solidFill>
                <a:latin typeface="DejaVu Serif"/>
                <a:ea typeface="DejaVu Serif"/>
                <a:cs typeface="DejaVu Serif"/>
              </a:defRPr>
            </a:lvl9pPr>
          </a:lstStyle>
          <a:p xmlns:a="http://schemas.openxmlformats.org/drawingml/2006/main">
            <a:pPr algn="l">
              <a:defRPr sz="1650" b="1">
                <a:solidFill>
                  <a:srgbClr val="247E91"/>
                </a:solidFill>
                <a:latin typeface="DejaVu Serif"/>
                <a:ea typeface="DejaVu Serif"/>
                <a:cs typeface="DejaVu Serif"/>
              </a:defRPr>
            </a:pPr>
            <a:r>
              <a:rPr sz="1650" b="1">
                <a:solidFill>
                  <a:srgbClr val="247E91"/>
                </a:solidFill>
                <a:latin typeface="DejaVu Serif"/>
                <a:ea typeface="DejaVu Serif"/>
                <a:cs typeface="DejaVu Serif"/>
              </a:rPr>
              <a:t>4  Table Consolidation</a:t>
            </a:r>
          </a:p>
        </p:txBody>
      </p:sp>
      <p:sp>
        <p:nvSpPr>
          <p:cNvPr id="18" name="text-252">
            <a:extLst xmlns:a="http://schemas.openxmlformats.org/drawingml/2006/main">
              <a:ext uri="{FF2B5EF4-FFF2-40B4-BE49-F238E27FC236}">
                <a16:creationId xmlns:a16="http://schemas.microsoft.com/office/drawing/2014/main" id="{0AA0E4E2-7083-45DA-AEEB-CA322B6FFA7A}"/>
              </a:ext>
            </a:extLst>
          </p:cNvPr>
          <p:cNvSpPr>
            <a:spLocks xmlns:a="http://schemas.openxmlformats.org/drawingml/2006/main" noGrp="1"/>
          </p:cNvSpPr>
          <p:nvPr/>
        </p:nvSpPr>
        <p:spPr>
          <a:xfrm xmlns:a="http://schemas.openxmlformats.org/drawingml/2006/main">
            <a:off x="9229725" y="241935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354A5F"/>
                </a:solidFill>
                <a:latin typeface="DejaVu Sans"/>
                <a:ea typeface="DejaVu Sans"/>
                <a:cs typeface="DejaVu Sans"/>
              </a:defRPr>
            </a:defPPr>
            <a:lvl1pPr algn="l">
              <a:defRPr sz="1350" b="0">
                <a:solidFill>
                  <a:srgbClr val="354A5F"/>
                </a:solidFill>
                <a:latin typeface="DejaVu Sans"/>
                <a:ea typeface="DejaVu Sans"/>
                <a:cs typeface="DejaVu Sans"/>
              </a:defRPr>
            </a:lvl1pPr>
            <a:lvl2pPr algn="l">
              <a:defRPr sz="1350" b="0">
                <a:solidFill>
                  <a:srgbClr val="354A5F"/>
                </a:solidFill>
                <a:latin typeface="DejaVu Sans"/>
                <a:ea typeface="DejaVu Sans"/>
                <a:cs typeface="DejaVu Sans"/>
              </a:defRPr>
            </a:lvl2pPr>
            <a:lvl3pPr algn="l">
              <a:defRPr sz="1350" b="0">
                <a:solidFill>
                  <a:srgbClr val="354A5F"/>
                </a:solidFill>
                <a:latin typeface="DejaVu Sans"/>
                <a:ea typeface="DejaVu Sans"/>
                <a:cs typeface="DejaVu Sans"/>
              </a:defRPr>
            </a:lvl3pPr>
            <a:lvl4pPr algn="l">
              <a:defRPr sz="1350" b="0">
                <a:solidFill>
                  <a:srgbClr val="354A5F"/>
                </a:solidFill>
                <a:latin typeface="DejaVu Sans"/>
                <a:ea typeface="DejaVu Sans"/>
                <a:cs typeface="DejaVu Sans"/>
              </a:defRPr>
            </a:lvl4pPr>
            <a:lvl5pPr algn="l">
              <a:defRPr sz="1350" b="0">
                <a:solidFill>
                  <a:srgbClr val="354A5F"/>
                </a:solidFill>
                <a:latin typeface="DejaVu Sans"/>
                <a:ea typeface="DejaVu Sans"/>
                <a:cs typeface="DejaVu Sans"/>
              </a:defRPr>
            </a:lvl5pPr>
            <a:lvl6pPr algn="l">
              <a:defRPr sz="1350" b="0">
                <a:solidFill>
                  <a:srgbClr val="354A5F"/>
                </a:solidFill>
                <a:latin typeface="DejaVu Sans"/>
                <a:ea typeface="DejaVu Sans"/>
                <a:cs typeface="DejaVu Sans"/>
              </a:defRPr>
            </a:lvl6pPr>
            <a:lvl7pPr algn="l">
              <a:defRPr sz="1350" b="0">
                <a:solidFill>
                  <a:srgbClr val="354A5F"/>
                </a:solidFill>
                <a:latin typeface="DejaVu Sans"/>
                <a:ea typeface="DejaVu Sans"/>
                <a:cs typeface="DejaVu Sans"/>
              </a:defRPr>
            </a:lvl7pPr>
            <a:lvl8pPr algn="l">
              <a:defRPr sz="1350" b="0">
                <a:solidFill>
                  <a:srgbClr val="354A5F"/>
                </a:solidFill>
                <a:latin typeface="DejaVu Sans"/>
                <a:ea typeface="DejaVu Sans"/>
                <a:cs typeface="DejaVu Sans"/>
              </a:defRPr>
            </a:lvl8pPr>
            <a:lvl9pPr algn="l">
              <a:defRPr sz="1350" b="0">
                <a:solidFill>
                  <a:srgbClr val="354A5F"/>
                </a:solidFill>
                <a:latin typeface="DejaVu Sans"/>
                <a:ea typeface="DejaVu Sans"/>
                <a:cs typeface="DejaVu Sans"/>
              </a:defRPr>
            </a:lvl9pPr>
          </a:lstStyle>
          <a:p xmlns:a="http://schemas.openxmlformats.org/drawingml/2006/main">
            <a:pPr algn="l">
              <a:defRPr sz="1350" b="0">
                <a:solidFill>
                  <a:srgbClr val="354A5F"/>
                </a:solidFill>
                <a:latin typeface="DejaVu Sans"/>
                <a:ea typeface="DejaVu Sans"/>
                <a:cs typeface="DejaVu Sans"/>
              </a:defRPr>
            </a:pPr>
            <a:r>
              <a:rPr sz="1350" b="0">
                <a:solidFill>
                  <a:srgbClr val="354A5F"/>
                </a:solidFill>
                <a:latin typeface="DejaVu Sans"/>
                <a:ea typeface="DejaVu Sans"/>
                <a:cs typeface="DejaVu Sans"/>
              </a:rPr>
              <a:t>Build compact YAML</a:t>
            </a:r>
          </a:p>
        </p:txBody>
      </p:sp>
      <p:sp>
        <p:nvSpPr>
          <p:cNvPr id="22" name="panel-253">
            <a:extLst xmlns:a="http://schemas.openxmlformats.org/drawingml/2006/main">
              <a:ext uri="{FF2B5EF4-FFF2-40B4-BE49-F238E27FC236}">
                <a16:creationId xmlns:a16="http://schemas.microsoft.com/office/drawing/2014/main" id="{52CA93AD-384B-46AC-9200-F2A168A95669}"/>
              </a:ext>
            </a:extLst>
          </p:cNvPr>
          <p:cNvSpPr>
            <a:spLocks xmlns:a="http://schemas.openxmlformats.org/drawingml/2006/main" noGrp="1"/>
          </p:cNvSpPr>
          <p:nvPr/>
        </p:nvSpPr>
        <p:spPr>
          <a:xfrm xmlns:a="http://schemas.openxmlformats.org/drawingml/2006/main">
            <a:off x="3886200" y="3552825"/>
            <a:ext cx="2971800" cy="1066800"/>
          </a:xfrm>
          <a:prstGeom xmlns:a="http://schemas.openxmlformats.org/drawingml/2006/main" prst="roundRect">
            <a:avLst>
              <a:gd name="adj" fmla="val 10714"/>
            </a:avLst>
          </a:prstGeom>
          <a:solidFill xmlns:a="http://schemas.openxmlformats.org/drawingml/2006/main">
            <a:srgbClr val="EEEAF8"/>
          </a:solidFill>
          <a:ln xmlns:a="http://schemas.openxmlformats.org/drawingml/2006/main" w="9525">
            <a:solidFill>
              <a:srgbClr val="D9D0ED"/>
            </a:solidFill>
            <a:prstDash val="solid"/>
          </a:ln>
        </p:spPr>
      </p:sp>
      <p:sp>
        <p:nvSpPr>
          <p:cNvPr id="23" name="text-254">
            <a:extLst xmlns:a="http://schemas.openxmlformats.org/drawingml/2006/main">
              <a:ext uri="{FF2B5EF4-FFF2-40B4-BE49-F238E27FC236}">
                <a16:creationId xmlns:a16="http://schemas.microsoft.com/office/drawing/2014/main" id="{6FEC9A5A-0786-47B9-BCD8-31B5F4B44789}"/>
              </a:ext>
            </a:extLst>
          </p:cNvPr>
          <p:cNvSpPr>
            <a:spLocks xmlns:a="http://schemas.openxmlformats.org/drawingml/2006/main" noGrp="1"/>
          </p:cNvSpPr>
          <p:nvPr/>
        </p:nvSpPr>
        <p:spPr>
          <a:xfrm xmlns:a="http://schemas.openxmlformats.org/drawingml/2006/main">
            <a:off x="4048125" y="3714750"/>
            <a:ext cx="26479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65578C"/>
                </a:solidFill>
                <a:latin typeface="DejaVu Serif"/>
                <a:ea typeface="DejaVu Serif"/>
                <a:cs typeface="DejaVu Serif"/>
              </a:defRPr>
            </a:defPPr>
            <a:lvl1pPr algn="l">
              <a:defRPr sz="1650" b="1">
                <a:solidFill>
                  <a:srgbClr val="65578C"/>
                </a:solidFill>
                <a:latin typeface="DejaVu Serif"/>
                <a:ea typeface="DejaVu Serif"/>
                <a:cs typeface="DejaVu Serif"/>
              </a:defRPr>
            </a:lvl1pPr>
            <a:lvl2pPr algn="l">
              <a:defRPr sz="1650" b="1">
                <a:solidFill>
                  <a:srgbClr val="65578C"/>
                </a:solidFill>
                <a:latin typeface="DejaVu Serif"/>
                <a:ea typeface="DejaVu Serif"/>
                <a:cs typeface="DejaVu Serif"/>
              </a:defRPr>
            </a:lvl2pPr>
            <a:lvl3pPr algn="l">
              <a:defRPr sz="1650" b="1">
                <a:solidFill>
                  <a:srgbClr val="65578C"/>
                </a:solidFill>
                <a:latin typeface="DejaVu Serif"/>
                <a:ea typeface="DejaVu Serif"/>
                <a:cs typeface="DejaVu Serif"/>
              </a:defRPr>
            </a:lvl3pPr>
            <a:lvl4pPr algn="l">
              <a:defRPr sz="1650" b="1">
                <a:solidFill>
                  <a:srgbClr val="65578C"/>
                </a:solidFill>
                <a:latin typeface="DejaVu Serif"/>
                <a:ea typeface="DejaVu Serif"/>
                <a:cs typeface="DejaVu Serif"/>
              </a:defRPr>
            </a:lvl4pPr>
            <a:lvl5pPr algn="l">
              <a:defRPr sz="1650" b="1">
                <a:solidFill>
                  <a:srgbClr val="65578C"/>
                </a:solidFill>
                <a:latin typeface="DejaVu Serif"/>
                <a:ea typeface="DejaVu Serif"/>
                <a:cs typeface="DejaVu Serif"/>
              </a:defRPr>
            </a:lvl5pPr>
            <a:lvl6pPr algn="l">
              <a:defRPr sz="1650" b="1">
                <a:solidFill>
                  <a:srgbClr val="65578C"/>
                </a:solidFill>
                <a:latin typeface="DejaVu Serif"/>
                <a:ea typeface="DejaVu Serif"/>
                <a:cs typeface="DejaVu Serif"/>
              </a:defRPr>
            </a:lvl6pPr>
            <a:lvl7pPr algn="l">
              <a:defRPr sz="1650" b="1">
                <a:solidFill>
                  <a:srgbClr val="65578C"/>
                </a:solidFill>
                <a:latin typeface="DejaVu Serif"/>
                <a:ea typeface="DejaVu Serif"/>
                <a:cs typeface="DejaVu Serif"/>
              </a:defRPr>
            </a:lvl7pPr>
            <a:lvl8pPr algn="l">
              <a:defRPr sz="1650" b="1">
                <a:solidFill>
                  <a:srgbClr val="65578C"/>
                </a:solidFill>
                <a:latin typeface="DejaVu Serif"/>
                <a:ea typeface="DejaVu Serif"/>
                <a:cs typeface="DejaVu Serif"/>
              </a:defRPr>
            </a:lvl8pPr>
            <a:lvl9pPr algn="l">
              <a:defRPr sz="1650" b="1">
                <a:solidFill>
                  <a:srgbClr val="65578C"/>
                </a:solidFill>
                <a:latin typeface="DejaVu Serif"/>
                <a:ea typeface="DejaVu Serif"/>
                <a:cs typeface="DejaVu Serif"/>
              </a:defRPr>
            </a:lvl9pPr>
          </a:lstStyle>
          <a:p xmlns:a="http://schemas.openxmlformats.org/drawingml/2006/main">
            <a:pPr algn="l">
              <a:defRPr sz="1650" b="1">
                <a:solidFill>
                  <a:srgbClr val="65578C"/>
                </a:solidFill>
                <a:latin typeface="DejaVu Serif"/>
                <a:ea typeface="DejaVu Serif"/>
                <a:cs typeface="DejaVu Serif"/>
              </a:defRPr>
            </a:pPr>
            <a:r>
              <a:rPr sz="1650" b="1">
                <a:solidFill>
                  <a:srgbClr val="65578C"/>
                </a:solidFill>
                <a:latin typeface="DejaVu Serif"/>
                <a:ea typeface="DejaVu Serif"/>
                <a:cs typeface="DejaVu Serif"/>
              </a:rPr>
              <a:t>5  Individual Rules</a:t>
            </a:r>
          </a:p>
        </p:txBody>
      </p:sp>
      <p:sp>
        <p:nvSpPr>
          <p:cNvPr id="24" name="text-255">
            <a:extLst xmlns:a="http://schemas.openxmlformats.org/drawingml/2006/main">
              <a:ext uri="{FF2B5EF4-FFF2-40B4-BE49-F238E27FC236}">
                <a16:creationId xmlns:a16="http://schemas.microsoft.com/office/drawing/2014/main" id="{56E7BD6F-7BA3-4D7D-9A15-9948AB25B1F2}"/>
              </a:ext>
            </a:extLst>
          </p:cNvPr>
          <p:cNvSpPr>
            <a:spLocks xmlns:a="http://schemas.openxmlformats.org/drawingml/2006/main" noGrp="1"/>
          </p:cNvSpPr>
          <p:nvPr/>
        </p:nvSpPr>
        <p:spPr>
          <a:xfrm xmlns:a="http://schemas.openxmlformats.org/drawingml/2006/main">
            <a:off x="4048125" y="4276725"/>
            <a:ext cx="2647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354A5F"/>
                </a:solidFill>
                <a:latin typeface="DejaVu Sans"/>
                <a:ea typeface="DejaVu Sans"/>
                <a:cs typeface="DejaVu Sans"/>
              </a:defRPr>
            </a:defPPr>
            <a:lvl1pPr algn="l">
              <a:defRPr sz="1350" b="0">
                <a:solidFill>
                  <a:srgbClr val="354A5F"/>
                </a:solidFill>
                <a:latin typeface="DejaVu Sans"/>
                <a:ea typeface="DejaVu Sans"/>
                <a:cs typeface="DejaVu Sans"/>
              </a:defRPr>
            </a:lvl1pPr>
            <a:lvl2pPr algn="l">
              <a:defRPr sz="1350" b="0">
                <a:solidFill>
                  <a:srgbClr val="354A5F"/>
                </a:solidFill>
                <a:latin typeface="DejaVu Sans"/>
                <a:ea typeface="DejaVu Sans"/>
                <a:cs typeface="DejaVu Sans"/>
              </a:defRPr>
            </a:lvl2pPr>
            <a:lvl3pPr algn="l">
              <a:defRPr sz="1350" b="0">
                <a:solidFill>
                  <a:srgbClr val="354A5F"/>
                </a:solidFill>
                <a:latin typeface="DejaVu Sans"/>
                <a:ea typeface="DejaVu Sans"/>
                <a:cs typeface="DejaVu Sans"/>
              </a:defRPr>
            </a:lvl3pPr>
            <a:lvl4pPr algn="l">
              <a:defRPr sz="1350" b="0">
                <a:solidFill>
                  <a:srgbClr val="354A5F"/>
                </a:solidFill>
                <a:latin typeface="DejaVu Sans"/>
                <a:ea typeface="DejaVu Sans"/>
                <a:cs typeface="DejaVu Sans"/>
              </a:defRPr>
            </a:lvl4pPr>
            <a:lvl5pPr algn="l">
              <a:defRPr sz="1350" b="0">
                <a:solidFill>
                  <a:srgbClr val="354A5F"/>
                </a:solidFill>
                <a:latin typeface="DejaVu Sans"/>
                <a:ea typeface="DejaVu Sans"/>
                <a:cs typeface="DejaVu Sans"/>
              </a:defRPr>
            </a:lvl5pPr>
            <a:lvl6pPr algn="l">
              <a:defRPr sz="1350" b="0">
                <a:solidFill>
                  <a:srgbClr val="354A5F"/>
                </a:solidFill>
                <a:latin typeface="DejaVu Sans"/>
                <a:ea typeface="DejaVu Sans"/>
                <a:cs typeface="DejaVu Sans"/>
              </a:defRPr>
            </a:lvl6pPr>
            <a:lvl7pPr algn="l">
              <a:defRPr sz="1350" b="0">
                <a:solidFill>
                  <a:srgbClr val="354A5F"/>
                </a:solidFill>
                <a:latin typeface="DejaVu Sans"/>
                <a:ea typeface="DejaVu Sans"/>
                <a:cs typeface="DejaVu Sans"/>
              </a:defRPr>
            </a:lvl7pPr>
            <a:lvl8pPr algn="l">
              <a:defRPr sz="1350" b="0">
                <a:solidFill>
                  <a:srgbClr val="354A5F"/>
                </a:solidFill>
                <a:latin typeface="DejaVu Sans"/>
                <a:ea typeface="DejaVu Sans"/>
                <a:cs typeface="DejaVu Sans"/>
              </a:defRPr>
            </a:lvl8pPr>
            <a:lvl9pPr algn="l">
              <a:defRPr sz="1350" b="0">
                <a:solidFill>
                  <a:srgbClr val="354A5F"/>
                </a:solidFill>
                <a:latin typeface="DejaVu Sans"/>
                <a:ea typeface="DejaVu Sans"/>
                <a:cs typeface="DejaVu Sans"/>
              </a:defRPr>
            </a:lvl9pPr>
          </a:lstStyle>
          <a:p xmlns:a="http://schemas.openxmlformats.org/drawingml/2006/main">
            <a:pPr algn="l">
              <a:defRPr sz="1350" b="0">
                <a:solidFill>
                  <a:srgbClr val="354A5F"/>
                </a:solidFill>
                <a:latin typeface="DejaVu Sans"/>
                <a:ea typeface="DejaVu Sans"/>
                <a:cs typeface="DejaVu Sans"/>
              </a:defRPr>
            </a:pPr>
            <a:r>
              <a:rPr sz="1350" b="0">
                <a:solidFill>
                  <a:srgbClr val="354A5F"/>
                </a:solidFill>
                <a:latin typeface="DejaVu Sans"/>
                <a:ea typeface="DejaVu Sans"/>
                <a:cs typeface="DejaVu Sans"/>
              </a:rPr>
              <a:t>Column and intra-table checks</a:t>
            </a:r>
          </a:p>
        </p:txBody>
      </p:sp>
      <p:sp>
        <p:nvSpPr>
          <p:cNvPr id="25" name="panel-256">
            <a:extLst xmlns:a="http://schemas.openxmlformats.org/drawingml/2006/main">
              <a:ext uri="{FF2B5EF4-FFF2-40B4-BE49-F238E27FC236}">
                <a16:creationId xmlns:a16="http://schemas.microsoft.com/office/drawing/2014/main" id="{E57B189F-8723-444B-8896-271A8916AC35}"/>
              </a:ext>
            </a:extLst>
          </p:cNvPr>
          <p:cNvSpPr>
            <a:spLocks xmlns:a="http://schemas.openxmlformats.org/drawingml/2006/main" noGrp="1"/>
          </p:cNvSpPr>
          <p:nvPr/>
        </p:nvSpPr>
        <p:spPr>
          <a:xfrm xmlns:a="http://schemas.openxmlformats.org/drawingml/2006/main">
            <a:off x="8153400" y="3552825"/>
            <a:ext cx="3429000" cy="1066800"/>
          </a:xfrm>
          <a:prstGeom xmlns:a="http://schemas.openxmlformats.org/drawingml/2006/main" prst="roundRect">
            <a:avLst>
              <a:gd name="adj" fmla="val 10714"/>
            </a:avLst>
          </a:prstGeom>
          <a:solidFill xmlns:a="http://schemas.openxmlformats.org/drawingml/2006/main">
            <a:srgbClr val="E5EFF6"/>
          </a:solidFill>
          <a:ln xmlns:a="http://schemas.openxmlformats.org/drawingml/2006/main" w="9525">
            <a:solidFill>
              <a:srgbClr val="D9E5EC"/>
            </a:solidFill>
            <a:prstDash val="solid"/>
          </a:ln>
        </p:spPr>
      </p:sp>
      <p:sp>
        <p:nvSpPr>
          <p:cNvPr id="26" name="text-257">
            <a:extLst xmlns:a="http://schemas.openxmlformats.org/drawingml/2006/main">
              <a:ext uri="{FF2B5EF4-FFF2-40B4-BE49-F238E27FC236}">
                <a16:creationId xmlns:a16="http://schemas.microsoft.com/office/drawing/2014/main" id="{51E3B218-C884-4C9C-91EB-32FF3195FACF}"/>
              </a:ext>
            </a:extLst>
          </p:cNvPr>
          <p:cNvSpPr>
            <a:spLocks xmlns:a="http://schemas.openxmlformats.org/drawingml/2006/main" noGrp="1"/>
          </p:cNvSpPr>
          <p:nvPr/>
        </p:nvSpPr>
        <p:spPr>
          <a:xfrm xmlns:a="http://schemas.openxmlformats.org/drawingml/2006/main">
            <a:off x="8315325" y="3714750"/>
            <a:ext cx="31051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247E91"/>
                </a:solidFill>
                <a:latin typeface="DejaVu Serif"/>
                <a:ea typeface="DejaVu Serif"/>
                <a:cs typeface="DejaVu Serif"/>
              </a:defRPr>
            </a:defPPr>
            <a:lvl1pPr algn="l">
              <a:defRPr sz="1650" b="1">
                <a:solidFill>
                  <a:srgbClr val="247E91"/>
                </a:solidFill>
                <a:latin typeface="DejaVu Serif"/>
                <a:ea typeface="DejaVu Serif"/>
                <a:cs typeface="DejaVu Serif"/>
              </a:defRPr>
            </a:lvl1pPr>
            <a:lvl2pPr algn="l">
              <a:defRPr sz="1650" b="1">
                <a:solidFill>
                  <a:srgbClr val="247E91"/>
                </a:solidFill>
                <a:latin typeface="DejaVu Serif"/>
                <a:ea typeface="DejaVu Serif"/>
                <a:cs typeface="DejaVu Serif"/>
              </a:defRPr>
            </a:lvl2pPr>
            <a:lvl3pPr algn="l">
              <a:defRPr sz="1650" b="1">
                <a:solidFill>
                  <a:srgbClr val="247E91"/>
                </a:solidFill>
                <a:latin typeface="DejaVu Serif"/>
                <a:ea typeface="DejaVu Serif"/>
                <a:cs typeface="DejaVu Serif"/>
              </a:defRPr>
            </a:lvl3pPr>
            <a:lvl4pPr algn="l">
              <a:defRPr sz="1650" b="1">
                <a:solidFill>
                  <a:srgbClr val="247E91"/>
                </a:solidFill>
                <a:latin typeface="DejaVu Serif"/>
                <a:ea typeface="DejaVu Serif"/>
                <a:cs typeface="DejaVu Serif"/>
              </a:defRPr>
            </a:lvl4pPr>
            <a:lvl5pPr algn="l">
              <a:defRPr sz="1650" b="1">
                <a:solidFill>
                  <a:srgbClr val="247E91"/>
                </a:solidFill>
                <a:latin typeface="DejaVu Serif"/>
                <a:ea typeface="DejaVu Serif"/>
                <a:cs typeface="DejaVu Serif"/>
              </a:defRPr>
            </a:lvl5pPr>
            <a:lvl6pPr algn="l">
              <a:defRPr sz="1650" b="1">
                <a:solidFill>
                  <a:srgbClr val="247E91"/>
                </a:solidFill>
                <a:latin typeface="DejaVu Serif"/>
                <a:ea typeface="DejaVu Serif"/>
                <a:cs typeface="DejaVu Serif"/>
              </a:defRPr>
            </a:lvl6pPr>
            <a:lvl7pPr algn="l">
              <a:defRPr sz="1650" b="1">
                <a:solidFill>
                  <a:srgbClr val="247E91"/>
                </a:solidFill>
                <a:latin typeface="DejaVu Serif"/>
                <a:ea typeface="DejaVu Serif"/>
                <a:cs typeface="DejaVu Serif"/>
              </a:defRPr>
            </a:lvl7pPr>
            <a:lvl8pPr algn="l">
              <a:defRPr sz="1650" b="1">
                <a:solidFill>
                  <a:srgbClr val="247E91"/>
                </a:solidFill>
                <a:latin typeface="DejaVu Serif"/>
                <a:ea typeface="DejaVu Serif"/>
                <a:cs typeface="DejaVu Serif"/>
              </a:defRPr>
            </a:lvl8pPr>
            <a:lvl9pPr algn="l">
              <a:defRPr sz="1650" b="1">
                <a:solidFill>
                  <a:srgbClr val="247E91"/>
                </a:solidFill>
                <a:latin typeface="DejaVu Serif"/>
                <a:ea typeface="DejaVu Serif"/>
                <a:cs typeface="DejaVu Serif"/>
              </a:defRPr>
            </a:lvl9pPr>
          </a:lstStyle>
          <a:p xmlns:a="http://schemas.openxmlformats.org/drawingml/2006/main">
            <a:pPr algn="l">
              <a:defRPr sz="1650" b="1">
                <a:solidFill>
                  <a:srgbClr val="247E91"/>
                </a:solidFill>
                <a:latin typeface="DejaVu Serif"/>
                <a:ea typeface="DejaVu Serif"/>
                <a:cs typeface="DejaVu Serif"/>
              </a:defRPr>
            </a:pPr>
            <a:r>
              <a:rPr sz="1650" b="1">
                <a:solidFill>
                  <a:srgbClr val="247E91"/>
                </a:solidFill>
                <a:latin typeface="DejaVu Serif"/>
                <a:ea typeface="DejaVu Serif"/>
                <a:cs typeface="DejaVu Serif"/>
              </a:rPr>
              <a:t>6  Inter-Table Consolidation</a:t>
            </a:r>
          </a:p>
        </p:txBody>
      </p:sp>
      <p:sp>
        <p:nvSpPr>
          <p:cNvPr id="27" name="text-258">
            <a:extLst xmlns:a="http://schemas.openxmlformats.org/drawingml/2006/main">
              <a:ext uri="{FF2B5EF4-FFF2-40B4-BE49-F238E27FC236}">
                <a16:creationId xmlns:a16="http://schemas.microsoft.com/office/drawing/2014/main" id="{CA0EDA4F-76E7-4A7F-9252-EF42925F04B8}"/>
              </a:ext>
            </a:extLst>
          </p:cNvPr>
          <p:cNvSpPr>
            <a:spLocks xmlns:a="http://schemas.openxmlformats.org/drawingml/2006/main" noGrp="1"/>
          </p:cNvSpPr>
          <p:nvPr/>
        </p:nvSpPr>
        <p:spPr>
          <a:xfrm xmlns:a="http://schemas.openxmlformats.org/drawingml/2006/main">
            <a:off x="8315325" y="4276725"/>
            <a:ext cx="3105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354A5F"/>
                </a:solidFill>
                <a:latin typeface="DejaVu Sans"/>
                <a:ea typeface="DejaVu Sans"/>
                <a:cs typeface="DejaVu Sans"/>
              </a:defRPr>
            </a:defPPr>
            <a:lvl1pPr algn="l">
              <a:defRPr sz="1350" b="0">
                <a:solidFill>
                  <a:srgbClr val="354A5F"/>
                </a:solidFill>
                <a:latin typeface="DejaVu Sans"/>
                <a:ea typeface="DejaVu Sans"/>
                <a:cs typeface="DejaVu Sans"/>
              </a:defRPr>
            </a:lvl1pPr>
            <a:lvl2pPr algn="l">
              <a:defRPr sz="1350" b="0">
                <a:solidFill>
                  <a:srgbClr val="354A5F"/>
                </a:solidFill>
                <a:latin typeface="DejaVu Sans"/>
                <a:ea typeface="DejaVu Sans"/>
                <a:cs typeface="DejaVu Sans"/>
              </a:defRPr>
            </a:lvl2pPr>
            <a:lvl3pPr algn="l">
              <a:defRPr sz="1350" b="0">
                <a:solidFill>
                  <a:srgbClr val="354A5F"/>
                </a:solidFill>
                <a:latin typeface="DejaVu Sans"/>
                <a:ea typeface="DejaVu Sans"/>
                <a:cs typeface="DejaVu Sans"/>
              </a:defRPr>
            </a:lvl3pPr>
            <a:lvl4pPr algn="l">
              <a:defRPr sz="1350" b="0">
                <a:solidFill>
                  <a:srgbClr val="354A5F"/>
                </a:solidFill>
                <a:latin typeface="DejaVu Sans"/>
                <a:ea typeface="DejaVu Sans"/>
                <a:cs typeface="DejaVu Sans"/>
              </a:defRPr>
            </a:lvl4pPr>
            <a:lvl5pPr algn="l">
              <a:defRPr sz="1350" b="0">
                <a:solidFill>
                  <a:srgbClr val="354A5F"/>
                </a:solidFill>
                <a:latin typeface="DejaVu Sans"/>
                <a:ea typeface="DejaVu Sans"/>
                <a:cs typeface="DejaVu Sans"/>
              </a:defRPr>
            </a:lvl5pPr>
            <a:lvl6pPr algn="l">
              <a:defRPr sz="1350" b="0">
                <a:solidFill>
                  <a:srgbClr val="354A5F"/>
                </a:solidFill>
                <a:latin typeface="DejaVu Sans"/>
                <a:ea typeface="DejaVu Sans"/>
                <a:cs typeface="DejaVu Sans"/>
              </a:defRPr>
            </a:lvl6pPr>
            <a:lvl7pPr algn="l">
              <a:defRPr sz="1350" b="0">
                <a:solidFill>
                  <a:srgbClr val="354A5F"/>
                </a:solidFill>
                <a:latin typeface="DejaVu Sans"/>
                <a:ea typeface="DejaVu Sans"/>
                <a:cs typeface="DejaVu Sans"/>
              </a:defRPr>
            </a:lvl7pPr>
            <a:lvl8pPr algn="l">
              <a:defRPr sz="1350" b="0">
                <a:solidFill>
                  <a:srgbClr val="354A5F"/>
                </a:solidFill>
                <a:latin typeface="DejaVu Sans"/>
                <a:ea typeface="DejaVu Sans"/>
                <a:cs typeface="DejaVu Sans"/>
              </a:defRPr>
            </a:lvl8pPr>
            <a:lvl9pPr algn="l">
              <a:defRPr sz="1350" b="0">
                <a:solidFill>
                  <a:srgbClr val="354A5F"/>
                </a:solidFill>
                <a:latin typeface="DejaVu Sans"/>
                <a:ea typeface="DejaVu Sans"/>
                <a:cs typeface="DejaVu Sans"/>
              </a:defRPr>
            </a:lvl9pPr>
          </a:lstStyle>
          <a:p xmlns:a="http://schemas.openxmlformats.org/drawingml/2006/main">
            <a:pPr algn="l">
              <a:defRPr sz="1350" b="0">
                <a:solidFill>
                  <a:srgbClr val="354A5F"/>
                </a:solidFill>
                <a:latin typeface="DejaVu Sans"/>
                <a:ea typeface="DejaVu Sans"/>
                <a:cs typeface="DejaVu Sans"/>
              </a:defRPr>
            </a:pPr>
            <a:r>
              <a:rPr sz="1350" b="0">
                <a:solidFill>
                  <a:srgbClr val="354A5F"/>
                </a:solidFill>
                <a:latin typeface="DejaVu Sans"/>
                <a:ea typeface="DejaVu Sans"/>
                <a:cs typeface="DejaVu Sans"/>
              </a:rPr>
              <a:t>Combine profiles and declared FKs</a:t>
            </a:r>
          </a:p>
        </p:txBody>
      </p:sp>
      <p:sp>
        <p:nvSpPr>
          <p:cNvPr id="28" name="panel-259">
            <a:extLst xmlns:a="http://schemas.openxmlformats.org/drawingml/2006/main">
              <a:ext uri="{FF2B5EF4-FFF2-40B4-BE49-F238E27FC236}">
                <a16:creationId xmlns:a16="http://schemas.microsoft.com/office/drawing/2014/main" id="{04B6949F-2E64-453F-9B06-5DCBCE762056}"/>
              </a:ext>
            </a:extLst>
          </p:cNvPr>
          <p:cNvSpPr>
            <a:spLocks xmlns:a="http://schemas.openxmlformats.org/drawingml/2006/main" noGrp="1"/>
          </p:cNvSpPr>
          <p:nvPr/>
        </p:nvSpPr>
        <p:spPr>
          <a:xfrm xmlns:a="http://schemas.openxmlformats.org/drawingml/2006/main">
            <a:off x="8153400" y="4953000"/>
            <a:ext cx="3429000" cy="1066800"/>
          </a:xfrm>
          <a:prstGeom xmlns:a="http://schemas.openxmlformats.org/drawingml/2006/main" prst="roundRect">
            <a:avLst>
              <a:gd name="adj" fmla="val 10714"/>
            </a:avLst>
          </a:prstGeom>
          <a:solidFill xmlns:a="http://schemas.openxmlformats.org/drawingml/2006/main">
            <a:srgbClr val="EEEAF8"/>
          </a:solidFill>
          <a:ln xmlns:a="http://schemas.openxmlformats.org/drawingml/2006/main" w="9525">
            <a:solidFill>
              <a:srgbClr val="D9D0ED"/>
            </a:solidFill>
            <a:prstDash val="solid"/>
          </a:ln>
        </p:spPr>
      </p:sp>
      <p:sp>
        <p:nvSpPr>
          <p:cNvPr id="29" name="text-260">
            <a:extLst xmlns:a="http://schemas.openxmlformats.org/drawingml/2006/main">
              <a:ext uri="{FF2B5EF4-FFF2-40B4-BE49-F238E27FC236}">
                <a16:creationId xmlns:a16="http://schemas.microsoft.com/office/drawing/2014/main" id="{0F20F81D-0FA9-4371-85FA-B2D2FDFAE490}"/>
              </a:ext>
            </a:extLst>
          </p:cNvPr>
          <p:cNvSpPr>
            <a:spLocks xmlns:a="http://schemas.openxmlformats.org/drawingml/2006/main" noGrp="1"/>
          </p:cNvSpPr>
          <p:nvPr/>
        </p:nvSpPr>
        <p:spPr>
          <a:xfrm xmlns:a="http://schemas.openxmlformats.org/drawingml/2006/main">
            <a:off x="8315325" y="5114925"/>
            <a:ext cx="31051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65578C"/>
                </a:solidFill>
                <a:latin typeface="DejaVu Serif"/>
                <a:ea typeface="DejaVu Serif"/>
                <a:cs typeface="DejaVu Serif"/>
              </a:defRPr>
            </a:defPPr>
            <a:lvl1pPr algn="l">
              <a:defRPr sz="1650" b="1">
                <a:solidFill>
                  <a:srgbClr val="65578C"/>
                </a:solidFill>
                <a:latin typeface="DejaVu Serif"/>
                <a:ea typeface="DejaVu Serif"/>
                <a:cs typeface="DejaVu Serif"/>
              </a:defRPr>
            </a:lvl1pPr>
            <a:lvl2pPr algn="l">
              <a:defRPr sz="1650" b="1">
                <a:solidFill>
                  <a:srgbClr val="65578C"/>
                </a:solidFill>
                <a:latin typeface="DejaVu Serif"/>
                <a:ea typeface="DejaVu Serif"/>
                <a:cs typeface="DejaVu Serif"/>
              </a:defRPr>
            </a:lvl2pPr>
            <a:lvl3pPr algn="l">
              <a:defRPr sz="1650" b="1">
                <a:solidFill>
                  <a:srgbClr val="65578C"/>
                </a:solidFill>
                <a:latin typeface="DejaVu Serif"/>
                <a:ea typeface="DejaVu Serif"/>
                <a:cs typeface="DejaVu Serif"/>
              </a:defRPr>
            </a:lvl3pPr>
            <a:lvl4pPr algn="l">
              <a:defRPr sz="1650" b="1">
                <a:solidFill>
                  <a:srgbClr val="65578C"/>
                </a:solidFill>
                <a:latin typeface="DejaVu Serif"/>
                <a:ea typeface="DejaVu Serif"/>
                <a:cs typeface="DejaVu Serif"/>
              </a:defRPr>
            </a:lvl4pPr>
            <a:lvl5pPr algn="l">
              <a:defRPr sz="1650" b="1">
                <a:solidFill>
                  <a:srgbClr val="65578C"/>
                </a:solidFill>
                <a:latin typeface="DejaVu Serif"/>
                <a:ea typeface="DejaVu Serif"/>
                <a:cs typeface="DejaVu Serif"/>
              </a:defRPr>
            </a:lvl5pPr>
            <a:lvl6pPr algn="l">
              <a:defRPr sz="1650" b="1">
                <a:solidFill>
                  <a:srgbClr val="65578C"/>
                </a:solidFill>
                <a:latin typeface="DejaVu Serif"/>
                <a:ea typeface="DejaVu Serif"/>
                <a:cs typeface="DejaVu Serif"/>
              </a:defRPr>
            </a:lvl6pPr>
            <a:lvl7pPr algn="l">
              <a:defRPr sz="1650" b="1">
                <a:solidFill>
                  <a:srgbClr val="65578C"/>
                </a:solidFill>
                <a:latin typeface="DejaVu Serif"/>
                <a:ea typeface="DejaVu Serif"/>
                <a:cs typeface="DejaVu Serif"/>
              </a:defRPr>
            </a:lvl7pPr>
            <a:lvl8pPr algn="l">
              <a:defRPr sz="1650" b="1">
                <a:solidFill>
                  <a:srgbClr val="65578C"/>
                </a:solidFill>
                <a:latin typeface="DejaVu Serif"/>
                <a:ea typeface="DejaVu Serif"/>
                <a:cs typeface="DejaVu Serif"/>
              </a:defRPr>
            </a:lvl8pPr>
            <a:lvl9pPr algn="l">
              <a:defRPr sz="1650" b="1">
                <a:solidFill>
                  <a:srgbClr val="65578C"/>
                </a:solidFill>
                <a:latin typeface="DejaVu Serif"/>
                <a:ea typeface="DejaVu Serif"/>
                <a:cs typeface="DejaVu Serif"/>
              </a:defRPr>
            </a:lvl9pPr>
          </a:lstStyle>
          <a:p xmlns:a="http://schemas.openxmlformats.org/drawingml/2006/main">
            <a:pPr algn="l">
              <a:defRPr sz="1650" b="1">
                <a:solidFill>
                  <a:srgbClr val="65578C"/>
                </a:solidFill>
                <a:latin typeface="DejaVu Serif"/>
                <a:ea typeface="DejaVu Serif"/>
                <a:cs typeface="DejaVu Serif"/>
              </a:defRPr>
            </a:pPr>
            <a:r>
              <a:rPr sz="1650" b="1">
                <a:solidFill>
                  <a:srgbClr val="65578C"/>
                </a:solidFill>
                <a:latin typeface="DejaVu Serif"/>
                <a:ea typeface="DejaVu Serif"/>
                <a:cs typeface="DejaVu Serif"/>
              </a:rPr>
              <a:t>7  Cross-Table Rules</a:t>
            </a:r>
          </a:p>
        </p:txBody>
      </p:sp>
      <p:sp>
        <p:nvSpPr>
          <p:cNvPr id="30" name="text-261">
            <a:extLst xmlns:a="http://schemas.openxmlformats.org/drawingml/2006/main">
              <a:ext uri="{FF2B5EF4-FFF2-40B4-BE49-F238E27FC236}">
                <a16:creationId xmlns:a16="http://schemas.microsoft.com/office/drawing/2014/main" id="{68B71A96-C751-4F6D-A749-7B13AD7EBD98}"/>
              </a:ext>
            </a:extLst>
          </p:cNvPr>
          <p:cNvSpPr>
            <a:spLocks xmlns:a="http://schemas.openxmlformats.org/drawingml/2006/main" noGrp="1"/>
          </p:cNvSpPr>
          <p:nvPr/>
        </p:nvSpPr>
        <p:spPr>
          <a:xfrm xmlns:a="http://schemas.openxmlformats.org/drawingml/2006/main">
            <a:off x="8315325" y="5676900"/>
            <a:ext cx="3105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354A5F"/>
                </a:solidFill>
                <a:latin typeface="DejaVu Sans"/>
                <a:ea typeface="DejaVu Sans"/>
                <a:cs typeface="DejaVu Sans"/>
              </a:defRPr>
            </a:defPPr>
            <a:lvl1pPr algn="l">
              <a:defRPr sz="1350" b="0">
                <a:solidFill>
                  <a:srgbClr val="354A5F"/>
                </a:solidFill>
                <a:latin typeface="DejaVu Sans"/>
                <a:ea typeface="DejaVu Sans"/>
                <a:cs typeface="DejaVu Sans"/>
              </a:defRPr>
            </a:lvl1pPr>
            <a:lvl2pPr algn="l">
              <a:defRPr sz="1350" b="0">
                <a:solidFill>
                  <a:srgbClr val="354A5F"/>
                </a:solidFill>
                <a:latin typeface="DejaVu Sans"/>
                <a:ea typeface="DejaVu Sans"/>
                <a:cs typeface="DejaVu Sans"/>
              </a:defRPr>
            </a:lvl2pPr>
            <a:lvl3pPr algn="l">
              <a:defRPr sz="1350" b="0">
                <a:solidFill>
                  <a:srgbClr val="354A5F"/>
                </a:solidFill>
                <a:latin typeface="DejaVu Sans"/>
                <a:ea typeface="DejaVu Sans"/>
                <a:cs typeface="DejaVu Sans"/>
              </a:defRPr>
            </a:lvl3pPr>
            <a:lvl4pPr algn="l">
              <a:defRPr sz="1350" b="0">
                <a:solidFill>
                  <a:srgbClr val="354A5F"/>
                </a:solidFill>
                <a:latin typeface="DejaVu Sans"/>
                <a:ea typeface="DejaVu Sans"/>
                <a:cs typeface="DejaVu Sans"/>
              </a:defRPr>
            </a:lvl4pPr>
            <a:lvl5pPr algn="l">
              <a:defRPr sz="1350" b="0">
                <a:solidFill>
                  <a:srgbClr val="354A5F"/>
                </a:solidFill>
                <a:latin typeface="DejaVu Sans"/>
                <a:ea typeface="DejaVu Sans"/>
                <a:cs typeface="DejaVu Sans"/>
              </a:defRPr>
            </a:lvl5pPr>
            <a:lvl6pPr algn="l">
              <a:defRPr sz="1350" b="0">
                <a:solidFill>
                  <a:srgbClr val="354A5F"/>
                </a:solidFill>
                <a:latin typeface="DejaVu Sans"/>
                <a:ea typeface="DejaVu Sans"/>
                <a:cs typeface="DejaVu Sans"/>
              </a:defRPr>
            </a:lvl6pPr>
            <a:lvl7pPr algn="l">
              <a:defRPr sz="1350" b="0">
                <a:solidFill>
                  <a:srgbClr val="354A5F"/>
                </a:solidFill>
                <a:latin typeface="DejaVu Sans"/>
                <a:ea typeface="DejaVu Sans"/>
                <a:cs typeface="DejaVu Sans"/>
              </a:defRPr>
            </a:lvl7pPr>
            <a:lvl8pPr algn="l">
              <a:defRPr sz="1350" b="0">
                <a:solidFill>
                  <a:srgbClr val="354A5F"/>
                </a:solidFill>
                <a:latin typeface="DejaVu Sans"/>
                <a:ea typeface="DejaVu Sans"/>
                <a:cs typeface="DejaVu Sans"/>
              </a:defRPr>
            </a:lvl8pPr>
            <a:lvl9pPr algn="l">
              <a:defRPr sz="1350" b="0">
                <a:solidFill>
                  <a:srgbClr val="354A5F"/>
                </a:solidFill>
                <a:latin typeface="DejaVu Sans"/>
                <a:ea typeface="DejaVu Sans"/>
                <a:cs typeface="DejaVu Sans"/>
              </a:defRPr>
            </a:lvl9pPr>
          </a:lstStyle>
          <a:p xmlns:a="http://schemas.openxmlformats.org/drawingml/2006/main">
            <a:pPr algn="l">
              <a:defRPr sz="1350" b="0">
                <a:solidFill>
                  <a:srgbClr val="354A5F"/>
                </a:solidFill>
                <a:latin typeface="DejaVu Sans"/>
                <a:ea typeface="DejaVu Sans"/>
                <a:cs typeface="DejaVu Sans"/>
              </a:defRPr>
            </a:pPr>
            <a:r>
              <a:rPr sz="1350" b="0">
                <a:solidFill>
                  <a:srgbClr val="354A5F"/>
                </a:solidFill>
                <a:latin typeface="DejaVu Sans"/>
                <a:ea typeface="DejaVu Sans"/>
                <a:cs typeface="DejaVu Sans"/>
              </a:rPr>
              <a:t>Declared FKs + semantic rules</a:t>
            </a:r>
          </a:p>
        </p:txBody>
      </p:sp>
      <p:sp>
        <p:nvSpPr>
          <p:cNvPr id="31" name="panel-262">
            <a:extLst xmlns:a="http://schemas.openxmlformats.org/drawingml/2006/main">
              <a:ext uri="{FF2B5EF4-FFF2-40B4-BE49-F238E27FC236}">
                <a16:creationId xmlns:a16="http://schemas.microsoft.com/office/drawing/2014/main" id="{ADA91FD4-D5B3-43B6-B575-63A8D39D1831}"/>
              </a:ext>
            </a:extLst>
          </p:cNvPr>
          <p:cNvSpPr>
            <a:spLocks xmlns:a="http://schemas.openxmlformats.org/drawingml/2006/main" noGrp="1"/>
          </p:cNvSpPr>
          <p:nvPr/>
        </p:nvSpPr>
        <p:spPr>
          <a:xfrm xmlns:a="http://schemas.openxmlformats.org/drawingml/2006/main">
            <a:off x="3886200" y="5143500"/>
            <a:ext cx="2971800" cy="666750"/>
          </a:xfrm>
          <a:prstGeom xmlns:a="http://schemas.openxmlformats.org/drawingml/2006/main" prst="roundRect">
            <a:avLst>
              <a:gd name="adj" fmla="val 17143"/>
            </a:avLst>
          </a:prstGeom>
          <a:solidFill xmlns:a="http://schemas.openxmlformats.org/drawingml/2006/main">
            <a:srgbClr val="14253D"/>
          </a:solidFill>
          <a:ln xmlns:a="http://schemas.openxmlformats.org/drawingml/2006/main" w="0">
            <a:noFill/>
            <a:prstDash val="solid"/>
          </a:ln>
        </p:spPr>
      </p:sp>
      <p:sp>
        <p:nvSpPr>
          <p:cNvPr id="32" name="text-263">
            <a:extLst xmlns:a="http://schemas.openxmlformats.org/drawingml/2006/main">
              <a:ext uri="{FF2B5EF4-FFF2-40B4-BE49-F238E27FC236}">
                <a16:creationId xmlns:a16="http://schemas.microsoft.com/office/drawing/2014/main" id="{5C467CFE-8B21-4A35-8053-9C7824B91F00}"/>
              </a:ext>
            </a:extLst>
          </p:cNvPr>
          <p:cNvSpPr>
            <a:spLocks xmlns:a="http://schemas.openxmlformats.org/drawingml/2006/main" noGrp="1"/>
          </p:cNvSpPr>
          <p:nvPr/>
        </p:nvSpPr>
        <p:spPr>
          <a:xfrm xmlns:a="http://schemas.openxmlformats.org/drawingml/2006/main">
            <a:off x="4086225" y="53340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FFFFFF"/>
                </a:solidFill>
                <a:latin typeface="DejaVu Serif"/>
                <a:ea typeface="DejaVu Serif"/>
                <a:cs typeface="DejaVu Serif"/>
              </a:defRPr>
            </a:defPPr>
            <a:lvl1pPr algn="ctr">
              <a:defRPr sz="1875" b="1">
                <a:solidFill>
                  <a:srgbClr val="FFFFFF"/>
                </a:solidFill>
                <a:latin typeface="DejaVu Serif"/>
                <a:ea typeface="DejaVu Serif"/>
                <a:cs typeface="DejaVu Serif"/>
              </a:defRPr>
            </a:lvl1pPr>
            <a:lvl2pPr algn="ctr">
              <a:defRPr sz="1875" b="1">
                <a:solidFill>
                  <a:srgbClr val="FFFFFF"/>
                </a:solidFill>
                <a:latin typeface="DejaVu Serif"/>
                <a:ea typeface="DejaVu Serif"/>
                <a:cs typeface="DejaVu Serif"/>
              </a:defRPr>
            </a:lvl2pPr>
            <a:lvl3pPr algn="ctr">
              <a:defRPr sz="1875" b="1">
                <a:solidFill>
                  <a:srgbClr val="FFFFFF"/>
                </a:solidFill>
                <a:latin typeface="DejaVu Serif"/>
                <a:ea typeface="DejaVu Serif"/>
                <a:cs typeface="DejaVu Serif"/>
              </a:defRPr>
            </a:lvl3pPr>
            <a:lvl4pPr algn="ctr">
              <a:defRPr sz="1875" b="1">
                <a:solidFill>
                  <a:srgbClr val="FFFFFF"/>
                </a:solidFill>
                <a:latin typeface="DejaVu Serif"/>
                <a:ea typeface="DejaVu Serif"/>
                <a:cs typeface="DejaVu Serif"/>
              </a:defRPr>
            </a:lvl4pPr>
            <a:lvl5pPr algn="ctr">
              <a:defRPr sz="1875" b="1">
                <a:solidFill>
                  <a:srgbClr val="FFFFFF"/>
                </a:solidFill>
                <a:latin typeface="DejaVu Serif"/>
                <a:ea typeface="DejaVu Serif"/>
                <a:cs typeface="DejaVu Serif"/>
              </a:defRPr>
            </a:lvl5pPr>
            <a:lvl6pPr algn="ctr">
              <a:defRPr sz="1875" b="1">
                <a:solidFill>
                  <a:srgbClr val="FFFFFF"/>
                </a:solidFill>
                <a:latin typeface="DejaVu Serif"/>
                <a:ea typeface="DejaVu Serif"/>
                <a:cs typeface="DejaVu Serif"/>
              </a:defRPr>
            </a:lvl6pPr>
            <a:lvl7pPr algn="ctr">
              <a:defRPr sz="1875" b="1">
                <a:solidFill>
                  <a:srgbClr val="FFFFFF"/>
                </a:solidFill>
                <a:latin typeface="DejaVu Serif"/>
                <a:ea typeface="DejaVu Serif"/>
                <a:cs typeface="DejaVu Serif"/>
              </a:defRPr>
            </a:lvl7pPr>
            <a:lvl8pPr algn="ctr">
              <a:defRPr sz="1875" b="1">
                <a:solidFill>
                  <a:srgbClr val="FFFFFF"/>
                </a:solidFill>
                <a:latin typeface="DejaVu Serif"/>
                <a:ea typeface="DejaVu Serif"/>
                <a:cs typeface="DejaVu Serif"/>
              </a:defRPr>
            </a:lvl8pPr>
            <a:lvl9pPr algn="ctr">
              <a:defRPr sz="1875" b="1">
                <a:solidFill>
                  <a:srgbClr val="FFFFFF"/>
                </a:solidFill>
                <a:latin typeface="DejaVu Serif"/>
                <a:ea typeface="DejaVu Serif"/>
                <a:cs typeface="DejaVu Serif"/>
              </a:defRPr>
            </a:lvl9pPr>
          </a:lstStyle>
          <a:p xmlns:a="http://schemas.openxmlformats.org/drawingml/2006/main">
            <a:pPr algn="ctr">
              <a:defRPr sz="1875" b="1">
                <a:solidFill>
                  <a:srgbClr val="FFFFFF"/>
                </a:solidFill>
                <a:latin typeface="DejaVu Serif"/>
                <a:ea typeface="DejaVu Serif"/>
                <a:cs typeface="DejaVu Serif"/>
              </a:defRPr>
            </a:pPr>
            <a:r>
              <a:rPr sz="1875" b="1">
                <a:solidFill>
                  <a:srgbClr val="FFFFFF"/>
                </a:solidFill>
                <a:latin typeface="DejaVu Serif"/>
                <a:ea typeface="DejaVu Serif"/>
                <a:cs typeface="DejaVu Serif"/>
              </a:rPr>
              <a:t>Review and Export</a:t>
            </a:r>
          </a:p>
        </p:txBody>
      </p:sp>
      <p:sp>
        <p:nvSpPr>
          <p:cNvPr id="38" name="panel-264">
            <a:extLst xmlns:a="http://schemas.openxmlformats.org/drawingml/2006/main">
              <a:ext uri="{FF2B5EF4-FFF2-40B4-BE49-F238E27FC236}">
                <a16:creationId xmlns:a16="http://schemas.microsoft.com/office/drawing/2014/main" id="{E77EE4B1-6F96-4D12-AC98-DFA32E599D38}"/>
              </a:ext>
            </a:extLst>
          </p:cNvPr>
          <p:cNvSpPr>
            <a:spLocks xmlns:a="http://schemas.openxmlformats.org/drawingml/2006/main" noGrp="1"/>
          </p:cNvSpPr>
          <p:nvPr/>
        </p:nvSpPr>
        <p:spPr>
          <a:xfrm xmlns:a="http://schemas.openxmlformats.org/drawingml/2006/main">
            <a:off x="609600" y="3629025"/>
            <a:ext cx="247650" cy="247650"/>
          </a:xfrm>
          <a:prstGeom xmlns:a="http://schemas.openxmlformats.org/drawingml/2006/main" prst="roundRect">
            <a:avLst>
              <a:gd name="adj" fmla="val 23077"/>
            </a:avLst>
          </a:prstGeom>
          <a:solidFill xmlns:a="http://schemas.openxmlformats.org/drawingml/2006/main">
            <a:srgbClr val="E5EFF6"/>
          </a:solidFill>
          <a:ln xmlns:a="http://schemas.openxmlformats.org/drawingml/2006/main" w="9525">
            <a:solidFill>
              <a:srgbClr val="D9E5EC"/>
            </a:solidFill>
            <a:prstDash val="solid"/>
          </a:ln>
        </p:spPr>
      </p:sp>
      <p:sp>
        <p:nvSpPr>
          <p:cNvPr id="39" name="text-265">
            <a:extLst xmlns:a="http://schemas.openxmlformats.org/drawingml/2006/main">
              <a:ext uri="{FF2B5EF4-FFF2-40B4-BE49-F238E27FC236}">
                <a16:creationId xmlns:a16="http://schemas.microsoft.com/office/drawing/2014/main" id="{CE01E295-C486-455E-A701-AD67619345B1}"/>
              </a:ext>
            </a:extLst>
          </p:cNvPr>
          <p:cNvSpPr>
            <a:spLocks xmlns:a="http://schemas.openxmlformats.org/drawingml/2006/main" noGrp="1"/>
          </p:cNvSpPr>
          <p:nvPr/>
        </p:nvSpPr>
        <p:spPr>
          <a:xfrm xmlns:a="http://schemas.openxmlformats.org/drawingml/2006/main">
            <a:off x="971550" y="3629025"/>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354A5F"/>
                </a:solidFill>
                <a:latin typeface="DejaVu Sans"/>
                <a:ea typeface="DejaVu Sans"/>
                <a:cs typeface="DejaVu Sans"/>
              </a:defRPr>
            </a:defPPr>
            <a:lvl1pPr algn="l">
              <a:defRPr sz="1350" b="0">
                <a:solidFill>
                  <a:srgbClr val="354A5F"/>
                </a:solidFill>
                <a:latin typeface="DejaVu Sans"/>
                <a:ea typeface="DejaVu Sans"/>
                <a:cs typeface="DejaVu Sans"/>
              </a:defRPr>
            </a:lvl1pPr>
            <a:lvl2pPr algn="l">
              <a:defRPr sz="1350" b="0">
                <a:solidFill>
                  <a:srgbClr val="354A5F"/>
                </a:solidFill>
                <a:latin typeface="DejaVu Sans"/>
                <a:ea typeface="DejaVu Sans"/>
                <a:cs typeface="DejaVu Sans"/>
              </a:defRPr>
            </a:lvl2pPr>
            <a:lvl3pPr algn="l">
              <a:defRPr sz="1350" b="0">
                <a:solidFill>
                  <a:srgbClr val="354A5F"/>
                </a:solidFill>
                <a:latin typeface="DejaVu Sans"/>
                <a:ea typeface="DejaVu Sans"/>
                <a:cs typeface="DejaVu Sans"/>
              </a:defRPr>
            </a:lvl3pPr>
            <a:lvl4pPr algn="l">
              <a:defRPr sz="1350" b="0">
                <a:solidFill>
                  <a:srgbClr val="354A5F"/>
                </a:solidFill>
                <a:latin typeface="DejaVu Sans"/>
                <a:ea typeface="DejaVu Sans"/>
                <a:cs typeface="DejaVu Sans"/>
              </a:defRPr>
            </a:lvl4pPr>
            <a:lvl5pPr algn="l">
              <a:defRPr sz="1350" b="0">
                <a:solidFill>
                  <a:srgbClr val="354A5F"/>
                </a:solidFill>
                <a:latin typeface="DejaVu Sans"/>
                <a:ea typeface="DejaVu Sans"/>
                <a:cs typeface="DejaVu Sans"/>
              </a:defRPr>
            </a:lvl5pPr>
            <a:lvl6pPr algn="l">
              <a:defRPr sz="1350" b="0">
                <a:solidFill>
                  <a:srgbClr val="354A5F"/>
                </a:solidFill>
                <a:latin typeface="DejaVu Sans"/>
                <a:ea typeface="DejaVu Sans"/>
                <a:cs typeface="DejaVu Sans"/>
              </a:defRPr>
            </a:lvl6pPr>
            <a:lvl7pPr algn="l">
              <a:defRPr sz="1350" b="0">
                <a:solidFill>
                  <a:srgbClr val="354A5F"/>
                </a:solidFill>
                <a:latin typeface="DejaVu Sans"/>
                <a:ea typeface="DejaVu Sans"/>
                <a:cs typeface="DejaVu Sans"/>
              </a:defRPr>
            </a:lvl7pPr>
            <a:lvl8pPr algn="l">
              <a:defRPr sz="1350" b="0">
                <a:solidFill>
                  <a:srgbClr val="354A5F"/>
                </a:solidFill>
                <a:latin typeface="DejaVu Sans"/>
                <a:ea typeface="DejaVu Sans"/>
                <a:cs typeface="DejaVu Sans"/>
              </a:defRPr>
            </a:lvl8pPr>
            <a:lvl9pPr algn="l">
              <a:defRPr sz="1350" b="0">
                <a:solidFill>
                  <a:srgbClr val="354A5F"/>
                </a:solidFill>
                <a:latin typeface="DejaVu Sans"/>
                <a:ea typeface="DejaVu Sans"/>
                <a:cs typeface="DejaVu Sans"/>
              </a:defRPr>
            </a:lvl9pPr>
          </a:lstStyle>
          <a:p xmlns:a="http://schemas.openxmlformats.org/drawingml/2006/main">
            <a:pPr algn="l">
              <a:defRPr sz="1350" b="0">
                <a:solidFill>
                  <a:srgbClr val="354A5F"/>
                </a:solidFill>
                <a:latin typeface="DejaVu Sans"/>
                <a:ea typeface="DejaVu Sans"/>
                <a:cs typeface="DejaVu Sans"/>
              </a:defRPr>
            </a:pPr>
            <a:r>
              <a:rPr sz="1350" b="0">
                <a:solidFill>
                  <a:srgbClr val="354A5F"/>
                </a:solidFill>
                <a:latin typeface="DejaVu Sans"/>
                <a:ea typeface="DejaVu Sans"/>
                <a:cs typeface="DejaVu Sans"/>
              </a:rPr>
              <a:t>Deterministic stage</a:t>
            </a:r>
          </a:p>
        </p:txBody>
      </p:sp>
      <p:sp>
        <p:nvSpPr>
          <p:cNvPr id="40" name="panel-266">
            <a:extLst xmlns:a="http://schemas.openxmlformats.org/drawingml/2006/main">
              <a:ext uri="{FF2B5EF4-FFF2-40B4-BE49-F238E27FC236}">
                <a16:creationId xmlns:a16="http://schemas.microsoft.com/office/drawing/2014/main" id="{1E1F4FFD-8510-44EA-9DD1-7BC328B0F03B}"/>
              </a:ext>
            </a:extLst>
          </p:cNvPr>
          <p:cNvSpPr>
            <a:spLocks xmlns:a="http://schemas.openxmlformats.org/drawingml/2006/main" noGrp="1"/>
          </p:cNvSpPr>
          <p:nvPr/>
        </p:nvSpPr>
        <p:spPr>
          <a:xfrm xmlns:a="http://schemas.openxmlformats.org/drawingml/2006/main">
            <a:off x="609600" y="4038600"/>
            <a:ext cx="247650" cy="247650"/>
          </a:xfrm>
          <a:prstGeom xmlns:a="http://schemas.openxmlformats.org/drawingml/2006/main" prst="roundRect">
            <a:avLst>
              <a:gd name="adj" fmla="val 23077"/>
            </a:avLst>
          </a:prstGeom>
          <a:solidFill xmlns:a="http://schemas.openxmlformats.org/drawingml/2006/main">
            <a:srgbClr val="EEEAF8"/>
          </a:solidFill>
          <a:ln xmlns:a="http://schemas.openxmlformats.org/drawingml/2006/main" w="9525">
            <a:solidFill>
              <a:srgbClr val="D9D0ED"/>
            </a:solidFill>
            <a:prstDash val="solid"/>
          </a:ln>
        </p:spPr>
      </p:sp>
      <p:sp>
        <p:nvSpPr>
          <p:cNvPr id="41" name="text-267">
            <a:extLst xmlns:a="http://schemas.openxmlformats.org/drawingml/2006/main">
              <a:ext uri="{FF2B5EF4-FFF2-40B4-BE49-F238E27FC236}">
                <a16:creationId xmlns:a16="http://schemas.microsoft.com/office/drawing/2014/main" id="{7FF5ABCD-BB98-4C59-930B-4CF413F77445}"/>
              </a:ext>
            </a:extLst>
          </p:cNvPr>
          <p:cNvSpPr>
            <a:spLocks xmlns:a="http://schemas.openxmlformats.org/drawingml/2006/main" noGrp="1"/>
          </p:cNvSpPr>
          <p:nvPr/>
        </p:nvSpPr>
        <p:spPr>
          <a:xfrm xmlns:a="http://schemas.openxmlformats.org/drawingml/2006/main">
            <a:off x="971550" y="4038600"/>
            <a:ext cx="2667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354A5F"/>
                </a:solidFill>
                <a:latin typeface="DejaVu Sans"/>
                <a:ea typeface="DejaVu Sans"/>
                <a:cs typeface="DejaVu Sans"/>
              </a:defRPr>
            </a:defPPr>
            <a:lvl1pPr algn="l">
              <a:defRPr sz="1350" b="0">
                <a:solidFill>
                  <a:srgbClr val="354A5F"/>
                </a:solidFill>
                <a:latin typeface="DejaVu Sans"/>
                <a:ea typeface="DejaVu Sans"/>
                <a:cs typeface="DejaVu Sans"/>
              </a:defRPr>
            </a:lvl1pPr>
            <a:lvl2pPr algn="l">
              <a:defRPr sz="1350" b="0">
                <a:solidFill>
                  <a:srgbClr val="354A5F"/>
                </a:solidFill>
                <a:latin typeface="DejaVu Sans"/>
                <a:ea typeface="DejaVu Sans"/>
                <a:cs typeface="DejaVu Sans"/>
              </a:defRPr>
            </a:lvl2pPr>
            <a:lvl3pPr algn="l">
              <a:defRPr sz="1350" b="0">
                <a:solidFill>
                  <a:srgbClr val="354A5F"/>
                </a:solidFill>
                <a:latin typeface="DejaVu Sans"/>
                <a:ea typeface="DejaVu Sans"/>
                <a:cs typeface="DejaVu Sans"/>
              </a:defRPr>
            </a:lvl3pPr>
            <a:lvl4pPr algn="l">
              <a:defRPr sz="1350" b="0">
                <a:solidFill>
                  <a:srgbClr val="354A5F"/>
                </a:solidFill>
                <a:latin typeface="DejaVu Sans"/>
                <a:ea typeface="DejaVu Sans"/>
                <a:cs typeface="DejaVu Sans"/>
              </a:defRPr>
            </a:lvl4pPr>
            <a:lvl5pPr algn="l">
              <a:defRPr sz="1350" b="0">
                <a:solidFill>
                  <a:srgbClr val="354A5F"/>
                </a:solidFill>
                <a:latin typeface="DejaVu Sans"/>
                <a:ea typeface="DejaVu Sans"/>
                <a:cs typeface="DejaVu Sans"/>
              </a:defRPr>
            </a:lvl5pPr>
            <a:lvl6pPr algn="l">
              <a:defRPr sz="1350" b="0">
                <a:solidFill>
                  <a:srgbClr val="354A5F"/>
                </a:solidFill>
                <a:latin typeface="DejaVu Sans"/>
                <a:ea typeface="DejaVu Sans"/>
                <a:cs typeface="DejaVu Sans"/>
              </a:defRPr>
            </a:lvl6pPr>
            <a:lvl7pPr algn="l">
              <a:defRPr sz="1350" b="0">
                <a:solidFill>
                  <a:srgbClr val="354A5F"/>
                </a:solidFill>
                <a:latin typeface="DejaVu Sans"/>
                <a:ea typeface="DejaVu Sans"/>
                <a:cs typeface="DejaVu Sans"/>
              </a:defRPr>
            </a:lvl7pPr>
            <a:lvl8pPr algn="l">
              <a:defRPr sz="1350" b="0">
                <a:solidFill>
                  <a:srgbClr val="354A5F"/>
                </a:solidFill>
                <a:latin typeface="DejaVu Sans"/>
                <a:ea typeface="DejaVu Sans"/>
                <a:cs typeface="DejaVu Sans"/>
              </a:defRPr>
            </a:lvl8pPr>
            <a:lvl9pPr algn="l">
              <a:defRPr sz="1350" b="0">
                <a:solidFill>
                  <a:srgbClr val="354A5F"/>
                </a:solidFill>
                <a:latin typeface="DejaVu Sans"/>
                <a:ea typeface="DejaVu Sans"/>
                <a:cs typeface="DejaVu Sans"/>
              </a:defRPr>
            </a:lvl9pPr>
          </a:lstStyle>
          <a:p xmlns:a="http://schemas.openxmlformats.org/drawingml/2006/main">
            <a:pPr algn="l">
              <a:defRPr sz="1350" b="0">
                <a:solidFill>
                  <a:srgbClr val="354A5F"/>
                </a:solidFill>
                <a:latin typeface="DejaVu Sans"/>
                <a:ea typeface="DejaVu Sans"/>
                <a:cs typeface="DejaVu Sans"/>
              </a:defRPr>
            </a:pPr>
            <a:r>
              <a:rPr sz="1350" b="0">
                <a:solidFill>
                  <a:srgbClr val="354A5F"/>
                </a:solidFill>
                <a:latin typeface="DejaVu Sans"/>
                <a:ea typeface="DejaVu Sans"/>
                <a:cs typeface="DejaVu Sans"/>
              </a:rPr>
              <a:t>Stage with LLM inference</a:t>
            </a:r>
          </a:p>
        </p:txBody>
      </p:sp>
      <p:sp>
        <p:nvSpPr>
          <p:cNvPr id="42" name="text-268">
            <a:extLst xmlns:a="http://schemas.openxmlformats.org/drawingml/2006/main">
              <a:ext uri="{FF2B5EF4-FFF2-40B4-BE49-F238E27FC236}">
                <a16:creationId xmlns:a16="http://schemas.microsoft.com/office/drawing/2014/main" id="{55768D2A-93E3-43DD-9CC0-D959866F29D5}"/>
              </a:ext>
            </a:extLst>
          </p:cNvPr>
          <p:cNvSpPr>
            <a:spLocks xmlns:a="http://schemas.openxmlformats.org/drawingml/2006/main" noGrp="1"/>
          </p:cNvSpPr>
          <p:nvPr/>
        </p:nvSpPr>
        <p:spPr>
          <a:xfrm xmlns:a="http://schemas.openxmlformats.org/drawingml/2006/main">
            <a:off x="609600" y="4895850"/>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24618C"/>
                </a:solidFill>
                <a:latin typeface="DejaVu Sans"/>
                <a:ea typeface="DejaVu Sans"/>
                <a:cs typeface="DejaVu Sans"/>
              </a:defRPr>
            </a:defPPr>
            <a:lvl1pPr algn="l">
              <a:defRPr sz="1575" b="1">
                <a:solidFill>
                  <a:srgbClr val="24618C"/>
                </a:solidFill>
                <a:latin typeface="DejaVu Sans"/>
                <a:ea typeface="DejaVu Sans"/>
                <a:cs typeface="DejaVu Sans"/>
              </a:defRPr>
            </a:lvl1pPr>
            <a:lvl2pPr algn="l">
              <a:defRPr sz="1575" b="1">
                <a:solidFill>
                  <a:srgbClr val="24618C"/>
                </a:solidFill>
                <a:latin typeface="DejaVu Sans"/>
                <a:ea typeface="DejaVu Sans"/>
                <a:cs typeface="DejaVu Sans"/>
              </a:defRPr>
            </a:lvl2pPr>
            <a:lvl3pPr algn="l">
              <a:defRPr sz="1575" b="1">
                <a:solidFill>
                  <a:srgbClr val="24618C"/>
                </a:solidFill>
                <a:latin typeface="DejaVu Sans"/>
                <a:ea typeface="DejaVu Sans"/>
                <a:cs typeface="DejaVu Sans"/>
              </a:defRPr>
            </a:lvl3pPr>
            <a:lvl4pPr algn="l">
              <a:defRPr sz="1575" b="1">
                <a:solidFill>
                  <a:srgbClr val="24618C"/>
                </a:solidFill>
                <a:latin typeface="DejaVu Sans"/>
                <a:ea typeface="DejaVu Sans"/>
                <a:cs typeface="DejaVu Sans"/>
              </a:defRPr>
            </a:lvl4pPr>
            <a:lvl5pPr algn="l">
              <a:defRPr sz="1575" b="1">
                <a:solidFill>
                  <a:srgbClr val="24618C"/>
                </a:solidFill>
                <a:latin typeface="DejaVu Sans"/>
                <a:ea typeface="DejaVu Sans"/>
                <a:cs typeface="DejaVu Sans"/>
              </a:defRPr>
            </a:lvl5pPr>
            <a:lvl6pPr algn="l">
              <a:defRPr sz="1575" b="1">
                <a:solidFill>
                  <a:srgbClr val="24618C"/>
                </a:solidFill>
                <a:latin typeface="DejaVu Sans"/>
                <a:ea typeface="DejaVu Sans"/>
                <a:cs typeface="DejaVu Sans"/>
              </a:defRPr>
            </a:lvl6pPr>
            <a:lvl7pPr algn="l">
              <a:defRPr sz="1575" b="1">
                <a:solidFill>
                  <a:srgbClr val="24618C"/>
                </a:solidFill>
                <a:latin typeface="DejaVu Sans"/>
                <a:ea typeface="DejaVu Sans"/>
                <a:cs typeface="DejaVu Sans"/>
              </a:defRPr>
            </a:lvl7pPr>
            <a:lvl8pPr algn="l">
              <a:defRPr sz="1575" b="1">
                <a:solidFill>
                  <a:srgbClr val="24618C"/>
                </a:solidFill>
                <a:latin typeface="DejaVu Sans"/>
                <a:ea typeface="DejaVu Sans"/>
                <a:cs typeface="DejaVu Sans"/>
              </a:defRPr>
            </a:lvl8pPr>
            <a:lvl9pPr algn="l">
              <a:defRPr sz="1575" b="1">
                <a:solidFill>
                  <a:srgbClr val="24618C"/>
                </a:solidFill>
                <a:latin typeface="DejaVu Sans"/>
                <a:ea typeface="DejaVu Sans"/>
                <a:cs typeface="DejaVu Sans"/>
              </a:defRPr>
            </a:lvl9pPr>
          </a:lstStyle>
          <a:p xmlns:a="http://schemas.openxmlformats.org/drawingml/2006/main">
            <a:pPr algn="l">
              <a:defRPr sz="1575" b="1">
                <a:solidFill>
                  <a:srgbClr val="24618C"/>
                </a:solidFill>
                <a:latin typeface="DejaVu Sans"/>
                <a:ea typeface="DejaVu Sans"/>
                <a:cs typeface="DejaVu Sans"/>
              </a:defRPr>
            </a:pPr>
            <a:r>
              <a:rPr sz="1575" b="1">
                <a:solidFill>
                  <a:srgbClr val="24618C"/>
                </a:solidFill>
                <a:latin typeface="DejaVu Sans"/>
                <a:ea typeface="DejaVu Sans"/>
                <a:cs typeface="DejaVu Sans"/>
              </a:rPr>
              <a:t>Traditional checks</a:t>
            </a:r>
          </a:p>
        </p:txBody>
      </p:sp>
      <p:sp>
        <p:nvSpPr>
          <p:cNvPr id="43" name="text-269">
            <a:extLst xmlns:a="http://schemas.openxmlformats.org/drawingml/2006/main">
              <a:ext uri="{FF2B5EF4-FFF2-40B4-BE49-F238E27FC236}">
                <a16:creationId xmlns:a16="http://schemas.microsoft.com/office/drawing/2014/main" id="{4F3B46B1-72AC-4189-A406-668C6D13BA38}"/>
              </a:ext>
            </a:extLst>
          </p:cNvPr>
          <p:cNvSpPr>
            <a:spLocks xmlns:a="http://schemas.openxmlformats.org/drawingml/2006/main" noGrp="1"/>
          </p:cNvSpPr>
          <p:nvPr/>
        </p:nvSpPr>
        <p:spPr>
          <a:xfrm xmlns:a="http://schemas.openxmlformats.org/drawingml/2006/main">
            <a:off x="609600" y="5286375"/>
            <a:ext cx="2867025"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354A5F"/>
                </a:solidFill>
                <a:latin typeface="DejaVu Sans"/>
                <a:ea typeface="DejaVu Sans"/>
                <a:cs typeface="DejaVu Sans"/>
              </a:defRPr>
            </a:defPPr>
            <a:lvl1pPr algn="l">
              <a:defRPr sz="1425" b="0">
                <a:solidFill>
                  <a:srgbClr val="354A5F"/>
                </a:solidFill>
                <a:latin typeface="DejaVu Sans"/>
                <a:ea typeface="DejaVu Sans"/>
                <a:cs typeface="DejaVu Sans"/>
              </a:defRPr>
            </a:lvl1pPr>
            <a:lvl2pPr algn="l">
              <a:defRPr sz="1425" b="0">
                <a:solidFill>
                  <a:srgbClr val="354A5F"/>
                </a:solidFill>
                <a:latin typeface="DejaVu Sans"/>
                <a:ea typeface="DejaVu Sans"/>
                <a:cs typeface="DejaVu Sans"/>
              </a:defRPr>
            </a:lvl2pPr>
            <a:lvl3pPr algn="l">
              <a:defRPr sz="1425" b="0">
                <a:solidFill>
                  <a:srgbClr val="354A5F"/>
                </a:solidFill>
                <a:latin typeface="DejaVu Sans"/>
                <a:ea typeface="DejaVu Sans"/>
                <a:cs typeface="DejaVu Sans"/>
              </a:defRPr>
            </a:lvl3pPr>
            <a:lvl4pPr algn="l">
              <a:defRPr sz="1425" b="0">
                <a:solidFill>
                  <a:srgbClr val="354A5F"/>
                </a:solidFill>
                <a:latin typeface="DejaVu Sans"/>
                <a:ea typeface="DejaVu Sans"/>
                <a:cs typeface="DejaVu Sans"/>
              </a:defRPr>
            </a:lvl4pPr>
            <a:lvl5pPr algn="l">
              <a:defRPr sz="1425" b="0">
                <a:solidFill>
                  <a:srgbClr val="354A5F"/>
                </a:solidFill>
                <a:latin typeface="DejaVu Sans"/>
                <a:ea typeface="DejaVu Sans"/>
                <a:cs typeface="DejaVu Sans"/>
              </a:defRPr>
            </a:lvl5pPr>
            <a:lvl6pPr algn="l">
              <a:defRPr sz="1425" b="0">
                <a:solidFill>
                  <a:srgbClr val="354A5F"/>
                </a:solidFill>
                <a:latin typeface="DejaVu Sans"/>
                <a:ea typeface="DejaVu Sans"/>
                <a:cs typeface="DejaVu Sans"/>
              </a:defRPr>
            </a:lvl6pPr>
            <a:lvl7pPr algn="l">
              <a:defRPr sz="1425" b="0">
                <a:solidFill>
                  <a:srgbClr val="354A5F"/>
                </a:solidFill>
                <a:latin typeface="DejaVu Sans"/>
                <a:ea typeface="DejaVu Sans"/>
                <a:cs typeface="DejaVu Sans"/>
              </a:defRPr>
            </a:lvl7pPr>
            <a:lvl8pPr algn="l">
              <a:defRPr sz="1425" b="0">
                <a:solidFill>
                  <a:srgbClr val="354A5F"/>
                </a:solidFill>
                <a:latin typeface="DejaVu Sans"/>
                <a:ea typeface="DejaVu Sans"/>
                <a:cs typeface="DejaVu Sans"/>
              </a:defRPr>
            </a:lvl8pPr>
            <a:lvl9pPr algn="l">
              <a:defRPr sz="1425" b="0">
                <a:solidFill>
                  <a:srgbClr val="354A5F"/>
                </a:solidFill>
                <a:latin typeface="DejaVu Sans"/>
                <a:ea typeface="DejaVu Sans"/>
                <a:cs typeface="DejaVu Sans"/>
              </a:defRPr>
            </a:lvl9pPr>
          </a:lstStyle>
          <a:p xmlns:a="http://schemas.openxmlformats.org/drawingml/2006/main">
            <a:pPr algn="l">
              <a:defRPr sz="1425" b="0">
                <a:solidFill>
                  <a:srgbClr val="354A5F"/>
                </a:solidFill>
                <a:latin typeface="DejaVu Sans"/>
                <a:ea typeface="DejaVu Sans"/>
                <a:cs typeface="DejaVu Sans"/>
              </a:defRPr>
            </a:pPr>
            <a:r>
              <a:rPr sz="1425" b="0">
                <a:solidFill>
                  <a:srgbClr val="354A5F"/>
                </a:solidFill>
                <a:latin typeface="DejaVu Sans"/>
                <a:ea typeface="DejaVu Sans"/>
                <a:cs typeface="DejaVu Sans"/>
              </a:rPr>
              <a:t>A separate user-configured</a:t>
            </a:r>
          </a:p>
          <a:p xmlns:a="http://schemas.openxmlformats.org/drawingml/2006/main">
            <a:pPr algn="l">
              <a:defRPr sz="1425" b="0">
                <a:solidFill>
                  <a:srgbClr val="354A5F"/>
                </a:solidFill>
                <a:latin typeface="DejaVu Sans"/>
                <a:ea typeface="DejaVu Sans"/>
                <a:cs typeface="DejaVu Sans"/>
              </a:defRPr>
            </a:pPr>
            <a:r>
              <a:rPr sz="1425" b="0">
                <a:solidFill>
                  <a:srgbClr val="354A5F"/>
                </a:solidFill>
                <a:latin typeface="DejaVu Sans"/>
                <a:ea typeface="DejaVu Sans"/>
                <a:cs typeface="DejaVu Sans"/>
              </a:rPr>
              <a:t>SQL generator also feeds</a:t>
            </a:r>
          </a:p>
          <a:p xmlns:a="http://schemas.openxmlformats.org/drawingml/2006/main">
            <a:pPr algn="l">
              <a:defRPr sz="1425" b="0">
                <a:solidFill>
                  <a:srgbClr val="354A5F"/>
                </a:solidFill>
                <a:latin typeface="DejaVu Sans"/>
                <a:ea typeface="DejaVu Sans"/>
                <a:cs typeface="DejaVu Sans"/>
              </a:defRPr>
            </a:pPr>
            <a:r>
              <a:rPr sz="1425" b="0">
                <a:solidFill>
                  <a:srgbClr val="354A5F"/>
                </a:solidFill>
                <a:latin typeface="DejaVu Sans"/>
                <a:ea typeface="DejaVu Sans"/>
                <a:cs typeface="DejaVu Sans"/>
              </a:rPr>
              <a:t>the review collection.</a:t>
            </a:r>
          </a:p>
        </p:txBody>
      </p:sp>
    </p:spTree>
    <p:extLst>
      <p:ext uri="{BB962C8B-B14F-4D97-AF65-F5344CB8AC3E}">
        <p14:creationId xmlns:p14="http://schemas.microsoft.com/office/powerpoint/2010/main" val="143682142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text-270">
            <a:extLst xmlns:a="http://schemas.openxmlformats.org/drawingml/2006/main">
              <a:ext uri="{FF2B5EF4-FFF2-40B4-BE49-F238E27FC236}">
                <a16:creationId xmlns:a16="http://schemas.microsoft.com/office/drawing/2014/main" id="{6ED8AE48-7734-4CCD-A744-B60039193C99}"/>
              </a:ext>
            </a:extLst>
          </p:cNvPr>
          <p:cNvSpPr>
            <a:spLocks xmlns:a="http://schemas.openxmlformats.org/drawingml/2006/main" noGrp="1"/>
          </p:cNvSpPr>
          <p:nvPr/>
        </p:nvSpPr>
        <p:spPr>
          <a:xfrm xmlns:a="http://schemas.openxmlformats.org/drawingml/2006/main">
            <a:off x="609600" y="428625"/>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247E91"/>
                </a:solidFill>
                <a:latin typeface="DejaVu Sans"/>
                <a:ea typeface="DejaVu Sans"/>
                <a:cs typeface="DejaVu Sans"/>
              </a:defRPr>
            </a:defPPr>
            <a:lvl1pPr algn="l">
              <a:defRPr sz="1125" b="1">
                <a:solidFill>
                  <a:srgbClr val="247E91"/>
                </a:solidFill>
                <a:latin typeface="DejaVu Sans"/>
                <a:ea typeface="DejaVu Sans"/>
                <a:cs typeface="DejaVu Sans"/>
              </a:defRPr>
            </a:lvl1pPr>
            <a:lvl2pPr algn="l">
              <a:defRPr sz="1125" b="1">
                <a:solidFill>
                  <a:srgbClr val="247E91"/>
                </a:solidFill>
                <a:latin typeface="DejaVu Sans"/>
                <a:ea typeface="DejaVu Sans"/>
                <a:cs typeface="DejaVu Sans"/>
              </a:defRPr>
            </a:lvl2pPr>
            <a:lvl3pPr algn="l">
              <a:defRPr sz="1125" b="1">
                <a:solidFill>
                  <a:srgbClr val="247E91"/>
                </a:solidFill>
                <a:latin typeface="DejaVu Sans"/>
                <a:ea typeface="DejaVu Sans"/>
                <a:cs typeface="DejaVu Sans"/>
              </a:defRPr>
            </a:lvl3pPr>
            <a:lvl4pPr algn="l">
              <a:defRPr sz="1125" b="1">
                <a:solidFill>
                  <a:srgbClr val="247E91"/>
                </a:solidFill>
                <a:latin typeface="DejaVu Sans"/>
                <a:ea typeface="DejaVu Sans"/>
                <a:cs typeface="DejaVu Sans"/>
              </a:defRPr>
            </a:lvl4pPr>
            <a:lvl5pPr algn="l">
              <a:defRPr sz="1125" b="1">
                <a:solidFill>
                  <a:srgbClr val="247E91"/>
                </a:solidFill>
                <a:latin typeface="DejaVu Sans"/>
                <a:ea typeface="DejaVu Sans"/>
                <a:cs typeface="DejaVu Sans"/>
              </a:defRPr>
            </a:lvl5pPr>
            <a:lvl6pPr algn="l">
              <a:defRPr sz="1125" b="1">
                <a:solidFill>
                  <a:srgbClr val="247E91"/>
                </a:solidFill>
                <a:latin typeface="DejaVu Sans"/>
                <a:ea typeface="DejaVu Sans"/>
                <a:cs typeface="DejaVu Sans"/>
              </a:defRPr>
            </a:lvl6pPr>
            <a:lvl7pPr algn="l">
              <a:defRPr sz="1125" b="1">
                <a:solidFill>
                  <a:srgbClr val="247E91"/>
                </a:solidFill>
                <a:latin typeface="DejaVu Sans"/>
                <a:ea typeface="DejaVu Sans"/>
                <a:cs typeface="DejaVu Sans"/>
              </a:defRPr>
            </a:lvl7pPr>
            <a:lvl8pPr algn="l">
              <a:defRPr sz="1125" b="1">
                <a:solidFill>
                  <a:srgbClr val="247E91"/>
                </a:solidFill>
                <a:latin typeface="DejaVu Sans"/>
                <a:ea typeface="DejaVu Sans"/>
                <a:cs typeface="DejaVu Sans"/>
              </a:defRPr>
            </a:lvl8pPr>
            <a:lvl9pPr algn="l">
              <a:defRPr sz="1125" b="1">
                <a:solidFill>
                  <a:srgbClr val="247E91"/>
                </a:solidFill>
                <a:latin typeface="DejaVu Sans"/>
                <a:ea typeface="DejaVu Sans"/>
                <a:cs typeface="DejaVu Sans"/>
              </a:defRPr>
            </a:lvl9pPr>
          </a:lstStyle>
          <a:p xmlns:a="http://schemas.openxmlformats.org/drawingml/2006/main">
            <a:pPr algn="l">
              <a:defRPr sz="1125" b="1">
                <a:solidFill>
                  <a:srgbClr val="247E91"/>
                </a:solidFill>
                <a:latin typeface="DejaVu Sans"/>
                <a:ea typeface="DejaVu Sans"/>
                <a:cs typeface="DejaVu Sans"/>
              </a:defRPr>
            </a:pPr>
            <a:r>
              <a:rPr sz="1125" b="1">
                <a:solidFill>
                  <a:srgbClr val="247E91"/>
                </a:solidFill>
                <a:latin typeface="DejaVu Sans"/>
                <a:ea typeface="DejaVu Sans"/>
                <a:cs typeface="DejaVu Sans"/>
              </a:rPr>
              <a:t>BUSINESS ADVANTAGES</a:t>
            </a:r>
          </a:p>
        </p:txBody>
      </p:sp>
      <p:sp>
        <p:nvSpPr>
          <p:cNvPr id="2" name="text-271">
            <a:extLst xmlns:a="http://schemas.openxmlformats.org/drawingml/2006/main">
              <a:ext uri="{FF2B5EF4-FFF2-40B4-BE49-F238E27FC236}">
                <a16:creationId xmlns:a16="http://schemas.microsoft.com/office/drawing/2014/main" id="{5EEE69EC-2021-4AE2-AEA0-03DE86507D5B}"/>
              </a:ext>
            </a:extLst>
          </p:cNvPr>
          <p:cNvSpPr>
            <a:spLocks xmlns:a="http://schemas.openxmlformats.org/drawingml/2006/main" noGrp="1"/>
          </p:cNvSpPr>
          <p:nvPr/>
        </p:nvSpPr>
        <p:spPr>
          <a:xfrm xmlns:a="http://schemas.openxmlformats.org/drawingml/2006/main">
            <a:off x="609600" y="828675"/>
            <a:ext cx="109728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1">
                <a:solidFill>
                  <a:srgbClr val="162C45"/>
                </a:solidFill>
                <a:latin typeface="DejaVu Serif"/>
                <a:ea typeface="DejaVu Serif"/>
                <a:cs typeface="DejaVu Serif"/>
              </a:defRPr>
            </a:defPPr>
            <a:lvl1pPr algn="l">
              <a:defRPr sz="2625" b="1">
                <a:solidFill>
                  <a:srgbClr val="162C45"/>
                </a:solidFill>
                <a:latin typeface="DejaVu Serif"/>
                <a:ea typeface="DejaVu Serif"/>
                <a:cs typeface="DejaVu Serif"/>
              </a:defRPr>
            </a:lvl1pPr>
            <a:lvl2pPr algn="l">
              <a:defRPr sz="2625" b="1">
                <a:solidFill>
                  <a:srgbClr val="162C45"/>
                </a:solidFill>
                <a:latin typeface="DejaVu Serif"/>
                <a:ea typeface="DejaVu Serif"/>
                <a:cs typeface="DejaVu Serif"/>
              </a:defRPr>
            </a:lvl2pPr>
            <a:lvl3pPr algn="l">
              <a:defRPr sz="2625" b="1">
                <a:solidFill>
                  <a:srgbClr val="162C45"/>
                </a:solidFill>
                <a:latin typeface="DejaVu Serif"/>
                <a:ea typeface="DejaVu Serif"/>
                <a:cs typeface="DejaVu Serif"/>
              </a:defRPr>
            </a:lvl3pPr>
            <a:lvl4pPr algn="l">
              <a:defRPr sz="2625" b="1">
                <a:solidFill>
                  <a:srgbClr val="162C45"/>
                </a:solidFill>
                <a:latin typeface="DejaVu Serif"/>
                <a:ea typeface="DejaVu Serif"/>
                <a:cs typeface="DejaVu Serif"/>
              </a:defRPr>
            </a:lvl4pPr>
            <a:lvl5pPr algn="l">
              <a:defRPr sz="2625" b="1">
                <a:solidFill>
                  <a:srgbClr val="162C45"/>
                </a:solidFill>
                <a:latin typeface="DejaVu Serif"/>
                <a:ea typeface="DejaVu Serif"/>
                <a:cs typeface="DejaVu Serif"/>
              </a:defRPr>
            </a:lvl5pPr>
            <a:lvl6pPr algn="l">
              <a:defRPr sz="2625" b="1">
                <a:solidFill>
                  <a:srgbClr val="162C45"/>
                </a:solidFill>
                <a:latin typeface="DejaVu Serif"/>
                <a:ea typeface="DejaVu Serif"/>
                <a:cs typeface="DejaVu Serif"/>
              </a:defRPr>
            </a:lvl6pPr>
            <a:lvl7pPr algn="l">
              <a:defRPr sz="2625" b="1">
                <a:solidFill>
                  <a:srgbClr val="162C45"/>
                </a:solidFill>
                <a:latin typeface="DejaVu Serif"/>
                <a:ea typeface="DejaVu Serif"/>
                <a:cs typeface="DejaVu Serif"/>
              </a:defRPr>
            </a:lvl7pPr>
            <a:lvl8pPr algn="l">
              <a:defRPr sz="2625" b="1">
                <a:solidFill>
                  <a:srgbClr val="162C45"/>
                </a:solidFill>
                <a:latin typeface="DejaVu Serif"/>
                <a:ea typeface="DejaVu Serif"/>
                <a:cs typeface="DejaVu Serif"/>
              </a:defRPr>
            </a:lvl8pPr>
            <a:lvl9pPr algn="l">
              <a:defRPr sz="2625" b="1">
                <a:solidFill>
                  <a:srgbClr val="162C45"/>
                </a:solidFill>
                <a:latin typeface="DejaVu Serif"/>
                <a:ea typeface="DejaVu Serif"/>
                <a:cs typeface="DejaVu Serif"/>
              </a:defRPr>
            </a:lvl9pPr>
          </a:lstStyle>
          <a:p xmlns:a="http://schemas.openxmlformats.org/drawingml/2006/main">
            <a:pPr algn="l">
              <a:defRPr sz="2625" b="1">
                <a:solidFill>
                  <a:srgbClr val="162C45"/>
                </a:solidFill>
                <a:latin typeface="DejaVu Serif"/>
                <a:ea typeface="DejaVu Serif"/>
                <a:cs typeface="DejaVu Serif"/>
              </a:defRPr>
            </a:pPr>
            <a:r>
              <a:rPr sz="2625" b="1">
                <a:solidFill>
                  <a:srgbClr val="162C45"/>
                </a:solidFill>
                <a:latin typeface="DejaVu Serif"/>
                <a:ea typeface="DejaVu Serif"/>
                <a:cs typeface="DejaVu Serif"/>
              </a:rPr>
              <a:t>Expected Benefits for Data Engineering Teams</a:t>
            </a:r>
          </a:p>
        </p:txBody>
      </p:sp>
      <p:pic>
        <p:nvPicPr>
          <p:cNvPr id="3" name="">
            <a:extLst xmlns:a="http://schemas.openxmlformats.org/drawingml/2006/main">
              <a:ext uri="{FF2B5EF4-FFF2-40B4-BE49-F238E27FC236}">
                <a16:creationId xmlns:a16="http://schemas.microsoft.com/office/drawing/2014/main" id="{394305D1-5590-42A1-A28B-27DDC78CAA27}"/>
              </a:ext>
            </a:extLst>
          </p:cNvPr>
          <p:cNvPicPr>
            <a:picLocks xmlns:a="http://schemas.openxmlformats.org/drawingml/2006/main" noChangeAspect="1"/>
          </p:cNvPicPr>
          <p:nvPr/>
        </p:nvPicPr>
        <p:blipFill>
          <a:blip xmlns:r="http://schemas.openxmlformats.org/officeDocument/2006/relationships" xmlns:a="http://schemas.openxmlformats.org/drawingml/2006/main" r:embed="R67d3dabdadc94e0a"/>
          <a:stretch xmlns:a="http://schemas.openxmlformats.org/drawingml/2006/main"/>
        </p:blipFill>
        <p:spPr>
          <a:xfrm xmlns:a="http://schemas.openxmlformats.org/drawingml/2006/main">
            <a:off x="740111" y="6210300"/>
            <a:ext cx="1339177" cy="419100"/>
          </a:xfrm>
          <a:prstGeom xmlns:a="http://schemas.openxmlformats.org/drawingml/2006/main" prst="rect">
            <a:avLst/>
          </a:prstGeom>
        </p:spPr>
      </p:pic>
      <p:sp>
        <p:nvSpPr>
          <p:cNvPr id="4" name="panel-273">
            <a:extLst xmlns:a="http://schemas.openxmlformats.org/drawingml/2006/main">
              <a:ext uri="{FF2B5EF4-FFF2-40B4-BE49-F238E27FC236}">
                <a16:creationId xmlns:a16="http://schemas.microsoft.com/office/drawing/2014/main" id="{C9D7D2EE-B14F-42BF-85A6-4D3D5646747B}"/>
              </a:ext>
            </a:extLst>
          </p:cNvPr>
          <p:cNvSpPr>
            <a:spLocks xmlns:a="http://schemas.openxmlformats.org/drawingml/2006/main" noGrp="1"/>
          </p:cNvSpPr>
          <p:nvPr/>
        </p:nvSpPr>
        <p:spPr>
          <a:xfrm xmlns:a="http://schemas.openxmlformats.org/drawingml/2006/main">
            <a:off x="11010900" y="6105525"/>
            <a:ext cx="571500" cy="571500"/>
          </a:xfrm>
          <a:prstGeom xmlns:a="http://schemas.openxmlformats.org/drawingml/2006/main" prst="rect">
            <a:avLst/>
          </a:prstGeom>
          <a:solidFill xmlns:a="http://schemas.openxmlformats.org/drawingml/2006/main">
            <a:srgbClr val="14253D"/>
          </a:solidFill>
          <a:ln xmlns:a="http://schemas.openxmlformats.org/drawingml/2006/main" w="0">
            <a:noFill/>
            <a:prstDash val="solid"/>
          </a:ln>
        </p:spPr>
      </p:sp>
      <p:pic>
        <p:nvPicPr>
          <p:cNvPr id="5" name="">
            <a:extLst xmlns:a="http://schemas.openxmlformats.org/drawingml/2006/main">
              <a:ext uri="{FF2B5EF4-FFF2-40B4-BE49-F238E27FC236}">
                <a16:creationId xmlns:a16="http://schemas.microsoft.com/office/drawing/2014/main" id="{F143F49D-690B-47E0-AFF0-7011CC0AF75D}"/>
              </a:ext>
            </a:extLst>
          </p:cNvPr>
          <p:cNvPicPr>
            <a:picLocks xmlns:a="http://schemas.openxmlformats.org/drawingml/2006/main" noChangeAspect="1"/>
          </p:cNvPicPr>
          <p:nvPr/>
        </p:nvPicPr>
        <p:blipFill>
          <a:blip xmlns:r="http://schemas.openxmlformats.org/officeDocument/2006/relationships" xmlns:a="http://schemas.openxmlformats.org/drawingml/2006/main" r:embed="R0ba2f34dce0342ca">
            <a:extLst>
              <a:ext uri="{96DAC541-7B7A-43D3-8B79-37D633B846F1}">
                <asvg:svgBlip xmlns:asvg="http://schemas.microsoft.com/office/drawing/2016/SVG/main" r:embed="R7f7f06ce269b4f01"/>
              </a:ext>
            </a:extLst>
          </a:blip>
          <a:stretch xmlns:a="http://schemas.openxmlformats.org/drawingml/2006/main"/>
        </p:blipFill>
        <p:spPr>
          <a:xfrm xmlns:a="http://schemas.openxmlformats.org/drawingml/2006/main">
            <a:off x="11087100" y="6181725"/>
            <a:ext cx="419100" cy="409575"/>
          </a:xfrm>
          <a:prstGeom xmlns:a="http://schemas.openxmlformats.org/drawingml/2006/main" prst="rect">
            <a:avLst/>
          </a:prstGeom>
        </p:spPr>
      </p:pic>
      <p:sp>
        <p:nvSpPr>
          <p:cNvPr id="6" name="text-275">
            <a:extLst xmlns:a="http://schemas.openxmlformats.org/drawingml/2006/main">
              <a:ext uri="{FF2B5EF4-FFF2-40B4-BE49-F238E27FC236}">
                <a16:creationId xmlns:a16="http://schemas.microsoft.com/office/drawing/2014/main" id="{4AB3EBE5-C92F-491A-B8BF-CF594F963AFF}"/>
              </a:ext>
            </a:extLst>
          </p:cNvPr>
          <p:cNvSpPr>
            <a:spLocks xmlns:a="http://schemas.openxmlformats.org/drawingml/2006/main" noGrp="1"/>
          </p:cNvSpPr>
          <p:nvPr/>
        </p:nvSpPr>
        <p:spPr>
          <a:xfrm xmlns:a="http://schemas.openxmlformats.org/drawingml/2006/main">
            <a:off x="5810250" y="6353175"/>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75" b="0">
                <a:solidFill>
                  <a:srgbClr val="5E7285"/>
                </a:solidFill>
                <a:latin typeface="DejaVu Sans"/>
                <a:ea typeface="DejaVu Sans"/>
                <a:cs typeface="DejaVu Sans"/>
              </a:defRPr>
            </a:defPPr>
            <a:lvl1pPr algn="ctr">
              <a:defRPr sz="975" b="0">
                <a:solidFill>
                  <a:srgbClr val="5E7285"/>
                </a:solidFill>
                <a:latin typeface="DejaVu Sans"/>
                <a:ea typeface="DejaVu Sans"/>
                <a:cs typeface="DejaVu Sans"/>
              </a:defRPr>
            </a:lvl1pPr>
            <a:lvl2pPr algn="ctr">
              <a:defRPr sz="975" b="0">
                <a:solidFill>
                  <a:srgbClr val="5E7285"/>
                </a:solidFill>
                <a:latin typeface="DejaVu Sans"/>
                <a:ea typeface="DejaVu Sans"/>
                <a:cs typeface="DejaVu Sans"/>
              </a:defRPr>
            </a:lvl2pPr>
            <a:lvl3pPr algn="ctr">
              <a:defRPr sz="975" b="0">
                <a:solidFill>
                  <a:srgbClr val="5E7285"/>
                </a:solidFill>
                <a:latin typeface="DejaVu Sans"/>
                <a:ea typeface="DejaVu Sans"/>
                <a:cs typeface="DejaVu Sans"/>
              </a:defRPr>
            </a:lvl3pPr>
            <a:lvl4pPr algn="ctr">
              <a:defRPr sz="975" b="0">
                <a:solidFill>
                  <a:srgbClr val="5E7285"/>
                </a:solidFill>
                <a:latin typeface="DejaVu Sans"/>
                <a:ea typeface="DejaVu Sans"/>
                <a:cs typeface="DejaVu Sans"/>
              </a:defRPr>
            </a:lvl4pPr>
            <a:lvl5pPr algn="ctr">
              <a:defRPr sz="975" b="0">
                <a:solidFill>
                  <a:srgbClr val="5E7285"/>
                </a:solidFill>
                <a:latin typeface="DejaVu Sans"/>
                <a:ea typeface="DejaVu Sans"/>
                <a:cs typeface="DejaVu Sans"/>
              </a:defRPr>
            </a:lvl5pPr>
            <a:lvl6pPr algn="ctr">
              <a:defRPr sz="975" b="0">
                <a:solidFill>
                  <a:srgbClr val="5E7285"/>
                </a:solidFill>
                <a:latin typeface="DejaVu Sans"/>
                <a:ea typeface="DejaVu Sans"/>
                <a:cs typeface="DejaVu Sans"/>
              </a:defRPr>
            </a:lvl6pPr>
            <a:lvl7pPr algn="ctr">
              <a:defRPr sz="975" b="0">
                <a:solidFill>
                  <a:srgbClr val="5E7285"/>
                </a:solidFill>
                <a:latin typeface="DejaVu Sans"/>
                <a:ea typeface="DejaVu Sans"/>
                <a:cs typeface="DejaVu Sans"/>
              </a:defRPr>
            </a:lvl7pPr>
            <a:lvl8pPr algn="ctr">
              <a:defRPr sz="975" b="0">
                <a:solidFill>
                  <a:srgbClr val="5E7285"/>
                </a:solidFill>
                <a:latin typeface="DejaVu Sans"/>
                <a:ea typeface="DejaVu Sans"/>
                <a:cs typeface="DejaVu Sans"/>
              </a:defRPr>
            </a:lvl8pPr>
            <a:lvl9pPr algn="ctr">
              <a:defRPr sz="975" b="0">
                <a:solidFill>
                  <a:srgbClr val="5E7285"/>
                </a:solidFill>
                <a:latin typeface="DejaVu Sans"/>
                <a:ea typeface="DejaVu Sans"/>
                <a:cs typeface="DejaVu Sans"/>
              </a:defRPr>
            </a:lvl9pPr>
          </a:lstStyle>
          <a:p xmlns:a="http://schemas.openxmlformats.org/drawingml/2006/main">
            <a:pPr algn="ctr">
              <a:defRPr sz="975" b="0">
                <a:solidFill>
                  <a:srgbClr val="5E7285"/>
                </a:solidFill>
                <a:latin typeface="DejaVu Sans"/>
                <a:ea typeface="DejaVu Sans"/>
                <a:cs typeface="DejaVu Sans"/>
              </a:defRPr>
            </a:pPr>
            <a:r>
              <a:rPr sz="975" b="0">
                <a:solidFill>
                  <a:srgbClr val="5E7285"/>
                </a:solidFill>
                <a:latin typeface="DejaVu Sans"/>
                <a:ea typeface="DejaVu Sans"/>
                <a:cs typeface="DejaVu Sans"/>
              </a:rPr>
              <a:t>10</a:t>
            </a:r>
          </a:p>
        </p:txBody>
      </p:sp>
      <p:sp>
        <p:nvSpPr>
          <p:cNvPr id="7" name="panel-276">
            <a:extLst xmlns:a="http://schemas.openxmlformats.org/drawingml/2006/main">
              <a:ext uri="{FF2B5EF4-FFF2-40B4-BE49-F238E27FC236}">
                <a16:creationId xmlns:a16="http://schemas.microsoft.com/office/drawing/2014/main" id="{8D483A2F-43E2-48C0-887E-931AEF06B0A0}"/>
              </a:ext>
            </a:extLst>
          </p:cNvPr>
          <p:cNvSpPr>
            <a:spLocks xmlns:a="http://schemas.openxmlformats.org/drawingml/2006/main" noGrp="1"/>
          </p:cNvSpPr>
          <p:nvPr/>
        </p:nvSpPr>
        <p:spPr>
          <a:xfrm xmlns:a="http://schemas.openxmlformats.org/drawingml/2006/main">
            <a:off x="609600" y="1724025"/>
            <a:ext cx="3524250" cy="1781175"/>
          </a:xfrm>
          <a:prstGeom xmlns:a="http://schemas.openxmlformats.org/drawingml/2006/main" prst="roundRect">
            <a:avLst>
              <a:gd name="adj" fmla="val 7487"/>
            </a:avLst>
          </a:prstGeom>
          <a:solidFill xmlns:a="http://schemas.openxmlformats.org/drawingml/2006/main">
            <a:srgbClr val="F2F7FA"/>
          </a:solidFill>
          <a:ln xmlns:a="http://schemas.openxmlformats.org/drawingml/2006/main" w="9525">
            <a:solidFill>
              <a:srgbClr val="D9E5EC"/>
            </a:solidFill>
            <a:prstDash val="solid"/>
          </a:ln>
        </p:spPr>
      </p:sp>
      <p:sp>
        <p:nvSpPr>
          <p:cNvPr id="8" name="panel-277">
            <a:extLst xmlns:a="http://schemas.openxmlformats.org/drawingml/2006/main">
              <a:ext uri="{FF2B5EF4-FFF2-40B4-BE49-F238E27FC236}">
                <a16:creationId xmlns:a16="http://schemas.microsoft.com/office/drawing/2014/main" id="{3000DAC0-745C-4A03-AF83-49057CBA9DC8}"/>
              </a:ext>
            </a:extLst>
          </p:cNvPr>
          <p:cNvSpPr>
            <a:spLocks xmlns:a="http://schemas.openxmlformats.org/drawingml/2006/main" noGrp="1"/>
          </p:cNvSpPr>
          <p:nvPr/>
        </p:nvSpPr>
        <p:spPr>
          <a:xfrm xmlns:a="http://schemas.openxmlformats.org/drawingml/2006/main">
            <a:off x="838200" y="1952625"/>
            <a:ext cx="495300" cy="495300"/>
          </a:xfrm>
          <a:prstGeom xmlns:a="http://schemas.openxmlformats.org/drawingml/2006/main" prst="roundRect">
            <a:avLst>
              <a:gd name="adj" fmla="val 50000"/>
            </a:avLst>
          </a:prstGeom>
          <a:solidFill xmlns:a="http://schemas.openxmlformats.org/drawingml/2006/main">
            <a:srgbClr val="247E91"/>
          </a:solidFill>
          <a:ln xmlns:a="http://schemas.openxmlformats.org/drawingml/2006/main" w="0">
            <a:noFill/>
            <a:prstDash val="solid"/>
          </a:ln>
        </p:spPr>
      </p:sp>
      <p:pic>
        <p:nvPicPr>
          <p:cNvPr id="9" name="">
            <a:extLst xmlns:a="http://schemas.openxmlformats.org/drawingml/2006/main">
              <a:ext uri="{FF2B5EF4-FFF2-40B4-BE49-F238E27FC236}">
                <a16:creationId xmlns:a16="http://schemas.microsoft.com/office/drawing/2014/main" id="{DA31DCEF-BF01-4FAD-9C79-1FC1345D267E}"/>
              </a:ext>
            </a:extLst>
          </p:cNvPr>
          <p:cNvPicPr>
            <a:picLocks xmlns:a="http://schemas.openxmlformats.org/drawingml/2006/main" noChangeAspect="1"/>
          </p:cNvPicPr>
          <p:nvPr/>
        </p:nvPicPr>
        <p:blipFill>
          <a:blip xmlns:r="http://schemas.openxmlformats.org/officeDocument/2006/relationships" xmlns:a="http://schemas.openxmlformats.org/drawingml/2006/main" r:embed="Rca442e96577643dd">
            <a:extLst>
              <a:ext uri="{96DAC541-7B7A-43D3-8B79-37D633B846F1}">
                <asvg:svgBlip xmlns:asvg="http://schemas.microsoft.com/office/drawing/2016/SVG/main" r:embed="R77676019f5804783"/>
              </a:ext>
            </a:extLst>
          </a:blip>
          <a:stretch xmlns:a="http://schemas.openxmlformats.org/drawingml/2006/main"/>
        </p:blipFill>
        <p:spPr>
          <a:xfrm xmlns:a="http://schemas.openxmlformats.org/drawingml/2006/main">
            <a:off x="957072" y="2071497"/>
            <a:ext cx="257556" cy="257556"/>
          </a:xfrm>
          <a:prstGeom xmlns:a="http://schemas.openxmlformats.org/drawingml/2006/main" prst="rect">
            <a:avLst/>
          </a:prstGeom>
        </p:spPr>
      </p:pic>
      <p:sp>
        <p:nvSpPr>
          <p:cNvPr id="10" name="text-278">
            <a:extLst xmlns:a="http://schemas.openxmlformats.org/drawingml/2006/main">
              <a:ext uri="{FF2B5EF4-FFF2-40B4-BE49-F238E27FC236}">
                <a16:creationId xmlns:a16="http://schemas.microsoft.com/office/drawing/2014/main" id="{FEBDB80D-D178-442D-954F-E6D7E3EAEBAF}"/>
              </a:ext>
            </a:extLst>
          </p:cNvPr>
          <p:cNvSpPr>
            <a:spLocks xmlns:a="http://schemas.openxmlformats.org/drawingml/2006/main" noGrp="1"/>
          </p:cNvSpPr>
          <p:nvPr/>
        </p:nvSpPr>
        <p:spPr>
          <a:xfrm xmlns:a="http://schemas.openxmlformats.org/drawingml/2006/main">
            <a:off x="1485900" y="1962150"/>
            <a:ext cx="2419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62C45"/>
                </a:solidFill>
                <a:latin typeface="DejaVu Serif"/>
                <a:ea typeface="DejaVu Serif"/>
                <a:cs typeface="DejaVu Serif"/>
              </a:defRPr>
            </a:defPPr>
            <a:lvl1pPr algn="l">
              <a:defRPr sz="1725" b="1">
                <a:solidFill>
                  <a:srgbClr val="162C45"/>
                </a:solidFill>
                <a:latin typeface="DejaVu Serif"/>
                <a:ea typeface="DejaVu Serif"/>
                <a:cs typeface="DejaVu Serif"/>
              </a:defRPr>
            </a:lvl1pPr>
            <a:lvl2pPr algn="l">
              <a:defRPr sz="1725" b="1">
                <a:solidFill>
                  <a:srgbClr val="162C45"/>
                </a:solidFill>
                <a:latin typeface="DejaVu Serif"/>
                <a:ea typeface="DejaVu Serif"/>
                <a:cs typeface="DejaVu Serif"/>
              </a:defRPr>
            </a:lvl2pPr>
            <a:lvl3pPr algn="l">
              <a:defRPr sz="1725" b="1">
                <a:solidFill>
                  <a:srgbClr val="162C45"/>
                </a:solidFill>
                <a:latin typeface="DejaVu Serif"/>
                <a:ea typeface="DejaVu Serif"/>
                <a:cs typeface="DejaVu Serif"/>
              </a:defRPr>
            </a:lvl3pPr>
            <a:lvl4pPr algn="l">
              <a:defRPr sz="1725" b="1">
                <a:solidFill>
                  <a:srgbClr val="162C45"/>
                </a:solidFill>
                <a:latin typeface="DejaVu Serif"/>
                <a:ea typeface="DejaVu Serif"/>
                <a:cs typeface="DejaVu Serif"/>
              </a:defRPr>
            </a:lvl4pPr>
            <a:lvl5pPr algn="l">
              <a:defRPr sz="1725" b="1">
                <a:solidFill>
                  <a:srgbClr val="162C45"/>
                </a:solidFill>
                <a:latin typeface="DejaVu Serif"/>
                <a:ea typeface="DejaVu Serif"/>
                <a:cs typeface="DejaVu Serif"/>
              </a:defRPr>
            </a:lvl5pPr>
            <a:lvl6pPr algn="l">
              <a:defRPr sz="1725" b="1">
                <a:solidFill>
                  <a:srgbClr val="162C45"/>
                </a:solidFill>
                <a:latin typeface="DejaVu Serif"/>
                <a:ea typeface="DejaVu Serif"/>
                <a:cs typeface="DejaVu Serif"/>
              </a:defRPr>
            </a:lvl6pPr>
            <a:lvl7pPr algn="l">
              <a:defRPr sz="1725" b="1">
                <a:solidFill>
                  <a:srgbClr val="162C45"/>
                </a:solidFill>
                <a:latin typeface="DejaVu Serif"/>
                <a:ea typeface="DejaVu Serif"/>
                <a:cs typeface="DejaVu Serif"/>
              </a:defRPr>
            </a:lvl7pPr>
            <a:lvl8pPr algn="l">
              <a:defRPr sz="1725" b="1">
                <a:solidFill>
                  <a:srgbClr val="162C45"/>
                </a:solidFill>
                <a:latin typeface="DejaVu Serif"/>
                <a:ea typeface="DejaVu Serif"/>
                <a:cs typeface="DejaVu Serif"/>
              </a:defRPr>
            </a:lvl8pPr>
            <a:lvl9pPr algn="l">
              <a:defRPr sz="1725" b="1">
                <a:solidFill>
                  <a:srgbClr val="162C45"/>
                </a:solidFill>
                <a:latin typeface="DejaVu Serif"/>
                <a:ea typeface="DejaVu Serif"/>
                <a:cs typeface="DejaVu Serif"/>
              </a:defRPr>
            </a:lvl9pPr>
          </a:lstStyle>
          <a:p xmlns:a="http://schemas.openxmlformats.org/drawingml/2006/main">
            <a:pPr algn="l">
              <a:defRPr sz="1725" b="1">
                <a:solidFill>
                  <a:srgbClr val="162C45"/>
                </a:solidFill>
                <a:latin typeface="DejaVu Serif"/>
                <a:ea typeface="DejaVu Serif"/>
                <a:cs typeface="DejaVu Serif"/>
              </a:defRPr>
            </a:pPr>
            <a:r>
              <a:rPr sz="1725" b="1">
                <a:solidFill>
                  <a:srgbClr val="162C45"/>
                </a:solidFill>
                <a:latin typeface="DejaVu Serif"/>
                <a:ea typeface="DejaVu Serif"/>
                <a:cs typeface="DejaVu Serif"/>
              </a:rPr>
              <a:t>Less Manual Authoring</a:t>
            </a:r>
          </a:p>
        </p:txBody>
      </p:sp>
      <p:sp>
        <p:nvSpPr>
          <p:cNvPr id="11" name="text-279">
            <a:extLst xmlns:a="http://schemas.openxmlformats.org/drawingml/2006/main">
              <a:ext uri="{FF2B5EF4-FFF2-40B4-BE49-F238E27FC236}">
                <a16:creationId xmlns:a16="http://schemas.microsoft.com/office/drawing/2014/main" id="{7598E23A-1DA4-48E9-A544-0460078BF3FF}"/>
              </a:ext>
            </a:extLst>
          </p:cNvPr>
          <p:cNvSpPr>
            <a:spLocks xmlns:a="http://schemas.openxmlformats.org/drawingml/2006/main" noGrp="1"/>
          </p:cNvSpPr>
          <p:nvPr/>
        </p:nvSpPr>
        <p:spPr>
          <a:xfrm xmlns:a="http://schemas.openxmlformats.org/drawingml/2006/main">
            <a:off x="838200" y="2714625"/>
            <a:ext cx="30670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354A5F"/>
                </a:solidFill>
                <a:latin typeface="DejaVu Sans"/>
                <a:ea typeface="DejaVu Sans"/>
                <a:cs typeface="DejaVu Sans"/>
              </a:defRPr>
            </a:defPPr>
            <a:lvl1pPr algn="l">
              <a:defRPr sz="1500" b="0">
                <a:solidFill>
                  <a:srgbClr val="354A5F"/>
                </a:solidFill>
                <a:latin typeface="DejaVu Sans"/>
                <a:ea typeface="DejaVu Sans"/>
                <a:cs typeface="DejaVu Sans"/>
              </a:defRPr>
            </a:lvl1pPr>
            <a:lvl2pPr algn="l">
              <a:defRPr sz="1500" b="0">
                <a:solidFill>
                  <a:srgbClr val="354A5F"/>
                </a:solidFill>
                <a:latin typeface="DejaVu Sans"/>
                <a:ea typeface="DejaVu Sans"/>
                <a:cs typeface="DejaVu Sans"/>
              </a:defRPr>
            </a:lvl2pPr>
            <a:lvl3pPr algn="l">
              <a:defRPr sz="1500" b="0">
                <a:solidFill>
                  <a:srgbClr val="354A5F"/>
                </a:solidFill>
                <a:latin typeface="DejaVu Sans"/>
                <a:ea typeface="DejaVu Sans"/>
                <a:cs typeface="DejaVu Sans"/>
              </a:defRPr>
            </a:lvl3pPr>
            <a:lvl4pPr algn="l">
              <a:defRPr sz="1500" b="0">
                <a:solidFill>
                  <a:srgbClr val="354A5F"/>
                </a:solidFill>
                <a:latin typeface="DejaVu Sans"/>
                <a:ea typeface="DejaVu Sans"/>
                <a:cs typeface="DejaVu Sans"/>
              </a:defRPr>
            </a:lvl4pPr>
            <a:lvl5pPr algn="l">
              <a:defRPr sz="1500" b="0">
                <a:solidFill>
                  <a:srgbClr val="354A5F"/>
                </a:solidFill>
                <a:latin typeface="DejaVu Sans"/>
                <a:ea typeface="DejaVu Sans"/>
                <a:cs typeface="DejaVu Sans"/>
              </a:defRPr>
            </a:lvl5pPr>
            <a:lvl6pPr algn="l">
              <a:defRPr sz="1500" b="0">
                <a:solidFill>
                  <a:srgbClr val="354A5F"/>
                </a:solidFill>
                <a:latin typeface="DejaVu Sans"/>
                <a:ea typeface="DejaVu Sans"/>
                <a:cs typeface="DejaVu Sans"/>
              </a:defRPr>
            </a:lvl6pPr>
            <a:lvl7pPr algn="l">
              <a:defRPr sz="1500" b="0">
                <a:solidFill>
                  <a:srgbClr val="354A5F"/>
                </a:solidFill>
                <a:latin typeface="DejaVu Sans"/>
                <a:ea typeface="DejaVu Sans"/>
                <a:cs typeface="DejaVu Sans"/>
              </a:defRPr>
            </a:lvl7pPr>
            <a:lvl8pPr algn="l">
              <a:defRPr sz="1500" b="0">
                <a:solidFill>
                  <a:srgbClr val="354A5F"/>
                </a:solidFill>
                <a:latin typeface="DejaVu Sans"/>
                <a:ea typeface="DejaVu Sans"/>
                <a:cs typeface="DejaVu Sans"/>
              </a:defRPr>
            </a:lvl8pPr>
            <a:lvl9pPr algn="l">
              <a:defRPr sz="1500" b="0">
                <a:solidFill>
                  <a:srgbClr val="354A5F"/>
                </a:solidFill>
                <a:latin typeface="DejaVu Sans"/>
                <a:ea typeface="DejaVu Sans"/>
                <a:cs typeface="DejaVu Sans"/>
              </a:defRPr>
            </a:lvl9pPr>
          </a:lstStyle>
          <a:p xmlns:a="http://schemas.openxmlformats.org/drawingml/2006/main">
            <a:pPr algn="l">
              <a:defRPr sz="1500" b="0">
                <a:solidFill>
                  <a:srgbClr val="354A5F"/>
                </a:solidFill>
                <a:latin typeface="DejaVu Sans"/>
                <a:ea typeface="DejaVu Sans"/>
                <a:cs typeface="DejaVu Sans"/>
              </a:defRPr>
            </a:pPr>
            <a:r>
              <a:rPr sz="1500" b="0">
                <a:solidFill>
                  <a:srgbClr val="354A5F"/>
                </a:solidFill>
                <a:latin typeface="DejaVu Sans"/>
                <a:ea typeface="DejaVu Sans"/>
                <a:cs typeface="DejaVu Sans"/>
              </a:rPr>
              <a:t>Give engineers a starting set of checks and SQL.</a:t>
            </a:r>
          </a:p>
        </p:txBody>
      </p:sp>
      <p:sp>
        <p:nvSpPr>
          <p:cNvPr id="12" name="panel-280">
            <a:extLst xmlns:a="http://schemas.openxmlformats.org/drawingml/2006/main">
              <a:ext uri="{FF2B5EF4-FFF2-40B4-BE49-F238E27FC236}">
                <a16:creationId xmlns:a16="http://schemas.microsoft.com/office/drawing/2014/main" id="{71704AC2-2E3D-4C3D-9DE4-8A712A196CF8}"/>
              </a:ext>
            </a:extLst>
          </p:cNvPr>
          <p:cNvSpPr>
            <a:spLocks xmlns:a="http://schemas.openxmlformats.org/drawingml/2006/main" noGrp="1"/>
          </p:cNvSpPr>
          <p:nvPr/>
        </p:nvSpPr>
        <p:spPr>
          <a:xfrm xmlns:a="http://schemas.openxmlformats.org/drawingml/2006/main">
            <a:off x="4333875" y="1724025"/>
            <a:ext cx="3524250" cy="1781175"/>
          </a:xfrm>
          <a:prstGeom xmlns:a="http://schemas.openxmlformats.org/drawingml/2006/main" prst="roundRect">
            <a:avLst>
              <a:gd name="adj" fmla="val 7487"/>
            </a:avLst>
          </a:prstGeom>
          <a:solidFill xmlns:a="http://schemas.openxmlformats.org/drawingml/2006/main">
            <a:srgbClr val="F2F7FA"/>
          </a:solidFill>
          <a:ln xmlns:a="http://schemas.openxmlformats.org/drawingml/2006/main" w="9525">
            <a:solidFill>
              <a:srgbClr val="D9E5EC"/>
            </a:solidFill>
            <a:prstDash val="solid"/>
          </a:ln>
        </p:spPr>
      </p:sp>
      <p:sp>
        <p:nvSpPr>
          <p:cNvPr id="13" name="panel-281">
            <a:extLst xmlns:a="http://schemas.openxmlformats.org/drawingml/2006/main">
              <a:ext uri="{FF2B5EF4-FFF2-40B4-BE49-F238E27FC236}">
                <a16:creationId xmlns:a16="http://schemas.microsoft.com/office/drawing/2014/main" id="{0959D278-79D3-4EE4-B5D7-FA74CFF7C4F2}"/>
              </a:ext>
            </a:extLst>
          </p:cNvPr>
          <p:cNvSpPr>
            <a:spLocks xmlns:a="http://schemas.openxmlformats.org/drawingml/2006/main" noGrp="1"/>
          </p:cNvSpPr>
          <p:nvPr/>
        </p:nvSpPr>
        <p:spPr>
          <a:xfrm xmlns:a="http://schemas.openxmlformats.org/drawingml/2006/main">
            <a:off x="4562475" y="1952625"/>
            <a:ext cx="495300" cy="495300"/>
          </a:xfrm>
          <a:prstGeom xmlns:a="http://schemas.openxmlformats.org/drawingml/2006/main" prst="roundRect">
            <a:avLst>
              <a:gd name="adj" fmla="val 50000"/>
            </a:avLst>
          </a:prstGeom>
          <a:solidFill xmlns:a="http://schemas.openxmlformats.org/drawingml/2006/main">
            <a:srgbClr val="247E91"/>
          </a:solidFill>
          <a:ln xmlns:a="http://schemas.openxmlformats.org/drawingml/2006/main" w="0">
            <a:noFill/>
            <a:prstDash val="solid"/>
          </a:ln>
        </p:spPr>
      </p:sp>
      <p:pic>
        <p:nvPicPr>
          <p:cNvPr id="14" name="">
            <a:extLst xmlns:a="http://schemas.openxmlformats.org/drawingml/2006/main">
              <a:ext uri="{FF2B5EF4-FFF2-40B4-BE49-F238E27FC236}">
                <a16:creationId xmlns:a16="http://schemas.microsoft.com/office/drawing/2014/main" id="{20789EAC-10B7-4102-B3A5-E2A494BA1D69}"/>
              </a:ext>
            </a:extLst>
          </p:cNvPr>
          <p:cNvPicPr>
            <a:picLocks xmlns:a="http://schemas.openxmlformats.org/drawingml/2006/main" noChangeAspect="1"/>
          </p:cNvPicPr>
          <p:nvPr/>
        </p:nvPicPr>
        <p:blipFill>
          <a:blip xmlns:r="http://schemas.openxmlformats.org/officeDocument/2006/relationships" xmlns:a="http://schemas.openxmlformats.org/drawingml/2006/main" r:embed="Red105e132c714d94">
            <a:extLst>
              <a:ext uri="{96DAC541-7B7A-43D3-8B79-37D633B846F1}">
                <asvg:svgBlip xmlns:asvg="http://schemas.microsoft.com/office/drawing/2016/SVG/main" r:embed="R1637518314954c1f"/>
              </a:ext>
            </a:extLst>
          </a:blip>
          <a:stretch xmlns:a="http://schemas.openxmlformats.org/drawingml/2006/main"/>
        </p:blipFill>
        <p:spPr>
          <a:xfrm xmlns:a="http://schemas.openxmlformats.org/drawingml/2006/main">
            <a:off x="4681347" y="2071497"/>
            <a:ext cx="257556" cy="257556"/>
          </a:xfrm>
          <a:prstGeom xmlns:a="http://schemas.openxmlformats.org/drawingml/2006/main" prst="rect">
            <a:avLst/>
          </a:prstGeom>
        </p:spPr>
      </p:pic>
      <p:sp>
        <p:nvSpPr>
          <p:cNvPr id="15" name="text-282">
            <a:extLst xmlns:a="http://schemas.openxmlformats.org/drawingml/2006/main">
              <a:ext uri="{FF2B5EF4-FFF2-40B4-BE49-F238E27FC236}">
                <a16:creationId xmlns:a16="http://schemas.microsoft.com/office/drawing/2014/main" id="{DD9716C0-F425-44CF-8573-418393AB0086}"/>
              </a:ext>
            </a:extLst>
          </p:cNvPr>
          <p:cNvSpPr>
            <a:spLocks xmlns:a="http://schemas.openxmlformats.org/drawingml/2006/main" noGrp="1"/>
          </p:cNvSpPr>
          <p:nvPr/>
        </p:nvSpPr>
        <p:spPr>
          <a:xfrm xmlns:a="http://schemas.openxmlformats.org/drawingml/2006/main">
            <a:off x="5210175" y="1962150"/>
            <a:ext cx="2419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62C45"/>
                </a:solidFill>
                <a:latin typeface="DejaVu Serif"/>
                <a:ea typeface="DejaVu Serif"/>
                <a:cs typeface="DejaVu Serif"/>
              </a:defRPr>
            </a:defPPr>
            <a:lvl1pPr algn="l">
              <a:defRPr sz="1725" b="1">
                <a:solidFill>
                  <a:srgbClr val="162C45"/>
                </a:solidFill>
                <a:latin typeface="DejaVu Serif"/>
                <a:ea typeface="DejaVu Serif"/>
                <a:cs typeface="DejaVu Serif"/>
              </a:defRPr>
            </a:lvl1pPr>
            <a:lvl2pPr algn="l">
              <a:defRPr sz="1725" b="1">
                <a:solidFill>
                  <a:srgbClr val="162C45"/>
                </a:solidFill>
                <a:latin typeface="DejaVu Serif"/>
                <a:ea typeface="DejaVu Serif"/>
                <a:cs typeface="DejaVu Serif"/>
              </a:defRPr>
            </a:lvl2pPr>
            <a:lvl3pPr algn="l">
              <a:defRPr sz="1725" b="1">
                <a:solidFill>
                  <a:srgbClr val="162C45"/>
                </a:solidFill>
                <a:latin typeface="DejaVu Serif"/>
                <a:ea typeface="DejaVu Serif"/>
                <a:cs typeface="DejaVu Serif"/>
              </a:defRPr>
            </a:lvl3pPr>
            <a:lvl4pPr algn="l">
              <a:defRPr sz="1725" b="1">
                <a:solidFill>
                  <a:srgbClr val="162C45"/>
                </a:solidFill>
                <a:latin typeface="DejaVu Serif"/>
                <a:ea typeface="DejaVu Serif"/>
                <a:cs typeface="DejaVu Serif"/>
              </a:defRPr>
            </a:lvl4pPr>
            <a:lvl5pPr algn="l">
              <a:defRPr sz="1725" b="1">
                <a:solidFill>
                  <a:srgbClr val="162C45"/>
                </a:solidFill>
                <a:latin typeface="DejaVu Serif"/>
                <a:ea typeface="DejaVu Serif"/>
                <a:cs typeface="DejaVu Serif"/>
              </a:defRPr>
            </a:lvl5pPr>
            <a:lvl6pPr algn="l">
              <a:defRPr sz="1725" b="1">
                <a:solidFill>
                  <a:srgbClr val="162C45"/>
                </a:solidFill>
                <a:latin typeface="DejaVu Serif"/>
                <a:ea typeface="DejaVu Serif"/>
                <a:cs typeface="DejaVu Serif"/>
              </a:defRPr>
            </a:lvl6pPr>
            <a:lvl7pPr algn="l">
              <a:defRPr sz="1725" b="1">
                <a:solidFill>
                  <a:srgbClr val="162C45"/>
                </a:solidFill>
                <a:latin typeface="DejaVu Serif"/>
                <a:ea typeface="DejaVu Serif"/>
                <a:cs typeface="DejaVu Serif"/>
              </a:defRPr>
            </a:lvl7pPr>
            <a:lvl8pPr algn="l">
              <a:defRPr sz="1725" b="1">
                <a:solidFill>
                  <a:srgbClr val="162C45"/>
                </a:solidFill>
                <a:latin typeface="DejaVu Serif"/>
                <a:ea typeface="DejaVu Serif"/>
                <a:cs typeface="DejaVu Serif"/>
              </a:defRPr>
            </a:lvl8pPr>
            <a:lvl9pPr algn="l">
              <a:defRPr sz="1725" b="1">
                <a:solidFill>
                  <a:srgbClr val="162C45"/>
                </a:solidFill>
                <a:latin typeface="DejaVu Serif"/>
                <a:ea typeface="DejaVu Serif"/>
                <a:cs typeface="DejaVu Serif"/>
              </a:defRPr>
            </a:lvl9pPr>
          </a:lstStyle>
          <a:p xmlns:a="http://schemas.openxmlformats.org/drawingml/2006/main">
            <a:pPr algn="l">
              <a:defRPr sz="1725" b="1">
                <a:solidFill>
                  <a:srgbClr val="162C45"/>
                </a:solidFill>
                <a:latin typeface="DejaVu Serif"/>
                <a:ea typeface="DejaVu Serif"/>
                <a:cs typeface="DejaVu Serif"/>
              </a:defRPr>
            </a:pPr>
            <a:r>
              <a:rPr sz="1725" b="1">
                <a:solidFill>
                  <a:srgbClr val="162C45"/>
                </a:solidFill>
                <a:latin typeface="DejaVu Serif"/>
                <a:ea typeface="DejaVu Serif"/>
                <a:cs typeface="DejaVu Serif"/>
              </a:rPr>
              <a:t>Wider Rule Coverage</a:t>
            </a:r>
          </a:p>
        </p:txBody>
      </p:sp>
      <p:sp>
        <p:nvSpPr>
          <p:cNvPr id="16" name="text-283">
            <a:extLst xmlns:a="http://schemas.openxmlformats.org/drawingml/2006/main">
              <a:ext uri="{FF2B5EF4-FFF2-40B4-BE49-F238E27FC236}">
                <a16:creationId xmlns:a16="http://schemas.microsoft.com/office/drawing/2014/main" id="{28CF01AB-03AB-4133-A384-6A53E4109B6C}"/>
              </a:ext>
            </a:extLst>
          </p:cNvPr>
          <p:cNvSpPr>
            <a:spLocks xmlns:a="http://schemas.openxmlformats.org/drawingml/2006/main" noGrp="1"/>
          </p:cNvSpPr>
          <p:nvPr/>
        </p:nvSpPr>
        <p:spPr>
          <a:xfrm xmlns:a="http://schemas.openxmlformats.org/drawingml/2006/main">
            <a:off x="4562475" y="2714625"/>
            <a:ext cx="30670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354A5F"/>
                </a:solidFill>
                <a:latin typeface="DejaVu Sans"/>
                <a:ea typeface="DejaVu Sans"/>
                <a:cs typeface="DejaVu Sans"/>
              </a:defRPr>
            </a:defPPr>
            <a:lvl1pPr algn="l">
              <a:defRPr sz="1500" b="0">
                <a:solidFill>
                  <a:srgbClr val="354A5F"/>
                </a:solidFill>
                <a:latin typeface="DejaVu Sans"/>
                <a:ea typeface="DejaVu Sans"/>
                <a:cs typeface="DejaVu Sans"/>
              </a:defRPr>
            </a:lvl1pPr>
            <a:lvl2pPr algn="l">
              <a:defRPr sz="1500" b="0">
                <a:solidFill>
                  <a:srgbClr val="354A5F"/>
                </a:solidFill>
                <a:latin typeface="DejaVu Sans"/>
                <a:ea typeface="DejaVu Sans"/>
                <a:cs typeface="DejaVu Sans"/>
              </a:defRPr>
            </a:lvl2pPr>
            <a:lvl3pPr algn="l">
              <a:defRPr sz="1500" b="0">
                <a:solidFill>
                  <a:srgbClr val="354A5F"/>
                </a:solidFill>
                <a:latin typeface="DejaVu Sans"/>
                <a:ea typeface="DejaVu Sans"/>
                <a:cs typeface="DejaVu Sans"/>
              </a:defRPr>
            </a:lvl3pPr>
            <a:lvl4pPr algn="l">
              <a:defRPr sz="1500" b="0">
                <a:solidFill>
                  <a:srgbClr val="354A5F"/>
                </a:solidFill>
                <a:latin typeface="DejaVu Sans"/>
                <a:ea typeface="DejaVu Sans"/>
                <a:cs typeface="DejaVu Sans"/>
              </a:defRPr>
            </a:lvl4pPr>
            <a:lvl5pPr algn="l">
              <a:defRPr sz="1500" b="0">
                <a:solidFill>
                  <a:srgbClr val="354A5F"/>
                </a:solidFill>
                <a:latin typeface="DejaVu Sans"/>
                <a:ea typeface="DejaVu Sans"/>
                <a:cs typeface="DejaVu Sans"/>
              </a:defRPr>
            </a:lvl5pPr>
            <a:lvl6pPr algn="l">
              <a:defRPr sz="1500" b="0">
                <a:solidFill>
                  <a:srgbClr val="354A5F"/>
                </a:solidFill>
                <a:latin typeface="DejaVu Sans"/>
                <a:ea typeface="DejaVu Sans"/>
                <a:cs typeface="DejaVu Sans"/>
              </a:defRPr>
            </a:lvl6pPr>
            <a:lvl7pPr algn="l">
              <a:defRPr sz="1500" b="0">
                <a:solidFill>
                  <a:srgbClr val="354A5F"/>
                </a:solidFill>
                <a:latin typeface="DejaVu Sans"/>
                <a:ea typeface="DejaVu Sans"/>
                <a:cs typeface="DejaVu Sans"/>
              </a:defRPr>
            </a:lvl7pPr>
            <a:lvl8pPr algn="l">
              <a:defRPr sz="1500" b="0">
                <a:solidFill>
                  <a:srgbClr val="354A5F"/>
                </a:solidFill>
                <a:latin typeface="DejaVu Sans"/>
                <a:ea typeface="DejaVu Sans"/>
                <a:cs typeface="DejaVu Sans"/>
              </a:defRPr>
            </a:lvl8pPr>
            <a:lvl9pPr algn="l">
              <a:defRPr sz="1500" b="0">
                <a:solidFill>
                  <a:srgbClr val="354A5F"/>
                </a:solidFill>
                <a:latin typeface="DejaVu Sans"/>
                <a:ea typeface="DejaVu Sans"/>
                <a:cs typeface="DejaVu Sans"/>
              </a:defRPr>
            </a:lvl9pPr>
          </a:lstStyle>
          <a:p xmlns:a="http://schemas.openxmlformats.org/drawingml/2006/main">
            <a:pPr algn="l">
              <a:defRPr sz="1500" b="0">
                <a:solidFill>
                  <a:srgbClr val="354A5F"/>
                </a:solidFill>
                <a:latin typeface="DejaVu Sans"/>
                <a:ea typeface="DejaVu Sans"/>
                <a:cs typeface="DejaVu Sans"/>
              </a:defRPr>
            </a:pPr>
            <a:r>
              <a:rPr sz="1500" b="0">
                <a:solidFill>
                  <a:srgbClr val="354A5F"/>
                </a:solidFill>
                <a:latin typeface="DejaVu Sans"/>
                <a:ea typeface="DejaVu Sans"/>
                <a:cs typeface="DejaVu Sans"/>
              </a:rPr>
              <a:t>Surface possible column and relationship checks.</a:t>
            </a:r>
          </a:p>
        </p:txBody>
      </p:sp>
      <p:sp>
        <p:nvSpPr>
          <p:cNvPr id="17" name="panel-284">
            <a:extLst xmlns:a="http://schemas.openxmlformats.org/drawingml/2006/main">
              <a:ext uri="{FF2B5EF4-FFF2-40B4-BE49-F238E27FC236}">
                <a16:creationId xmlns:a16="http://schemas.microsoft.com/office/drawing/2014/main" id="{F2025D0E-584C-44E2-B4EF-381B1F0F37ED}"/>
              </a:ext>
            </a:extLst>
          </p:cNvPr>
          <p:cNvSpPr>
            <a:spLocks xmlns:a="http://schemas.openxmlformats.org/drawingml/2006/main" noGrp="1"/>
          </p:cNvSpPr>
          <p:nvPr/>
        </p:nvSpPr>
        <p:spPr>
          <a:xfrm xmlns:a="http://schemas.openxmlformats.org/drawingml/2006/main">
            <a:off x="8058150" y="1724025"/>
            <a:ext cx="3524250" cy="1781175"/>
          </a:xfrm>
          <a:prstGeom xmlns:a="http://schemas.openxmlformats.org/drawingml/2006/main" prst="roundRect">
            <a:avLst>
              <a:gd name="adj" fmla="val 7487"/>
            </a:avLst>
          </a:prstGeom>
          <a:solidFill xmlns:a="http://schemas.openxmlformats.org/drawingml/2006/main">
            <a:srgbClr val="F2F7FA"/>
          </a:solidFill>
          <a:ln xmlns:a="http://schemas.openxmlformats.org/drawingml/2006/main" w="9525">
            <a:solidFill>
              <a:srgbClr val="D9E5EC"/>
            </a:solidFill>
            <a:prstDash val="solid"/>
          </a:ln>
        </p:spPr>
      </p:sp>
      <p:sp>
        <p:nvSpPr>
          <p:cNvPr id="18" name="panel-285">
            <a:extLst xmlns:a="http://schemas.openxmlformats.org/drawingml/2006/main">
              <a:ext uri="{FF2B5EF4-FFF2-40B4-BE49-F238E27FC236}">
                <a16:creationId xmlns:a16="http://schemas.microsoft.com/office/drawing/2014/main" id="{3CF9828F-0E3A-4813-A570-479BE3AC53E2}"/>
              </a:ext>
            </a:extLst>
          </p:cNvPr>
          <p:cNvSpPr>
            <a:spLocks xmlns:a="http://schemas.openxmlformats.org/drawingml/2006/main" noGrp="1"/>
          </p:cNvSpPr>
          <p:nvPr/>
        </p:nvSpPr>
        <p:spPr>
          <a:xfrm xmlns:a="http://schemas.openxmlformats.org/drawingml/2006/main">
            <a:off x="8286750" y="1952625"/>
            <a:ext cx="495300" cy="495300"/>
          </a:xfrm>
          <a:prstGeom xmlns:a="http://schemas.openxmlformats.org/drawingml/2006/main" prst="roundRect">
            <a:avLst>
              <a:gd name="adj" fmla="val 50000"/>
            </a:avLst>
          </a:prstGeom>
          <a:solidFill xmlns:a="http://schemas.openxmlformats.org/drawingml/2006/main">
            <a:srgbClr val="247E91"/>
          </a:solidFill>
          <a:ln xmlns:a="http://schemas.openxmlformats.org/drawingml/2006/main" w="0">
            <a:noFill/>
            <a:prstDash val="solid"/>
          </a:ln>
        </p:spPr>
      </p:sp>
      <p:pic>
        <p:nvPicPr>
          <p:cNvPr id="19" name="">
            <a:extLst xmlns:a="http://schemas.openxmlformats.org/drawingml/2006/main">
              <a:ext uri="{FF2B5EF4-FFF2-40B4-BE49-F238E27FC236}">
                <a16:creationId xmlns:a16="http://schemas.microsoft.com/office/drawing/2014/main" id="{5476C433-8CF4-430D-9DD3-77E8B981CBF8}"/>
              </a:ext>
            </a:extLst>
          </p:cNvPr>
          <p:cNvPicPr>
            <a:picLocks xmlns:a="http://schemas.openxmlformats.org/drawingml/2006/main" noChangeAspect="1"/>
          </p:cNvPicPr>
          <p:nvPr/>
        </p:nvPicPr>
        <p:blipFill>
          <a:blip xmlns:r="http://schemas.openxmlformats.org/officeDocument/2006/relationships" xmlns:a="http://schemas.openxmlformats.org/drawingml/2006/main" r:embed="R4d8131effae54ffd">
            <a:extLst>
              <a:ext uri="{96DAC541-7B7A-43D3-8B79-37D633B846F1}">
                <asvg:svgBlip xmlns:asvg="http://schemas.microsoft.com/office/drawing/2016/SVG/main" r:embed="R7c959d0633e44e03"/>
              </a:ext>
            </a:extLst>
          </a:blip>
          <a:stretch xmlns:a="http://schemas.openxmlformats.org/drawingml/2006/main"/>
        </p:blipFill>
        <p:spPr>
          <a:xfrm xmlns:a="http://schemas.openxmlformats.org/drawingml/2006/main">
            <a:off x="8405622" y="2071497"/>
            <a:ext cx="257556" cy="257556"/>
          </a:xfrm>
          <a:prstGeom xmlns:a="http://schemas.openxmlformats.org/drawingml/2006/main" prst="rect">
            <a:avLst/>
          </a:prstGeom>
        </p:spPr>
      </p:pic>
      <p:sp>
        <p:nvSpPr>
          <p:cNvPr id="20" name="text-286">
            <a:extLst xmlns:a="http://schemas.openxmlformats.org/drawingml/2006/main">
              <a:ext uri="{FF2B5EF4-FFF2-40B4-BE49-F238E27FC236}">
                <a16:creationId xmlns:a16="http://schemas.microsoft.com/office/drawing/2014/main" id="{E662D9A0-55A8-4B20-80E2-FE69EA0F57B8}"/>
              </a:ext>
            </a:extLst>
          </p:cNvPr>
          <p:cNvSpPr>
            <a:spLocks xmlns:a="http://schemas.openxmlformats.org/drawingml/2006/main" noGrp="1"/>
          </p:cNvSpPr>
          <p:nvPr/>
        </p:nvSpPr>
        <p:spPr>
          <a:xfrm xmlns:a="http://schemas.openxmlformats.org/drawingml/2006/main">
            <a:off x="8934450" y="1962150"/>
            <a:ext cx="2419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62C45"/>
                </a:solidFill>
                <a:latin typeface="DejaVu Serif"/>
                <a:ea typeface="DejaVu Serif"/>
                <a:cs typeface="DejaVu Serif"/>
              </a:defRPr>
            </a:defPPr>
            <a:lvl1pPr algn="l">
              <a:defRPr sz="1725" b="1">
                <a:solidFill>
                  <a:srgbClr val="162C45"/>
                </a:solidFill>
                <a:latin typeface="DejaVu Serif"/>
                <a:ea typeface="DejaVu Serif"/>
                <a:cs typeface="DejaVu Serif"/>
              </a:defRPr>
            </a:lvl1pPr>
            <a:lvl2pPr algn="l">
              <a:defRPr sz="1725" b="1">
                <a:solidFill>
                  <a:srgbClr val="162C45"/>
                </a:solidFill>
                <a:latin typeface="DejaVu Serif"/>
                <a:ea typeface="DejaVu Serif"/>
                <a:cs typeface="DejaVu Serif"/>
              </a:defRPr>
            </a:lvl2pPr>
            <a:lvl3pPr algn="l">
              <a:defRPr sz="1725" b="1">
                <a:solidFill>
                  <a:srgbClr val="162C45"/>
                </a:solidFill>
                <a:latin typeface="DejaVu Serif"/>
                <a:ea typeface="DejaVu Serif"/>
                <a:cs typeface="DejaVu Serif"/>
              </a:defRPr>
            </a:lvl3pPr>
            <a:lvl4pPr algn="l">
              <a:defRPr sz="1725" b="1">
                <a:solidFill>
                  <a:srgbClr val="162C45"/>
                </a:solidFill>
                <a:latin typeface="DejaVu Serif"/>
                <a:ea typeface="DejaVu Serif"/>
                <a:cs typeface="DejaVu Serif"/>
              </a:defRPr>
            </a:lvl4pPr>
            <a:lvl5pPr algn="l">
              <a:defRPr sz="1725" b="1">
                <a:solidFill>
                  <a:srgbClr val="162C45"/>
                </a:solidFill>
                <a:latin typeface="DejaVu Serif"/>
                <a:ea typeface="DejaVu Serif"/>
                <a:cs typeface="DejaVu Serif"/>
              </a:defRPr>
            </a:lvl5pPr>
            <a:lvl6pPr algn="l">
              <a:defRPr sz="1725" b="1">
                <a:solidFill>
                  <a:srgbClr val="162C45"/>
                </a:solidFill>
                <a:latin typeface="DejaVu Serif"/>
                <a:ea typeface="DejaVu Serif"/>
                <a:cs typeface="DejaVu Serif"/>
              </a:defRPr>
            </a:lvl6pPr>
            <a:lvl7pPr algn="l">
              <a:defRPr sz="1725" b="1">
                <a:solidFill>
                  <a:srgbClr val="162C45"/>
                </a:solidFill>
                <a:latin typeface="DejaVu Serif"/>
                <a:ea typeface="DejaVu Serif"/>
                <a:cs typeface="DejaVu Serif"/>
              </a:defRPr>
            </a:lvl7pPr>
            <a:lvl8pPr algn="l">
              <a:defRPr sz="1725" b="1">
                <a:solidFill>
                  <a:srgbClr val="162C45"/>
                </a:solidFill>
                <a:latin typeface="DejaVu Serif"/>
                <a:ea typeface="DejaVu Serif"/>
                <a:cs typeface="DejaVu Serif"/>
              </a:defRPr>
            </a:lvl8pPr>
            <a:lvl9pPr algn="l">
              <a:defRPr sz="1725" b="1">
                <a:solidFill>
                  <a:srgbClr val="162C45"/>
                </a:solidFill>
                <a:latin typeface="DejaVu Serif"/>
                <a:ea typeface="DejaVu Serif"/>
                <a:cs typeface="DejaVu Serif"/>
              </a:defRPr>
            </a:lvl9pPr>
          </a:lstStyle>
          <a:p xmlns:a="http://schemas.openxmlformats.org/drawingml/2006/main">
            <a:pPr algn="l">
              <a:defRPr sz="1725" b="1">
                <a:solidFill>
                  <a:srgbClr val="162C45"/>
                </a:solidFill>
                <a:latin typeface="DejaVu Serif"/>
                <a:ea typeface="DejaVu Serif"/>
                <a:cs typeface="DejaVu Serif"/>
              </a:defRPr>
            </a:pPr>
            <a:r>
              <a:rPr sz="1725" b="1">
                <a:solidFill>
                  <a:srgbClr val="162C45"/>
                </a:solidFill>
                <a:latin typeface="DejaVu Serif"/>
                <a:ea typeface="DejaVu Serif"/>
                <a:cs typeface="DejaVu Serif"/>
              </a:rPr>
              <a:t>Business Context</a:t>
            </a:r>
          </a:p>
        </p:txBody>
      </p:sp>
      <p:sp>
        <p:nvSpPr>
          <p:cNvPr id="21" name="text-287">
            <a:extLst xmlns:a="http://schemas.openxmlformats.org/drawingml/2006/main">
              <a:ext uri="{FF2B5EF4-FFF2-40B4-BE49-F238E27FC236}">
                <a16:creationId xmlns:a16="http://schemas.microsoft.com/office/drawing/2014/main" id="{45C0E491-B1D2-4F3A-A7B8-E63921EB120D}"/>
              </a:ext>
            </a:extLst>
          </p:cNvPr>
          <p:cNvSpPr>
            <a:spLocks xmlns:a="http://schemas.openxmlformats.org/drawingml/2006/main" noGrp="1"/>
          </p:cNvSpPr>
          <p:nvPr/>
        </p:nvSpPr>
        <p:spPr>
          <a:xfrm xmlns:a="http://schemas.openxmlformats.org/drawingml/2006/main">
            <a:off x="8286750" y="2714625"/>
            <a:ext cx="30670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354A5F"/>
                </a:solidFill>
                <a:latin typeface="DejaVu Sans"/>
                <a:ea typeface="DejaVu Sans"/>
                <a:cs typeface="DejaVu Sans"/>
              </a:defRPr>
            </a:defPPr>
            <a:lvl1pPr algn="l">
              <a:defRPr sz="1500" b="0">
                <a:solidFill>
                  <a:srgbClr val="354A5F"/>
                </a:solidFill>
                <a:latin typeface="DejaVu Sans"/>
                <a:ea typeface="DejaVu Sans"/>
                <a:cs typeface="DejaVu Sans"/>
              </a:defRPr>
            </a:lvl1pPr>
            <a:lvl2pPr algn="l">
              <a:defRPr sz="1500" b="0">
                <a:solidFill>
                  <a:srgbClr val="354A5F"/>
                </a:solidFill>
                <a:latin typeface="DejaVu Sans"/>
                <a:ea typeface="DejaVu Sans"/>
                <a:cs typeface="DejaVu Sans"/>
              </a:defRPr>
            </a:lvl2pPr>
            <a:lvl3pPr algn="l">
              <a:defRPr sz="1500" b="0">
                <a:solidFill>
                  <a:srgbClr val="354A5F"/>
                </a:solidFill>
                <a:latin typeface="DejaVu Sans"/>
                <a:ea typeface="DejaVu Sans"/>
                <a:cs typeface="DejaVu Sans"/>
              </a:defRPr>
            </a:lvl3pPr>
            <a:lvl4pPr algn="l">
              <a:defRPr sz="1500" b="0">
                <a:solidFill>
                  <a:srgbClr val="354A5F"/>
                </a:solidFill>
                <a:latin typeface="DejaVu Sans"/>
                <a:ea typeface="DejaVu Sans"/>
                <a:cs typeface="DejaVu Sans"/>
              </a:defRPr>
            </a:lvl4pPr>
            <a:lvl5pPr algn="l">
              <a:defRPr sz="1500" b="0">
                <a:solidFill>
                  <a:srgbClr val="354A5F"/>
                </a:solidFill>
                <a:latin typeface="DejaVu Sans"/>
                <a:ea typeface="DejaVu Sans"/>
                <a:cs typeface="DejaVu Sans"/>
              </a:defRPr>
            </a:lvl5pPr>
            <a:lvl6pPr algn="l">
              <a:defRPr sz="1500" b="0">
                <a:solidFill>
                  <a:srgbClr val="354A5F"/>
                </a:solidFill>
                <a:latin typeface="DejaVu Sans"/>
                <a:ea typeface="DejaVu Sans"/>
                <a:cs typeface="DejaVu Sans"/>
              </a:defRPr>
            </a:lvl6pPr>
            <a:lvl7pPr algn="l">
              <a:defRPr sz="1500" b="0">
                <a:solidFill>
                  <a:srgbClr val="354A5F"/>
                </a:solidFill>
                <a:latin typeface="DejaVu Sans"/>
                <a:ea typeface="DejaVu Sans"/>
                <a:cs typeface="DejaVu Sans"/>
              </a:defRPr>
            </a:lvl7pPr>
            <a:lvl8pPr algn="l">
              <a:defRPr sz="1500" b="0">
                <a:solidFill>
                  <a:srgbClr val="354A5F"/>
                </a:solidFill>
                <a:latin typeface="DejaVu Sans"/>
                <a:ea typeface="DejaVu Sans"/>
                <a:cs typeface="DejaVu Sans"/>
              </a:defRPr>
            </a:lvl8pPr>
            <a:lvl9pPr algn="l">
              <a:defRPr sz="1500" b="0">
                <a:solidFill>
                  <a:srgbClr val="354A5F"/>
                </a:solidFill>
                <a:latin typeface="DejaVu Sans"/>
                <a:ea typeface="DejaVu Sans"/>
                <a:cs typeface="DejaVu Sans"/>
              </a:defRPr>
            </a:lvl9pPr>
          </a:lstStyle>
          <a:p xmlns:a="http://schemas.openxmlformats.org/drawingml/2006/main">
            <a:pPr algn="l">
              <a:defRPr sz="1500" b="0">
                <a:solidFill>
                  <a:srgbClr val="354A5F"/>
                </a:solidFill>
                <a:latin typeface="DejaVu Sans"/>
                <a:ea typeface="DejaVu Sans"/>
                <a:cs typeface="DejaVu Sans"/>
              </a:defRPr>
            </a:pPr>
            <a:r>
              <a:rPr sz="1500" b="0">
                <a:solidFill>
                  <a:srgbClr val="354A5F"/>
                </a:solidFill>
                <a:latin typeface="DejaVu Sans"/>
                <a:ea typeface="DejaVu Sans"/>
                <a:cs typeface="DejaVu Sans"/>
              </a:rPr>
              <a:t>Explain the intent and potential impact of each rule.</a:t>
            </a:r>
          </a:p>
        </p:txBody>
      </p:sp>
      <p:sp>
        <p:nvSpPr>
          <p:cNvPr id="22" name="panel-288">
            <a:extLst xmlns:a="http://schemas.openxmlformats.org/drawingml/2006/main">
              <a:ext uri="{FF2B5EF4-FFF2-40B4-BE49-F238E27FC236}">
                <a16:creationId xmlns:a16="http://schemas.microsoft.com/office/drawing/2014/main" id="{F99EB0A6-F1A0-4E9F-9F2C-0202A0FFA1B8}"/>
              </a:ext>
            </a:extLst>
          </p:cNvPr>
          <p:cNvSpPr>
            <a:spLocks xmlns:a="http://schemas.openxmlformats.org/drawingml/2006/main" noGrp="1"/>
          </p:cNvSpPr>
          <p:nvPr/>
        </p:nvSpPr>
        <p:spPr>
          <a:xfrm xmlns:a="http://schemas.openxmlformats.org/drawingml/2006/main">
            <a:off x="609600" y="3686175"/>
            <a:ext cx="3524250" cy="1781175"/>
          </a:xfrm>
          <a:prstGeom xmlns:a="http://schemas.openxmlformats.org/drawingml/2006/main" prst="roundRect">
            <a:avLst>
              <a:gd name="adj" fmla="val 7487"/>
            </a:avLst>
          </a:prstGeom>
          <a:solidFill xmlns:a="http://schemas.openxmlformats.org/drawingml/2006/main">
            <a:srgbClr val="F2F7FA"/>
          </a:solidFill>
          <a:ln xmlns:a="http://schemas.openxmlformats.org/drawingml/2006/main" w="9525">
            <a:solidFill>
              <a:srgbClr val="D9E5EC"/>
            </a:solidFill>
            <a:prstDash val="solid"/>
          </a:ln>
        </p:spPr>
      </p:sp>
      <p:sp>
        <p:nvSpPr>
          <p:cNvPr id="23" name="panel-289">
            <a:extLst xmlns:a="http://schemas.openxmlformats.org/drawingml/2006/main">
              <a:ext uri="{FF2B5EF4-FFF2-40B4-BE49-F238E27FC236}">
                <a16:creationId xmlns:a16="http://schemas.microsoft.com/office/drawing/2014/main" id="{DE7ECA0E-13AF-4547-8D90-90FB59BE2077}"/>
              </a:ext>
            </a:extLst>
          </p:cNvPr>
          <p:cNvSpPr>
            <a:spLocks xmlns:a="http://schemas.openxmlformats.org/drawingml/2006/main" noGrp="1"/>
          </p:cNvSpPr>
          <p:nvPr/>
        </p:nvSpPr>
        <p:spPr>
          <a:xfrm xmlns:a="http://schemas.openxmlformats.org/drawingml/2006/main">
            <a:off x="838200" y="3914775"/>
            <a:ext cx="495300" cy="495300"/>
          </a:xfrm>
          <a:prstGeom xmlns:a="http://schemas.openxmlformats.org/drawingml/2006/main" prst="roundRect">
            <a:avLst>
              <a:gd name="adj" fmla="val 50000"/>
            </a:avLst>
          </a:prstGeom>
          <a:solidFill xmlns:a="http://schemas.openxmlformats.org/drawingml/2006/main">
            <a:srgbClr val="247E91"/>
          </a:solidFill>
          <a:ln xmlns:a="http://schemas.openxmlformats.org/drawingml/2006/main" w="0">
            <a:noFill/>
            <a:prstDash val="solid"/>
          </a:ln>
        </p:spPr>
      </p:sp>
      <p:pic>
        <p:nvPicPr>
          <p:cNvPr id="24" name="">
            <a:extLst xmlns:a="http://schemas.openxmlformats.org/drawingml/2006/main">
              <a:ext uri="{FF2B5EF4-FFF2-40B4-BE49-F238E27FC236}">
                <a16:creationId xmlns:a16="http://schemas.microsoft.com/office/drawing/2014/main" id="{EEB50FAB-2098-4E39-9281-40A2C52116D4}"/>
              </a:ext>
            </a:extLst>
          </p:cNvPr>
          <p:cNvPicPr>
            <a:picLocks xmlns:a="http://schemas.openxmlformats.org/drawingml/2006/main" noChangeAspect="1"/>
          </p:cNvPicPr>
          <p:nvPr/>
        </p:nvPicPr>
        <p:blipFill>
          <a:blip xmlns:r="http://schemas.openxmlformats.org/officeDocument/2006/relationships" xmlns:a="http://schemas.openxmlformats.org/drawingml/2006/main" r:embed="Rfeb92cdc051b4d9a">
            <a:extLst>
              <a:ext uri="{96DAC541-7B7A-43D3-8B79-37D633B846F1}">
                <asvg:svgBlip xmlns:asvg="http://schemas.microsoft.com/office/drawing/2016/SVG/main" r:embed="R0037df57ef1d4da0"/>
              </a:ext>
            </a:extLst>
          </a:blip>
          <a:stretch xmlns:a="http://schemas.openxmlformats.org/drawingml/2006/main"/>
        </p:blipFill>
        <p:spPr>
          <a:xfrm xmlns:a="http://schemas.openxmlformats.org/drawingml/2006/main">
            <a:off x="957072" y="4033647"/>
            <a:ext cx="257556" cy="257556"/>
          </a:xfrm>
          <a:prstGeom xmlns:a="http://schemas.openxmlformats.org/drawingml/2006/main" prst="rect">
            <a:avLst/>
          </a:prstGeom>
        </p:spPr>
      </p:pic>
      <p:sp>
        <p:nvSpPr>
          <p:cNvPr id="25" name="text-290">
            <a:extLst xmlns:a="http://schemas.openxmlformats.org/drawingml/2006/main">
              <a:ext uri="{FF2B5EF4-FFF2-40B4-BE49-F238E27FC236}">
                <a16:creationId xmlns:a16="http://schemas.microsoft.com/office/drawing/2014/main" id="{10308CA6-9540-488C-A95A-A1F8A7CFE682}"/>
              </a:ext>
            </a:extLst>
          </p:cNvPr>
          <p:cNvSpPr>
            <a:spLocks xmlns:a="http://schemas.openxmlformats.org/drawingml/2006/main" noGrp="1"/>
          </p:cNvSpPr>
          <p:nvPr/>
        </p:nvSpPr>
        <p:spPr>
          <a:xfrm xmlns:a="http://schemas.openxmlformats.org/drawingml/2006/main">
            <a:off x="1485900" y="3924300"/>
            <a:ext cx="2419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62C45"/>
                </a:solidFill>
                <a:latin typeface="DejaVu Serif"/>
                <a:ea typeface="DejaVu Serif"/>
                <a:cs typeface="DejaVu Serif"/>
              </a:defRPr>
            </a:defPPr>
            <a:lvl1pPr algn="l">
              <a:defRPr sz="1725" b="1">
                <a:solidFill>
                  <a:srgbClr val="162C45"/>
                </a:solidFill>
                <a:latin typeface="DejaVu Serif"/>
                <a:ea typeface="DejaVu Serif"/>
                <a:cs typeface="DejaVu Serif"/>
              </a:defRPr>
            </a:lvl1pPr>
            <a:lvl2pPr algn="l">
              <a:defRPr sz="1725" b="1">
                <a:solidFill>
                  <a:srgbClr val="162C45"/>
                </a:solidFill>
                <a:latin typeface="DejaVu Serif"/>
                <a:ea typeface="DejaVu Serif"/>
                <a:cs typeface="DejaVu Serif"/>
              </a:defRPr>
            </a:lvl2pPr>
            <a:lvl3pPr algn="l">
              <a:defRPr sz="1725" b="1">
                <a:solidFill>
                  <a:srgbClr val="162C45"/>
                </a:solidFill>
                <a:latin typeface="DejaVu Serif"/>
                <a:ea typeface="DejaVu Serif"/>
                <a:cs typeface="DejaVu Serif"/>
              </a:defRPr>
            </a:lvl3pPr>
            <a:lvl4pPr algn="l">
              <a:defRPr sz="1725" b="1">
                <a:solidFill>
                  <a:srgbClr val="162C45"/>
                </a:solidFill>
                <a:latin typeface="DejaVu Serif"/>
                <a:ea typeface="DejaVu Serif"/>
                <a:cs typeface="DejaVu Serif"/>
              </a:defRPr>
            </a:lvl4pPr>
            <a:lvl5pPr algn="l">
              <a:defRPr sz="1725" b="1">
                <a:solidFill>
                  <a:srgbClr val="162C45"/>
                </a:solidFill>
                <a:latin typeface="DejaVu Serif"/>
                <a:ea typeface="DejaVu Serif"/>
                <a:cs typeface="DejaVu Serif"/>
              </a:defRPr>
            </a:lvl5pPr>
            <a:lvl6pPr algn="l">
              <a:defRPr sz="1725" b="1">
                <a:solidFill>
                  <a:srgbClr val="162C45"/>
                </a:solidFill>
                <a:latin typeface="DejaVu Serif"/>
                <a:ea typeface="DejaVu Serif"/>
                <a:cs typeface="DejaVu Serif"/>
              </a:defRPr>
            </a:lvl6pPr>
            <a:lvl7pPr algn="l">
              <a:defRPr sz="1725" b="1">
                <a:solidFill>
                  <a:srgbClr val="162C45"/>
                </a:solidFill>
                <a:latin typeface="DejaVu Serif"/>
                <a:ea typeface="DejaVu Serif"/>
                <a:cs typeface="DejaVu Serif"/>
              </a:defRPr>
            </a:lvl7pPr>
            <a:lvl8pPr algn="l">
              <a:defRPr sz="1725" b="1">
                <a:solidFill>
                  <a:srgbClr val="162C45"/>
                </a:solidFill>
                <a:latin typeface="DejaVu Serif"/>
                <a:ea typeface="DejaVu Serif"/>
                <a:cs typeface="DejaVu Serif"/>
              </a:defRPr>
            </a:lvl8pPr>
            <a:lvl9pPr algn="l">
              <a:defRPr sz="1725" b="1">
                <a:solidFill>
                  <a:srgbClr val="162C45"/>
                </a:solidFill>
                <a:latin typeface="DejaVu Serif"/>
                <a:ea typeface="DejaVu Serif"/>
                <a:cs typeface="DejaVu Serif"/>
              </a:defRPr>
            </a:lvl9pPr>
          </a:lstStyle>
          <a:p xmlns:a="http://schemas.openxmlformats.org/drawingml/2006/main">
            <a:pPr algn="l">
              <a:defRPr sz="1725" b="1">
                <a:solidFill>
                  <a:srgbClr val="162C45"/>
                </a:solidFill>
                <a:latin typeface="DejaVu Serif"/>
                <a:ea typeface="DejaVu Serif"/>
                <a:cs typeface="DejaVu Serif"/>
              </a:defRPr>
            </a:pPr>
            <a:r>
              <a:rPr sz="1725" b="1">
                <a:solidFill>
                  <a:srgbClr val="162C45"/>
                </a:solidFill>
                <a:latin typeface="DejaVu Serif"/>
                <a:ea typeface="DejaVu Serif"/>
                <a:cs typeface="DejaVu Serif"/>
              </a:rPr>
              <a:t>Consistent FK Checks</a:t>
            </a:r>
          </a:p>
        </p:txBody>
      </p:sp>
      <p:sp>
        <p:nvSpPr>
          <p:cNvPr id="26" name="text-291">
            <a:extLst xmlns:a="http://schemas.openxmlformats.org/drawingml/2006/main">
              <a:ext uri="{FF2B5EF4-FFF2-40B4-BE49-F238E27FC236}">
                <a16:creationId xmlns:a16="http://schemas.microsoft.com/office/drawing/2014/main" id="{76036E5E-50E5-4015-80C0-5676C4DEA3E2}"/>
              </a:ext>
            </a:extLst>
          </p:cNvPr>
          <p:cNvSpPr>
            <a:spLocks xmlns:a="http://schemas.openxmlformats.org/drawingml/2006/main" noGrp="1"/>
          </p:cNvSpPr>
          <p:nvPr/>
        </p:nvSpPr>
        <p:spPr>
          <a:xfrm xmlns:a="http://schemas.openxmlformats.org/drawingml/2006/main">
            <a:off x="838200" y="4676775"/>
            <a:ext cx="30670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354A5F"/>
                </a:solidFill>
                <a:latin typeface="DejaVu Sans"/>
                <a:ea typeface="DejaVu Sans"/>
                <a:cs typeface="DejaVu Sans"/>
              </a:defRPr>
            </a:defPPr>
            <a:lvl1pPr algn="l">
              <a:defRPr sz="1500" b="0">
                <a:solidFill>
                  <a:srgbClr val="354A5F"/>
                </a:solidFill>
                <a:latin typeface="DejaVu Sans"/>
                <a:ea typeface="DejaVu Sans"/>
                <a:cs typeface="DejaVu Sans"/>
              </a:defRPr>
            </a:lvl1pPr>
            <a:lvl2pPr algn="l">
              <a:defRPr sz="1500" b="0">
                <a:solidFill>
                  <a:srgbClr val="354A5F"/>
                </a:solidFill>
                <a:latin typeface="DejaVu Sans"/>
                <a:ea typeface="DejaVu Sans"/>
                <a:cs typeface="DejaVu Sans"/>
              </a:defRPr>
            </a:lvl2pPr>
            <a:lvl3pPr algn="l">
              <a:defRPr sz="1500" b="0">
                <a:solidFill>
                  <a:srgbClr val="354A5F"/>
                </a:solidFill>
                <a:latin typeface="DejaVu Sans"/>
                <a:ea typeface="DejaVu Sans"/>
                <a:cs typeface="DejaVu Sans"/>
              </a:defRPr>
            </a:lvl3pPr>
            <a:lvl4pPr algn="l">
              <a:defRPr sz="1500" b="0">
                <a:solidFill>
                  <a:srgbClr val="354A5F"/>
                </a:solidFill>
                <a:latin typeface="DejaVu Sans"/>
                <a:ea typeface="DejaVu Sans"/>
                <a:cs typeface="DejaVu Sans"/>
              </a:defRPr>
            </a:lvl4pPr>
            <a:lvl5pPr algn="l">
              <a:defRPr sz="1500" b="0">
                <a:solidFill>
                  <a:srgbClr val="354A5F"/>
                </a:solidFill>
                <a:latin typeface="DejaVu Sans"/>
                <a:ea typeface="DejaVu Sans"/>
                <a:cs typeface="DejaVu Sans"/>
              </a:defRPr>
            </a:lvl5pPr>
            <a:lvl6pPr algn="l">
              <a:defRPr sz="1500" b="0">
                <a:solidFill>
                  <a:srgbClr val="354A5F"/>
                </a:solidFill>
                <a:latin typeface="DejaVu Sans"/>
                <a:ea typeface="DejaVu Sans"/>
                <a:cs typeface="DejaVu Sans"/>
              </a:defRPr>
            </a:lvl6pPr>
            <a:lvl7pPr algn="l">
              <a:defRPr sz="1500" b="0">
                <a:solidFill>
                  <a:srgbClr val="354A5F"/>
                </a:solidFill>
                <a:latin typeface="DejaVu Sans"/>
                <a:ea typeface="DejaVu Sans"/>
                <a:cs typeface="DejaVu Sans"/>
              </a:defRPr>
            </a:lvl7pPr>
            <a:lvl8pPr algn="l">
              <a:defRPr sz="1500" b="0">
                <a:solidFill>
                  <a:srgbClr val="354A5F"/>
                </a:solidFill>
                <a:latin typeface="DejaVu Sans"/>
                <a:ea typeface="DejaVu Sans"/>
                <a:cs typeface="DejaVu Sans"/>
              </a:defRPr>
            </a:lvl8pPr>
            <a:lvl9pPr algn="l">
              <a:defRPr sz="1500" b="0">
                <a:solidFill>
                  <a:srgbClr val="354A5F"/>
                </a:solidFill>
                <a:latin typeface="DejaVu Sans"/>
                <a:ea typeface="DejaVu Sans"/>
                <a:cs typeface="DejaVu Sans"/>
              </a:defRPr>
            </a:lvl9pPr>
          </a:lstStyle>
          <a:p xmlns:a="http://schemas.openxmlformats.org/drawingml/2006/main">
            <a:pPr algn="l">
              <a:defRPr sz="1500" b="0">
                <a:solidFill>
                  <a:srgbClr val="354A5F"/>
                </a:solidFill>
                <a:latin typeface="DejaVu Sans"/>
                <a:ea typeface="DejaVu Sans"/>
                <a:cs typeface="DejaVu Sans"/>
              </a:defRPr>
            </a:pPr>
            <a:r>
              <a:rPr sz="1500" b="0">
                <a:solidFill>
                  <a:srgbClr val="354A5F"/>
                </a:solidFill>
                <a:latin typeface="DejaVu Sans"/>
                <a:ea typeface="DejaVu Sans"/>
                <a:cs typeface="DejaVu Sans"/>
              </a:rPr>
              <a:t>Cover every declared single-column foreign key.</a:t>
            </a:r>
          </a:p>
        </p:txBody>
      </p:sp>
      <p:sp>
        <p:nvSpPr>
          <p:cNvPr id="27" name="panel-292">
            <a:extLst xmlns:a="http://schemas.openxmlformats.org/drawingml/2006/main">
              <a:ext uri="{FF2B5EF4-FFF2-40B4-BE49-F238E27FC236}">
                <a16:creationId xmlns:a16="http://schemas.microsoft.com/office/drawing/2014/main" id="{9C48A165-33A7-4191-B22E-58D4BF92CBCF}"/>
              </a:ext>
            </a:extLst>
          </p:cNvPr>
          <p:cNvSpPr>
            <a:spLocks xmlns:a="http://schemas.openxmlformats.org/drawingml/2006/main" noGrp="1"/>
          </p:cNvSpPr>
          <p:nvPr/>
        </p:nvSpPr>
        <p:spPr>
          <a:xfrm xmlns:a="http://schemas.openxmlformats.org/drawingml/2006/main">
            <a:off x="4333875" y="3686175"/>
            <a:ext cx="3524250" cy="1781175"/>
          </a:xfrm>
          <a:prstGeom xmlns:a="http://schemas.openxmlformats.org/drawingml/2006/main" prst="roundRect">
            <a:avLst>
              <a:gd name="adj" fmla="val 7487"/>
            </a:avLst>
          </a:prstGeom>
          <a:solidFill xmlns:a="http://schemas.openxmlformats.org/drawingml/2006/main">
            <a:srgbClr val="F2F7FA"/>
          </a:solidFill>
          <a:ln xmlns:a="http://schemas.openxmlformats.org/drawingml/2006/main" w="9525">
            <a:solidFill>
              <a:srgbClr val="D9E5EC"/>
            </a:solidFill>
            <a:prstDash val="solid"/>
          </a:ln>
        </p:spPr>
      </p:sp>
      <p:sp>
        <p:nvSpPr>
          <p:cNvPr id="28" name="panel-293">
            <a:extLst xmlns:a="http://schemas.openxmlformats.org/drawingml/2006/main">
              <a:ext uri="{FF2B5EF4-FFF2-40B4-BE49-F238E27FC236}">
                <a16:creationId xmlns:a16="http://schemas.microsoft.com/office/drawing/2014/main" id="{398ED58A-B955-49B0-8432-7F235979CA4F}"/>
              </a:ext>
            </a:extLst>
          </p:cNvPr>
          <p:cNvSpPr>
            <a:spLocks xmlns:a="http://schemas.openxmlformats.org/drawingml/2006/main" noGrp="1"/>
          </p:cNvSpPr>
          <p:nvPr/>
        </p:nvSpPr>
        <p:spPr>
          <a:xfrm xmlns:a="http://schemas.openxmlformats.org/drawingml/2006/main">
            <a:off x="4562475" y="3914775"/>
            <a:ext cx="495300" cy="495300"/>
          </a:xfrm>
          <a:prstGeom xmlns:a="http://schemas.openxmlformats.org/drawingml/2006/main" prst="roundRect">
            <a:avLst>
              <a:gd name="adj" fmla="val 50000"/>
            </a:avLst>
          </a:prstGeom>
          <a:solidFill xmlns:a="http://schemas.openxmlformats.org/drawingml/2006/main">
            <a:srgbClr val="247E91"/>
          </a:solidFill>
          <a:ln xmlns:a="http://schemas.openxmlformats.org/drawingml/2006/main" w="0">
            <a:noFill/>
            <a:prstDash val="solid"/>
          </a:ln>
        </p:spPr>
      </p:sp>
      <p:pic>
        <p:nvPicPr>
          <p:cNvPr id="29" name="">
            <a:extLst xmlns:a="http://schemas.openxmlformats.org/drawingml/2006/main">
              <a:ext uri="{FF2B5EF4-FFF2-40B4-BE49-F238E27FC236}">
                <a16:creationId xmlns:a16="http://schemas.microsoft.com/office/drawing/2014/main" id="{DB6C6942-0234-4A3A-9378-86839F61DFBE}"/>
              </a:ext>
            </a:extLst>
          </p:cNvPr>
          <p:cNvPicPr>
            <a:picLocks xmlns:a="http://schemas.openxmlformats.org/drawingml/2006/main" noChangeAspect="1"/>
          </p:cNvPicPr>
          <p:nvPr/>
        </p:nvPicPr>
        <p:blipFill>
          <a:blip xmlns:r="http://schemas.openxmlformats.org/officeDocument/2006/relationships" xmlns:a="http://schemas.openxmlformats.org/drawingml/2006/main" r:embed="R19c8a6026c9345e3">
            <a:extLst>
              <a:ext uri="{96DAC541-7B7A-43D3-8B79-37D633B846F1}">
                <asvg:svgBlip xmlns:asvg="http://schemas.microsoft.com/office/drawing/2016/SVG/main" r:embed="R4c4339eea0e84f7d"/>
              </a:ext>
            </a:extLst>
          </a:blip>
          <a:stretch xmlns:a="http://schemas.openxmlformats.org/drawingml/2006/main"/>
        </p:blipFill>
        <p:spPr>
          <a:xfrm xmlns:a="http://schemas.openxmlformats.org/drawingml/2006/main">
            <a:off x="4681347" y="4033647"/>
            <a:ext cx="257556" cy="257556"/>
          </a:xfrm>
          <a:prstGeom xmlns:a="http://schemas.openxmlformats.org/drawingml/2006/main" prst="rect">
            <a:avLst/>
          </a:prstGeom>
        </p:spPr>
      </p:pic>
      <p:sp>
        <p:nvSpPr>
          <p:cNvPr id="30" name="text-294">
            <a:extLst xmlns:a="http://schemas.openxmlformats.org/drawingml/2006/main">
              <a:ext uri="{FF2B5EF4-FFF2-40B4-BE49-F238E27FC236}">
                <a16:creationId xmlns:a16="http://schemas.microsoft.com/office/drawing/2014/main" id="{218614AF-D1BE-41CB-BF49-245796F565C4}"/>
              </a:ext>
            </a:extLst>
          </p:cNvPr>
          <p:cNvSpPr>
            <a:spLocks xmlns:a="http://schemas.openxmlformats.org/drawingml/2006/main" noGrp="1"/>
          </p:cNvSpPr>
          <p:nvPr/>
        </p:nvSpPr>
        <p:spPr>
          <a:xfrm xmlns:a="http://schemas.openxmlformats.org/drawingml/2006/main">
            <a:off x="5210175" y="3924300"/>
            <a:ext cx="2419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62C45"/>
                </a:solidFill>
                <a:latin typeface="DejaVu Serif"/>
                <a:ea typeface="DejaVu Serif"/>
                <a:cs typeface="DejaVu Serif"/>
              </a:defRPr>
            </a:defPPr>
            <a:lvl1pPr algn="l">
              <a:defRPr sz="1725" b="1">
                <a:solidFill>
                  <a:srgbClr val="162C45"/>
                </a:solidFill>
                <a:latin typeface="DejaVu Serif"/>
                <a:ea typeface="DejaVu Serif"/>
                <a:cs typeface="DejaVu Serif"/>
              </a:defRPr>
            </a:lvl1pPr>
            <a:lvl2pPr algn="l">
              <a:defRPr sz="1725" b="1">
                <a:solidFill>
                  <a:srgbClr val="162C45"/>
                </a:solidFill>
                <a:latin typeface="DejaVu Serif"/>
                <a:ea typeface="DejaVu Serif"/>
                <a:cs typeface="DejaVu Serif"/>
              </a:defRPr>
            </a:lvl2pPr>
            <a:lvl3pPr algn="l">
              <a:defRPr sz="1725" b="1">
                <a:solidFill>
                  <a:srgbClr val="162C45"/>
                </a:solidFill>
                <a:latin typeface="DejaVu Serif"/>
                <a:ea typeface="DejaVu Serif"/>
                <a:cs typeface="DejaVu Serif"/>
              </a:defRPr>
            </a:lvl3pPr>
            <a:lvl4pPr algn="l">
              <a:defRPr sz="1725" b="1">
                <a:solidFill>
                  <a:srgbClr val="162C45"/>
                </a:solidFill>
                <a:latin typeface="DejaVu Serif"/>
                <a:ea typeface="DejaVu Serif"/>
                <a:cs typeface="DejaVu Serif"/>
              </a:defRPr>
            </a:lvl4pPr>
            <a:lvl5pPr algn="l">
              <a:defRPr sz="1725" b="1">
                <a:solidFill>
                  <a:srgbClr val="162C45"/>
                </a:solidFill>
                <a:latin typeface="DejaVu Serif"/>
                <a:ea typeface="DejaVu Serif"/>
                <a:cs typeface="DejaVu Serif"/>
              </a:defRPr>
            </a:lvl5pPr>
            <a:lvl6pPr algn="l">
              <a:defRPr sz="1725" b="1">
                <a:solidFill>
                  <a:srgbClr val="162C45"/>
                </a:solidFill>
                <a:latin typeface="DejaVu Serif"/>
                <a:ea typeface="DejaVu Serif"/>
                <a:cs typeface="DejaVu Serif"/>
              </a:defRPr>
            </a:lvl6pPr>
            <a:lvl7pPr algn="l">
              <a:defRPr sz="1725" b="1">
                <a:solidFill>
                  <a:srgbClr val="162C45"/>
                </a:solidFill>
                <a:latin typeface="DejaVu Serif"/>
                <a:ea typeface="DejaVu Serif"/>
                <a:cs typeface="DejaVu Serif"/>
              </a:defRPr>
            </a:lvl7pPr>
            <a:lvl8pPr algn="l">
              <a:defRPr sz="1725" b="1">
                <a:solidFill>
                  <a:srgbClr val="162C45"/>
                </a:solidFill>
                <a:latin typeface="DejaVu Serif"/>
                <a:ea typeface="DejaVu Serif"/>
                <a:cs typeface="DejaVu Serif"/>
              </a:defRPr>
            </a:lvl8pPr>
            <a:lvl9pPr algn="l">
              <a:defRPr sz="1725" b="1">
                <a:solidFill>
                  <a:srgbClr val="162C45"/>
                </a:solidFill>
                <a:latin typeface="DejaVu Serif"/>
                <a:ea typeface="DejaVu Serif"/>
                <a:cs typeface="DejaVu Serif"/>
              </a:defRPr>
            </a:lvl9pPr>
          </a:lstStyle>
          <a:p xmlns:a="http://schemas.openxmlformats.org/drawingml/2006/main">
            <a:pPr algn="l">
              <a:defRPr sz="1725" b="1">
                <a:solidFill>
                  <a:srgbClr val="162C45"/>
                </a:solidFill>
                <a:latin typeface="DejaVu Serif"/>
                <a:ea typeface="DejaVu Serif"/>
                <a:cs typeface="DejaVu Serif"/>
              </a:defRPr>
            </a:pPr>
            <a:r>
              <a:rPr sz="1725" b="1">
                <a:solidFill>
                  <a:srgbClr val="162C45"/>
                </a:solidFill>
                <a:latin typeface="DejaVu Serif"/>
                <a:ea typeface="DejaVu Serif"/>
                <a:cs typeface="DejaVu Serif"/>
              </a:rPr>
              <a:t>Transparent Review</a:t>
            </a:r>
          </a:p>
        </p:txBody>
      </p:sp>
      <p:sp>
        <p:nvSpPr>
          <p:cNvPr id="31" name="text-295">
            <a:extLst xmlns:a="http://schemas.openxmlformats.org/drawingml/2006/main">
              <a:ext uri="{FF2B5EF4-FFF2-40B4-BE49-F238E27FC236}">
                <a16:creationId xmlns:a16="http://schemas.microsoft.com/office/drawing/2014/main" id="{E52D8DB7-DF19-4BE6-9EBA-FF6A39345B9E}"/>
              </a:ext>
            </a:extLst>
          </p:cNvPr>
          <p:cNvSpPr>
            <a:spLocks xmlns:a="http://schemas.openxmlformats.org/drawingml/2006/main" noGrp="1"/>
          </p:cNvSpPr>
          <p:nvPr/>
        </p:nvSpPr>
        <p:spPr>
          <a:xfrm xmlns:a="http://schemas.openxmlformats.org/drawingml/2006/main">
            <a:off x="4562475" y="4676775"/>
            <a:ext cx="30670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354A5F"/>
                </a:solidFill>
                <a:latin typeface="DejaVu Sans"/>
                <a:ea typeface="DejaVu Sans"/>
                <a:cs typeface="DejaVu Sans"/>
              </a:defRPr>
            </a:defPPr>
            <a:lvl1pPr algn="l">
              <a:defRPr sz="1500" b="0">
                <a:solidFill>
                  <a:srgbClr val="354A5F"/>
                </a:solidFill>
                <a:latin typeface="DejaVu Sans"/>
                <a:ea typeface="DejaVu Sans"/>
                <a:cs typeface="DejaVu Sans"/>
              </a:defRPr>
            </a:lvl1pPr>
            <a:lvl2pPr algn="l">
              <a:defRPr sz="1500" b="0">
                <a:solidFill>
                  <a:srgbClr val="354A5F"/>
                </a:solidFill>
                <a:latin typeface="DejaVu Sans"/>
                <a:ea typeface="DejaVu Sans"/>
                <a:cs typeface="DejaVu Sans"/>
              </a:defRPr>
            </a:lvl2pPr>
            <a:lvl3pPr algn="l">
              <a:defRPr sz="1500" b="0">
                <a:solidFill>
                  <a:srgbClr val="354A5F"/>
                </a:solidFill>
                <a:latin typeface="DejaVu Sans"/>
                <a:ea typeface="DejaVu Sans"/>
                <a:cs typeface="DejaVu Sans"/>
              </a:defRPr>
            </a:lvl3pPr>
            <a:lvl4pPr algn="l">
              <a:defRPr sz="1500" b="0">
                <a:solidFill>
                  <a:srgbClr val="354A5F"/>
                </a:solidFill>
                <a:latin typeface="DejaVu Sans"/>
                <a:ea typeface="DejaVu Sans"/>
                <a:cs typeface="DejaVu Sans"/>
              </a:defRPr>
            </a:lvl4pPr>
            <a:lvl5pPr algn="l">
              <a:defRPr sz="1500" b="0">
                <a:solidFill>
                  <a:srgbClr val="354A5F"/>
                </a:solidFill>
                <a:latin typeface="DejaVu Sans"/>
                <a:ea typeface="DejaVu Sans"/>
                <a:cs typeface="DejaVu Sans"/>
              </a:defRPr>
            </a:lvl5pPr>
            <a:lvl6pPr algn="l">
              <a:defRPr sz="1500" b="0">
                <a:solidFill>
                  <a:srgbClr val="354A5F"/>
                </a:solidFill>
                <a:latin typeface="DejaVu Sans"/>
                <a:ea typeface="DejaVu Sans"/>
                <a:cs typeface="DejaVu Sans"/>
              </a:defRPr>
            </a:lvl6pPr>
            <a:lvl7pPr algn="l">
              <a:defRPr sz="1500" b="0">
                <a:solidFill>
                  <a:srgbClr val="354A5F"/>
                </a:solidFill>
                <a:latin typeface="DejaVu Sans"/>
                <a:ea typeface="DejaVu Sans"/>
                <a:cs typeface="DejaVu Sans"/>
              </a:defRPr>
            </a:lvl7pPr>
            <a:lvl8pPr algn="l">
              <a:defRPr sz="1500" b="0">
                <a:solidFill>
                  <a:srgbClr val="354A5F"/>
                </a:solidFill>
                <a:latin typeface="DejaVu Sans"/>
                <a:ea typeface="DejaVu Sans"/>
                <a:cs typeface="DejaVu Sans"/>
              </a:defRPr>
            </a:lvl8pPr>
            <a:lvl9pPr algn="l">
              <a:defRPr sz="1500" b="0">
                <a:solidFill>
                  <a:srgbClr val="354A5F"/>
                </a:solidFill>
                <a:latin typeface="DejaVu Sans"/>
                <a:ea typeface="DejaVu Sans"/>
                <a:cs typeface="DejaVu Sans"/>
              </a:defRPr>
            </a:lvl9pPr>
          </a:lstStyle>
          <a:p xmlns:a="http://schemas.openxmlformats.org/drawingml/2006/main">
            <a:pPr algn="l">
              <a:defRPr sz="1500" b="0">
                <a:solidFill>
                  <a:srgbClr val="354A5F"/>
                </a:solidFill>
                <a:latin typeface="DejaVu Sans"/>
                <a:ea typeface="DejaVu Sans"/>
                <a:cs typeface="DejaVu Sans"/>
              </a:defRPr>
            </a:pPr>
            <a:r>
              <a:rPr sz="1500" b="0">
                <a:solidFill>
                  <a:srgbClr val="354A5F"/>
                </a:solidFill>
                <a:latin typeface="DejaVu Sans"/>
                <a:ea typeface="DejaVu Sans"/>
                <a:cs typeface="DejaVu Sans"/>
              </a:rPr>
              <a:t>Keep original SQL visible alongside local edits.</a:t>
            </a:r>
          </a:p>
        </p:txBody>
      </p:sp>
      <p:sp>
        <p:nvSpPr>
          <p:cNvPr id="32" name="panel-296">
            <a:extLst xmlns:a="http://schemas.openxmlformats.org/drawingml/2006/main">
              <a:ext uri="{FF2B5EF4-FFF2-40B4-BE49-F238E27FC236}">
                <a16:creationId xmlns:a16="http://schemas.microsoft.com/office/drawing/2014/main" id="{944DF38A-1012-4140-84D3-8A1EE8B60A51}"/>
              </a:ext>
            </a:extLst>
          </p:cNvPr>
          <p:cNvSpPr>
            <a:spLocks xmlns:a="http://schemas.openxmlformats.org/drawingml/2006/main" noGrp="1"/>
          </p:cNvSpPr>
          <p:nvPr/>
        </p:nvSpPr>
        <p:spPr>
          <a:xfrm xmlns:a="http://schemas.openxmlformats.org/drawingml/2006/main">
            <a:off x="8058150" y="3686175"/>
            <a:ext cx="3524250" cy="1781175"/>
          </a:xfrm>
          <a:prstGeom xmlns:a="http://schemas.openxmlformats.org/drawingml/2006/main" prst="roundRect">
            <a:avLst>
              <a:gd name="adj" fmla="val 7487"/>
            </a:avLst>
          </a:prstGeom>
          <a:solidFill xmlns:a="http://schemas.openxmlformats.org/drawingml/2006/main">
            <a:srgbClr val="F2F7FA"/>
          </a:solidFill>
          <a:ln xmlns:a="http://schemas.openxmlformats.org/drawingml/2006/main" w="9525">
            <a:solidFill>
              <a:srgbClr val="D9E5EC"/>
            </a:solidFill>
            <a:prstDash val="solid"/>
          </a:ln>
        </p:spPr>
      </p:sp>
      <p:sp>
        <p:nvSpPr>
          <p:cNvPr id="33" name="panel-297">
            <a:extLst xmlns:a="http://schemas.openxmlformats.org/drawingml/2006/main">
              <a:ext uri="{FF2B5EF4-FFF2-40B4-BE49-F238E27FC236}">
                <a16:creationId xmlns:a16="http://schemas.microsoft.com/office/drawing/2014/main" id="{C8EB874F-B745-4D19-9EC8-783F136BA5AB}"/>
              </a:ext>
            </a:extLst>
          </p:cNvPr>
          <p:cNvSpPr>
            <a:spLocks xmlns:a="http://schemas.openxmlformats.org/drawingml/2006/main" noGrp="1"/>
          </p:cNvSpPr>
          <p:nvPr/>
        </p:nvSpPr>
        <p:spPr>
          <a:xfrm xmlns:a="http://schemas.openxmlformats.org/drawingml/2006/main">
            <a:off x="8286750" y="3914775"/>
            <a:ext cx="495300" cy="495300"/>
          </a:xfrm>
          <a:prstGeom xmlns:a="http://schemas.openxmlformats.org/drawingml/2006/main" prst="roundRect">
            <a:avLst>
              <a:gd name="adj" fmla="val 50000"/>
            </a:avLst>
          </a:prstGeom>
          <a:solidFill xmlns:a="http://schemas.openxmlformats.org/drawingml/2006/main">
            <a:srgbClr val="247E91"/>
          </a:solidFill>
          <a:ln xmlns:a="http://schemas.openxmlformats.org/drawingml/2006/main" w="0">
            <a:noFill/>
            <a:prstDash val="solid"/>
          </a:ln>
        </p:spPr>
      </p:sp>
      <p:pic>
        <p:nvPicPr>
          <p:cNvPr id="34" name="">
            <a:extLst xmlns:a="http://schemas.openxmlformats.org/drawingml/2006/main">
              <a:ext uri="{FF2B5EF4-FFF2-40B4-BE49-F238E27FC236}">
                <a16:creationId xmlns:a16="http://schemas.microsoft.com/office/drawing/2014/main" id="{5F547E1D-CEBD-4DBD-92F3-52E9478C1B7E}"/>
              </a:ext>
            </a:extLst>
          </p:cNvPr>
          <p:cNvPicPr>
            <a:picLocks xmlns:a="http://schemas.openxmlformats.org/drawingml/2006/main" noChangeAspect="1"/>
          </p:cNvPicPr>
          <p:nvPr/>
        </p:nvPicPr>
        <p:blipFill>
          <a:blip xmlns:r="http://schemas.openxmlformats.org/officeDocument/2006/relationships" xmlns:a="http://schemas.openxmlformats.org/drawingml/2006/main" r:embed="R153dd10f6acc46e6">
            <a:extLst>
              <a:ext uri="{96DAC541-7B7A-43D3-8B79-37D633B846F1}">
                <asvg:svgBlip xmlns:asvg="http://schemas.microsoft.com/office/drawing/2016/SVG/main" r:embed="R484cc71bcbae4eda"/>
              </a:ext>
            </a:extLst>
          </a:blip>
          <a:stretch xmlns:a="http://schemas.openxmlformats.org/drawingml/2006/main"/>
        </p:blipFill>
        <p:spPr>
          <a:xfrm xmlns:a="http://schemas.openxmlformats.org/drawingml/2006/main">
            <a:off x="8405622" y="4033647"/>
            <a:ext cx="257556" cy="257556"/>
          </a:xfrm>
          <a:prstGeom xmlns:a="http://schemas.openxmlformats.org/drawingml/2006/main" prst="rect">
            <a:avLst/>
          </a:prstGeom>
        </p:spPr>
      </p:pic>
      <p:sp>
        <p:nvSpPr>
          <p:cNvPr id="35" name="text-298">
            <a:extLst xmlns:a="http://schemas.openxmlformats.org/drawingml/2006/main">
              <a:ext uri="{FF2B5EF4-FFF2-40B4-BE49-F238E27FC236}">
                <a16:creationId xmlns:a16="http://schemas.microsoft.com/office/drawing/2014/main" id="{EC2D2A65-DE7F-49C9-A150-B079BAB2E9F3}"/>
              </a:ext>
            </a:extLst>
          </p:cNvPr>
          <p:cNvSpPr>
            <a:spLocks xmlns:a="http://schemas.openxmlformats.org/drawingml/2006/main" noGrp="1"/>
          </p:cNvSpPr>
          <p:nvPr/>
        </p:nvSpPr>
        <p:spPr>
          <a:xfrm xmlns:a="http://schemas.openxmlformats.org/drawingml/2006/main">
            <a:off x="8934450" y="3924300"/>
            <a:ext cx="2419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62C45"/>
                </a:solidFill>
                <a:latin typeface="DejaVu Serif"/>
                <a:ea typeface="DejaVu Serif"/>
                <a:cs typeface="DejaVu Serif"/>
              </a:defRPr>
            </a:defPPr>
            <a:lvl1pPr algn="l">
              <a:defRPr sz="1725" b="1">
                <a:solidFill>
                  <a:srgbClr val="162C45"/>
                </a:solidFill>
                <a:latin typeface="DejaVu Serif"/>
                <a:ea typeface="DejaVu Serif"/>
                <a:cs typeface="DejaVu Serif"/>
              </a:defRPr>
            </a:lvl1pPr>
            <a:lvl2pPr algn="l">
              <a:defRPr sz="1725" b="1">
                <a:solidFill>
                  <a:srgbClr val="162C45"/>
                </a:solidFill>
                <a:latin typeface="DejaVu Serif"/>
                <a:ea typeface="DejaVu Serif"/>
                <a:cs typeface="DejaVu Serif"/>
              </a:defRPr>
            </a:lvl2pPr>
            <a:lvl3pPr algn="l">
              <a:defRPr sz="1725" b="1">
                <a:solidFill>
                  <a:srgbClr val="162C45"/>
                </a:solidFill>
                <a:latin typeface="DejaVu Serif"/>
                <a:ea typeface="DejaVu Serif"/>
                <a:cs typeface="DejaVu Serif"/>
              </a:defRPr>
            </a:lvl3pPr>
            <a:lvl4pPr algn="l">
              <a:defRPr sz="1725" b="1">
                <a:solidFill>
                  <a:srgbClr val="162C45"/>
                </a:solidFill>
                <a:latin typeface="DejaVu Serif"/>
                <a:ea typeface="DejaVu Serif"/>
                <a:cs typeface="DejaVu Serif"/>
              </a:defRPr>
            </a:lvl4pPr>
            <a:lvl5pPr algn="l">
              <a:defRPr sz="1725" b="1">
                <a:solidFill>
                  <a:srgbClr val="162C45"/>
                </a:solidFill>
                <a:latin typeface="DejaVu Serif"/>
                <a:ea typeface="DejaVu Serif"/>
                <a:cs typeface="DejaVu Serif"/>
              </a:defRPr>
            </a:lvl5pPr>
            <a:lvl6pPr algn="l">
              <a:defRPr sz="1725" b="1">
                <a:solidFill>
                  <a:srgbClr val="162C45"/>
                </a:solidFill>
                <a:latin typeface="DejaVu Serif"/>
                <a:ea typeface="DejaVu Serif"/>
                <a:cs typeface="DejaVu Serif"/>
              </a:defRPr>
            </a:lvl6pPr>
            <a:lvl7pPr algn="l">
              <a:defRPr sz="1725" b="1">
                <a:solidFill>
                  <a:srgbClr val="162C45"/>
                </a:solidFill>
                <a:latin typeface="DejaVu Serif"/>
                <a:ea typeface="DejaVu Serif"/>
                <a:cs typeface="DejaVu Serif"/>
              </a:defRPr>
            </a:lvl7pPr>
            <a:lvl8pPr algn="l">
              <a:defRPr sz="1725" b="1">
                <a:solidFill>
                  <a:srgbClr val="162C45"/>
                </a:solidFill>
                <a:latin typeface="DejaVu Serif"/>
                <a:ea typeface="DejaVu Serif"/>
                <a:cs typeface="DejaVu Serif"/>
              </a:defRPr>
            </a:lvl8pPr>
            <a:lvl9pPr algn="l">
              <a:defRPr sz="1725" b="1">
                <a:solidFill>
                  <a:srgbClr val="162C45"/>
                </a:solidFill>
                <a:latin typeface="DejaVu Serif"/>
                <a:ea typeface="DejaVu Serif"/>
                <a:cs typeface="DejaVu Serif"/>
              </a:defRPr>
            </a:lvl9pPr>
          </a:lstStyle>
          <a:p xmlns:a="http://schemas.openxmlformats.org/drawingml/2006/main">
            <a:pPr algn="l">
              <a:defRPr sz="1725" b="1">
                <a:solidFill>
                  <a:srgbClr val="162C45"/>
                </a:solidFill>
                <a:latin typeface="DejaVu Serif"/>
                <a:ea typeface="DejaVu Serif"/>
                <a:cs typeface="DejaVu Serif"/>
              </a:defRPr>
            </a:pPr>
            <a:r>
              <a:rPr sz="1725" b="1">
                <a:solidFill>
                  <a:srgbClr val="162C45"/>
                </a:solidFill>
                <a:latin typeface="DejaVu Serif"/>
                <a:ea typeface="DejaVu Serif"/>
                <a:cs typeface="DejaVu Serif"/>
              </a:rPr>
              <a:t>Reusable Rule Sets</a:t>
            </a:r>
          </a:p>
        </p:txBody>
      </p:sp>
      <p:sp>
        <p:nvSpPr>
          <p:cNvPr id="36" name="text-299">
            <a:extLst xmlns:a="http://schemas.openxmlformats.org/drawingml/2006/main">
              <a:ext uri="{FF2B5EF4-FFF2-40B4-BE49-F238E27FC236}">
                <a16:creationId xmlns:a16="http://schemas.microsoft.com/office/drawing/2014/main" id="{E6FC5F82-A923-4C0F-852B-9F86F45537D3}"/>
              </a:ext>
            </a:extLst>
          </p:cNvPr>
          <p:cNvSpPr>
            <a:spLocks xmlns:a="http://schemas.openxmlformats.org/drawingml/2006/main" noGrp="1"/>
          </p:cNvSpPr>
          <p:nvPr/>
        </p:nvSpPr>
        <p:spPr>
          <a:xfrm xmlns:a="http://schemas.openxmlformats.org/drawingml/2006/main">
            <a:off x="8286750" y="4676775"/>
            <a:ext cx="30670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354A5F"/>
                </a:solidFill>
                <a:latin typeface="DejaVu Sans"/>
                <a:ea typeface="DejaVu Sans"/>
                <a:cs typeface="DejaVu Sans"/>
              </a:defRPr>
            </a:defPPr>
            <a:lvl1pPr algn="l">
              <a:defRPr sz="1500" b="0">
                <a:solidFill>
                  <a:srgbClr val="354A5F"/>
                </a:solidFill>
                <a:latin typeface="DejaVu Sans"/>
                <a:ea typeface="DejaVu Sans"/>
                <a:cs typeface="DejaVu Sans"/>
              </a:defRPr>
            </a:lvl1pPr>
            <a:lvl2pPr algn="l">
              <a:defRPr sz="1500" b="0">
                <a:solidFill>
                  <a:srgbClr val="354A5F"/>
                </a:solidFill>
                <a:latin typeface="DejaVu Sans"/>
                <a:ea typeface="DejaVu Sans"/>
                <a:cs typeface="DejaVu Sans"/>
              </a:defRPr>
            </a:lvl2pPr>
            <a:lvl3pPr algn="l">
              <a:defRPr sz="1500" b="0">
                <a:solidFill>
                  <a:srgbClr val="354A5F"/>
                </a:solidFill>
                <a:latin typeface="DejaVu Sans"/>
                <a:ea typeface="DejaVu Sans"/>
                <a:cs typeface="DejaVu Sans"/>
              </a:defRPr>
            </a:lvl3pPr>
            <a:lvl4pPr algn="l">
              <a:defRPr sz="1500" b="0">
                <a:solidFill>
                  <a:srgbClr val="354A5F"/>
                </a:solidFill>
                <a:latin typeface="DejaVu Sans"/>
                <a:ea typeface="DejaVu Sans"/>
                <a:cs typeface="DejaVu Sans"/>
              </a:defRPr>
            </a:lvl4pPr>
            <a:lvl5pPr algn="l">
              <a:defRPr sz="1500" b="0">
                <a:solidFill>
                  <a:srgbClr val="354A5F"/>
                </a:solidFill>
                <a:latin typeface="DejaVu Sans"/>
                <a:ea typeface="DejaVu Sans"/>
                <a:cs typeface="DejaVu Sans"/>
              </a:defRPr>
            </a:lvl5pPr>
            <a:lvl6pPr algn="l">
              <a:defRPr sz="1500" b="0">
                <a:solidFill>
                  <a:srgbClr val="354A5F"/>
                </a:solidFill>
                <a:latin typeface="DejaVu Sans"/>
                <a:ea typeface="DejaVu Sans"/>
                <a:cs typeface="DejaVu Sans"/>
              </a:defRPr>
            </a:lvl6pPr>
            <a:lvl7pPr algn="l">
              <a:defRPr sz="1500" b="0">
                <a:solidFill>
                  <a:srgbClr val="354A5F"/>
                </a:solidFill>
                <a:latin typeface="DejaVu Sans"/>
                <a:ea typeface="DejaVu Sans"/>
                <a:cs typeface="DejaVu Sans"/>
              </a:defRPr>
            </a:lvl7pPr>
            <a:lvl8pPr algn="l">
              <a:defRPr sz="1500" b="0">
                <a:solidFill>
                  <a:srgbClr val="354A5F"/>
                </a:solidFill>
                <a:latin typeface="DejaVu Sans"/>
                <a:ea typeface="DejaVu Sans"/>
                <a:cs typeface="DejaVu Sans"/>
              </a:defRPr>
            </a:lvl8pPr>
            <a:lvl9pPr algn="l">
              <a:defRPr sz="1500" b="0">
                <a:solidFill>
                  <a:srgbClr val="354A5F"/>
                </a:solidFill>
                <a:latin typeface="DejaVu Sans"/>
                <a:ea typeface="DejaVu Sans"/>
                <a:cs typeface="DejaVu Sans"/>
              </a:defRPr>
            </a:lvl9pPr>
          </a:lstStyle>
          <a:p xmlns:a="http://schemas.openxmlformats.org/drawingml/2006/main">
            <a:pPr algn="l">
              <a:defRPr sz="1500" b="0">
                <a:solidFill>
                  <a:srgbClr val="354A5F"/>
                </a:solidFill>
                <a:latin typeface="DejaVu Sans"/>
                <a:ea typeface="DejaVu Sans"/>
                <a:cs typeface="DejaVu Sans"/>
              </a:defRPr>
            </a:pPr>
            <a:r>
              <a:rPr sz="1500" b="0">
                <a:solidFill>
                  <a:srgbClr val="354A5F"/>
                </a:solidFill>
                <a:latin typeface="DejaVu Sans"/>
                <a:ea typeface="DejaVu Sans"/>
                <a:cs typeface="DejaVu Sans"/>
              </a:rPr>
              <a:t>Carry selected rules into downstream validation workflows.</a:t>
            </a:r>
          </a:p>
        </p:txBody>
      </p:sp>
      <p:sp>
        <p:nvSpPr>
          <p:cNvPr id="37" name="text-300">
            <a:extLst xmlns:a="http://schemas.openxmlformats.org/drawingml/2006/main">
              <a:ext uri="{FF2B5EF4-FFF2-40B4-BE49-F238E27FC236}">
                <a16:creationId xmlns:a16="http://schemas.microsoft.com/office/drawing/2014/main" id="{CDB537D2-5BAB-4C91-8046-F5A904D6C769}"/>
              </a:ext>
            </a:extLst>
          </p:cNvPr>
          <p:cNvSpPr>
            <a:spLocks xmlns:a="http://schemas.openxmlformats.org/drawingml/2006/main" noGrp="1"/>
          </p:cNvSpPr>
          <p:nvPr/>
        </p:nvSpPr>
        <p:spPr>
          <a:xfrm xmlns:a="http://schemas.openxmlformats.org/drawingml/2006/main">
            <a:off x="609600" y="5772150"/>
            <a:ext cx="1076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E7285"/>
                </a:solidFill>
                <a:latin typeface="DejaVu Sans"/>
                <a:ea typeface="DejaVu Sans"/>
                <a:cs typeface="DejaVu Sans"/>
              </a:defRPr>
            </a:defPPr>
            <a:lvl1pPr algn="l">
              <a:defRPr sz="1200" b="0">
                <a:solidFill>
                  <a:srgbClr val="5E7285"/>
                </a:solidFill>
                <a:latin typeface="DejaVu Sans"/>
                <a:ea typeface="DejaVu Sans"/>
                <a:cs typeface="DejaVu Sans"/>
              </a:defRPr>
            </a:lvl1pPr>
            <a:lvl2pPr algn="l">
              <a:defRPr sz="1200" b="0">
                <a:solidFill>
                  <a:srgbClr val="5E7285"/>
                </a:solidFill>
                <a:latin typeface="DejaVu Sans"/>
                <a:ea typeface="DejaVu Sans"/>
                <a:cs typeface="DejaVu Sans"/>
              </a:defRPr>
            </a:lvl2pPr>
            <a:lvl3pPr algn="l">
              <a:defRPr sz="1200" b="0">
                <a:solidFill>
                  <a:srgbClr val="5E7285"/>
                </a:solidFill>
                <a:latin typeface="DejaVu Sans"/>
                <a:ea typeface="DejaVu Sans"/>
                <a:cs typeface="DejaVu Sans"/>
              </a:defRPr>
            </a:lvl3pPr>
            <a:lvl4pPr algn="l">
              <a:defRPr sz="1200" b="0">
                <a:solidFill>
                  <a:srgbClr val="5E7285"/>
                </a:solidFill>
                <a:latin typeface="DejaVu Sans"/>
                <a:ea typeface="DejaVu Sans"/>
                <a:cs typeface="DejaVu Sans"/>
              </a:defRPr>
            </a:lvl4pPr>
            <a:lvl5pPr algn="l">
              <a:defRPr sz="1200" b="0">
                <a:solidFill>
                  <a:srgbClr val="5E7285"/>
                </a:solidFill>
                <a:latin typeface="DejaVu Sans"/>
                <a:ea typeface="DejaVu Sans"/>
                <a:cs typeface="DejaVu Sans"/>
              </a:defRPr>
            </a:lvl5pPr>
            <a:lvl6pPr algn="l">
              <a:defRPr sz="1200" b="0">
                <a:solidFill>
                  <a:srgbClr val="5E7285"/>
                </a:solidFill>
                <a:latin typeface="DejaVu Sans"/>
                <a:ea typeface="DejaVu Sans"/>
                <a:cs typeface="DejaVu Sans"/>
              </a:defRPr>
            </a:lvl6pPr>
            <a:lvl7pPr algn="l">
              <a:defRPr sz="1200" b="0">
                <a:solidFill>
                  <a:srgbClr val="5E7285"/>
                </a:solidFill>
                <a:latin typeface="DejaVu Sans"/>
                <a:ea typeface="DejaVu Sans"/>
                <a:cs typeface="DejaVu Sans"/>
              </a:defRPr>
            </a:lvl7pPr>
            <a:lvl8pPr algn="l">
              <a:defRPr sz="1200" b="0">
                <a:solidFill>
                  <a:srgbClr val="5E7285"/>
                </a:solidFill>
                <a:latin typeface="DejaVu Sans"/>
                <a:ea typeface="DejaVu Sans"/>
                <a:cs typeface="DejaVu Sans"/>
              </a:defRPr>
            </a:lvl8pPr>
            <a:lvl9pPr algn="l">
              <a:defRPr sz="1200" b="0">
                <a:solidFill>
                  <a:srgbClr val="5E7285"/>
                </a:solidFill>
                <a:latin typeface="DejaVu Sans"/>
                <a:ea typeface="DejaVu Sans"/>
                <a:cs typeface="DejaVu Sans"/>
              </a:defRPr>
            </a:lvl9pPr>
          </a:lstStyle>
          <a:p xmlns:a="http://schemas.openxmlformats.org/drawingml/2006/main">
            <a:pPr algn="l">
              <a:defRPr sz="1200" b="0">
                <a:solidFill>
                  <a:srgbClr val="5E7285"/>
                </a:solidFill>
                <a:latin typeface="DejaVu Sans"/>
                <a:ea typeface="DejaVu Sans"/>
                <a:cs typeface="DejaVu Sans"/>
              </a:defRPr>
            </a:pPr>
            <a:r>
              <a:rPr sz="1200" b="0">
                <a:solidFill>
                  <a:srgbClr val="5E7285"/>
                </a:solidFill>
                <a:latin typeface="DejaVu Sans"/>
                <a:ea typeface="DejaVu Sans"/>
                <a:cs typeface="DejaVu Sans"/>
              </a:rPr>
              <a:t>Time, cost and accuracy gains have not yet been benchmarked in the MVP.</a:t>
            </a:r>
          </a:p>
        </p:txBody>
      </p:sp>
    </p:spTree>
    <p:extLst>
      <p:ext uri="{BB962C8B-B14F-4D97-AF65-F5344CB8AC3E}">
        <p14:creationId xmlns:p14="http://schemas.microsoft.com/office/powerpoint/2010/main" val="16268345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2026-10-22T15:34:57.9320000Z</dcterms:created>
  <dcterms:modified xsi:type="dcterms:W3CDTF">2026-10-22T15:34:57.9320000Z</dcterms:modified>
</coreProperties>
</file>